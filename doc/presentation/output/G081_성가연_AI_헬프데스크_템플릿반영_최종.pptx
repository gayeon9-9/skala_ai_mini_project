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8835a65b7e43f7" /><Relationship Type="http://schemas.openxmlformats.org/officeDocument/2006/relationships/extended-properties" Target="/docProps/app.xml" Id="R3834ed9b28b54afe" /><Relationship Type="http://schemas.openxmlformats.org/officeDocument/2006/relationships/officeDocument" Target="/ppt/presentation.xml" Id="Ra2eb4d0c38c54b8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b495fa748b439d"/>
  </p:sldMasterIdLst>
  <p:notesMasterIdLst>
    <p:notesMasterId xmlns:r="http://schemas.openxmlformats.org/officeDocument/2006/relationships" r:id="Rdfdb95b475fd42e6"/>
  </p:notesMasterIdLst>
  <p:sldIdLst>
    <p:sldId xmlns:r="http://schemas.openxmlformats.org/officeDocument/2006/relationships" id="256" r:id="R3bfeac653be24be2"/>
    <p:sldId xmlns:r="http://schemas.openxmlformats.org/officeDocument/2006/relationships" id="257" r:id="Ra5c19b1ce9354342"/>
    <p:sldId xmlns:r="http://schemas.openxmlformats.org/officeDocument/2006/relationships" id="258" r:id="Rf0ed8d1ee2114b2a"/>
    <p:sldId xmlns:r="http://schemas.openxmlformats.org/officeDocument/2006/relationships" id="259" r:id="R62ac348c85ea4ddb"/>
    <p:sldId xmlns:r="http://schemas.openxmlformats.org/officeDocument/2006/relationships" id="260" r:id="R9254a9ea33084c11"/>
    <p:sldId xmlns:r="http://schemas.openxmlformats.org/officeDocument/2006/relationships" id="261" r:id="Rd88f596f667945f2"/>
    <p:sldId xmlns:r="http://schemas.openxmlformats.org/officeDocument/2006/relationships" id="262" r:id="Rdff9484ea33641fc"/>
    <p:sldId xmlns:r="http://schemas.openxmlformats.org/officeDocument/2006/relationships" id="263" r:id="Ref10a2ca14b44664"/>
    <p:sldId xmlns:r="http://schemas.openxmlformats.org/officeDocument/2006/relationships" id="264" r:id="Rb9b2587d427a4b7e"/>
    <p:sldId xmlns:r="http://schemas.openxmlformats.org/officeDocument/2006/relationships" id="265" r:id="Ra54fb20dcff24d94"/>
    <p:sldId xmlns:r="http://schemas.openxmlformats.org/officeDocument/2006/relationships" id="266" r:id="R35bb965c1a31496d"/>
    <p:sldId xmlns:r="http://schemas.openxmlformats.org/officeDocument/2006/relationships" id="267" r:id="R1cac7929215645fa"/>
    <p:sldId xmlns:r="http://schemas.openxmlformats.org/officeDocument/2006/relationships" id="268" r:id="R23aff09fc3c24f0f"/>
    <p:sldId xmlns:r="http://schemas.openxmlformats.org/officeDocument/2006/relationships" id="269" r:id="Rfff868ae45a748a5"/>
    <p:sldId xmlns:r="http://schemas.openxmlformats.org/officeDocument/2006/relationships" id="270" r:id="R790b5c1aad784f25"/>
    <p:sldId xmlns:r="http://schemas.openxmlformats.org/officeDocument/2006/relationships" id="271" r:id="R5807d0d7f0f347bb"/>
    <p:sldId xmlns:r="http://schemas.openxmlformats.org/officeDocument/2006/relationships" id="272" r:id="R58e0afd6af514e5f"/>
    <p:sldId xmlns:r="http://schemas.openxmlformats.org/officeDocument/2006/relationships" id="273" r:id="R4af62488b2d84677"/>
    <p:sldId xmlns:r="http://schemas.openxmlformats.org/officeDocument/2006/relationships" id="274" r:id="R5fb639775eb84e38"/>
    <p:sldId xmlns:r="http://schemas.openxmlformats.org/officeDocument/2006/relationships" id="275" r:id="R87adfa723a514e08"/>
    <p:sldId xmlns:r="http://schemas.openxmlformats.org/officeDocument/2006/relationships" id="276" r:id="Ref0f7c8a2bf54714"/>
  </p:sldIdLst>
  <p:sldSz cx="18288000" cy="10287000"/>
  <p:notesSz cx="6858000" cy="9144000"/>
  <p:embeddedFontLst>
    <p:embeddedFont>
      <p:font typeface="Poppins SemiBold"/>
      <p:bold xmlns:r="http://schemas.openxmlformats.org/officeDocument/2006/relationships" r:id="R11ca3218d69d4683"/>
    </p:embeddedFont>
    <p:embeddedFont>
      <p:font typeface="Poppins Medium"/>
      <p:bold xmlns:r="http://schemas.openxmlformats.org/officeDocument/2006/relationships" r:id="R56aa2ed6631347da"/>
    </p:embeddedFont>
    <p:embeddedFont>
      <p:font typeface="Pretendard SemiBold"/>
      <p:bold xmlns:r="http://schemas.openxmlformats.org/officeDocument/2006/relationships" r:id="R1c44efe7005c47fc"/>
    </p:embeddedFont>
    <p:embeddedFont>
      <p:font typeface="Pretendard Bold"/>
      <p:bold xmlns:r="http://schemas.openxmlformats.org/officeDocument/2006/relationships" r:id="R4d597e63776443c4"/>
    </p:embeddedFont>
    <p:embeddedFont>
      <p:font typeface="Pretendard Medium"/>
      <p:bold xmlns:r="http://schemas.openxmlformats.org/officeDocument/2006/relationships" r:id="R9009905290fc4694"/>
    </p:embeddedFont>
    <p:embeddedFont>
      <p:font typeface="Pretendard Regular"/>
      <p:regular xmlns:r="http://schemas.openxmlformats.org/officeDocument/2006/relationships" r:id="R01da9bba72514315"/>
    </p:embeddedFont>
    <p:embeddedFont>
      <p:font typeface="Noto Sans CJK KR Regular"/>
      <p:regular xmlns:r="http://schemas.openxmlformats.org/officeDocument/2006/relationships" r:id="R27b05bfff0854bc1"/>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99d59cb2494028" /><Relationship Type="http://schemas.openxmlformats.org/officeDocument/2006/relationships/slideMaster" Target="/ppt/slideMasters/slideMaster1.xml" Id="R10b495fa748b439d" /><Relationship Type="http://schemas.openxmlformats.org/officeDocument/2006/relationships/notesMaster" Target="/ppt/notesMasters/notesMaster1.xml" Id="Rdfdb95b475fd42e6" /><Relationship Type="http://schemas.openxmlformats.org/officeDocument/2006/relationships/presProps" Target="/ppt/presProps.xml" Id="R562487b88e944b4b" /><Relationship Type="http://schemas.openxmlformats.org/officeDocument/2006/relationships/viewProps" Target="/ppt/viewProps.xml" Id="Ra0fdd5e3c075408f" /><Relationship Type="http://schemas.openxmlformats.org/officeDocument/2006/relationships/tableStyles" Target="/ppt/tableStyles.xml" Id="R9e5a19e915524f75" /><Relationship Type="http://schemas.openxmlformats.org/officeDocument/2006/relationships/font" Target="/ppt/fonts/font.dat" Id="R11ca3218d69d4683" /><Relationship Type="http://schemas.openxmlformats.org/officeDocument/2006/relationships/font" Target="/ppt/fonts/font2.dat" Id="R56aa2ed6631347da" /><Relationship Type="http://schemas.openxmlformats.org/officeDocument/2006/relationships/font" Target="/ppt/fonts/font3.dat" Id="R1c44efe7005c47fc" /><Relationship Type="http://schemas.openxmlformats.org/officeDocument/2006/relationships/font" Target="/ppt/fonts/font4.dat" Id="R4d597e63776443c4" /><Relationship Type="http://schemas.openxmlformats.org/officeDocument/2006/relationships/font" Target="/ppt/fonts/font5.dat" Id="R9009905290fc4694" /><Relationship Type="http://schemas.openxmlformats.org/officeDocument/2006/relationships/font" Target="/ppt/fonts/font6.dat" Id="R01da9bba72514315" /><Relationship Type="http://schemas.openxmlformats.org/officeDocument/2006/relationships/font" Target="/ppt/fonts/font7.dat" Id="R27b05bfff0854bc1" /><Relationship Type="http://schemas.openxmlformats.org/officeDocument/2006/relationships/slide" Target="/ppt/slides/slide1.xml" Id="R3bfeac653be24be2" /><Relationship Type="http://schemas.openxmlformats.org/officeDocument/2006/relationships/slide" Target="/ppt/slides/slide2.xml" Id="Ra5c19b1ce9354342" /><Relationship Type="http://schemas.openxmlformats.org/officeDocument/2006/relationships/slide" Target="/ppt/slides/slide3.xml" Id="Rf0ed8d1ee2114b2a" /><Relationship Type="http://schemas.openxmlformats.org/officeDocument/2006/relationships/slide" Target="/ppt/slides/slide4.xml" Id="R62ac348c85ea4ddb" /><Relationship Type="http://schemas.openxmlformats.org/officeDocument/2006/relationships/slide" Target="/ppt/slides/slide5.xml" Id="R9254a9ea33084c11" /><Relationship Type="http://schemas.openxmlformats.org/officeDocument/2006/relationships/slide" Target="/ppt/slides/slide6.xml" Id="Rd88f596f667945f2" /><Relationship Type="http://schemas.openxmlformats.org/officeDocument/2006/relationships/slide" Target="/ppt/slides/slide7.xml" Id="Rdff9484ea33641fc" /><Relationship Type="http://schemas.openxmlformats.org/officeDocument/2006/relationships/slide" Target="/ppt/slides/slide8.xml" Id="Ref10a2ca14b44664" /><Relationship Type="http://schemas.openxmlformats.org/officeDocument/2006/relationships/slide" Target="/ppt/slides/slide9.xml" Id="Rb9b2587d427a4b7e" /><Relationship Type="http://schemas.openxmlformats.org/officeDocument/2006/relationships/slide" Target="/ppt/slides/slide10.xml" Id="Ra54fb20dcff24d94" /><Relationship Type="http://schemas.openxmlformats.org/officeDocument/2006/relationships/slide" Target="/ppt/slides/slide11.xml" Id="R35bb965c1a31496d" /><Relationship Type="http://schemas.openxmlformats.org/officeDocument/2006/relationships/slide" Target="/ppt/slides/slide12.xml" Id="R1cac7929215645fa" /><Relationship Type="http://schemas.openxmlformats.org/officeDocument/2006/relationships/slide" Target="/ppt/slides/slide13.xml" Id="R23aff09fc3c24f0f" /><Relationship Type="http://schemas.openxmlformats.org/officeDocument/2006/relationships/slide" Target="/ppt/slides/slide14.xml" Id="Rfff868ae45a748a5" /><Relationship Type="http://schemas.openxmlformats.org/officeDocument/2006/relationships/slide" Target="/ppt/slides/slide15.xml" Id="R790b5c1aad784f25" /><Relationship Type="http://schemas.openxmlformats.org/officeDocument/2006/relationships/slide" Target="/ppt/slides/slide16.xml" Id="R5807d0d7f0f347bb" /><Relationship Type="http://schemas.openxmlformats.org/officeDocument/2006/relationships/slide" Target="/ppt/slides/slide17.xml" Id="R58e0afd6af514e5f" /><Relationship Type="http://schemas.openxmlformats.org/officeDocument/2006/relationships/slide" Target="/ppt/slides/slide18.xml" Id="R4af62488b2d84677" /><Relationship Type="http://schemas.openxmlformats.org/officeDocument/2006/relationships/slide" Target="/ppt/slides/slide19.xml" Id="R5fb639775eb84e38" /><Relationship Type="http://schemas.openxmlformats.org/officeDocument/2006/relationships/slide" Target="/ppt/slides/slide20.xml" Id="R87adfa723a514e08" /><Relationship Type="http://schemas.openxmlformats.org/officeDocument/2006/relationships/slide" Target="/ppt/slides/slide21.xml" Id="Ref0f7c8a2bf547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3987cdc68842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801c501ffb490f" /><Relationship Type="http://schemas.openxmlformats.org/officeDocument/2006/relationships/notesMaster" Target="/ppt/notesMasters/notesMaster1.xml" Id="R2bc5a996170442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0d69aba9aa47b4" /><Relationship Type="http://schemas.openxmlformats.org/officeDocument/2006/relationships/notesMaster" Target="/ppt/notesMasters/notesMaster1.xml" Id="Rd16bee1da4ce4e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e86002c81940bb" /><Relationship Type="http://schemas.openxmlformats.org/officeDocument/2006/relationships/notesMaster" Target="/ppt/notesMasters/notesMaster1.xml" Id="R6682120ef25a4d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c87798826540ea" /><Relationship Type="http://schemas.openxmlformats.org/officeDocument/2006/relationships/notesMaster" Target="/ppt/notesMasters/notesMaster1.xml" Id="R6ec48cd1b3db41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d7f14c42ed4dc6" /><Relationship Type="http://schemas.openxmlformats.org/officeDocument/2006/relationships/notesMaster" Target="/ppt/notesMasters/notesMaster1.xml" Id="Rd314822852024d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e7749e4b7447b" /><Relationship Type="http://schemas.openxmlformats.org/officeDocument/2006/relationships/notesMaster" Target="/ppt/notesMasters/notesMaster1.xml" Id="R28e14e1373ad4e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109e987b72497e" /><Relationship Type="http://schemas.openxmlformats.org/officeDocument/2006/relationships/notesMaster" Target="/ppt/notesMasters/notesMaster1.xml" Id="Rc0ea7ea25bc04c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c519e854044dfb" /><Relationship Type="http://schemas.openxmlformats.org/officeDocument/2006/relationships/notesMaster" Target="/ppt/notesMasters/notesMaster1.xml" Id="R639c097288e14d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91b890b8c94aa1" /><Relationship Type="http://schemas.openxmlformats.org/officeDocument/2006/relationships/notesMaster" Target="/ppt/notesMasters/notesMaster1.xml" Id="R6c0d8716882942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0b7ecbc152419e" /><Relationship Type="http://schemas.openxmlformats.org/officeDocument/2006/relationships/notesMaster" Target="/ppt/notesMasters/notesMaster1.xml" Id="Rdf24f3f18b5142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17923a75aa451f" /><Relationship Type="http://schemas.openxmlformats.org/officeDocument/2006/relationships/notesMaster" Target="/ppt/notesMasters/notesMaster1.xml" Id="Rac610ae8e6d541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e6b8566e164a97" /><Relationship Type="http://schemas.openxmlformats.org/officeDocument/2006/relationships/notesMaster" Target="/ppt/notesMasters/notesMaster1.xml" Id="R56988f11987d43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f74e0575c7425d" /><Relationship Type="http://schemas.openxmlformats.org/officeDocument/2006/relationships/notesMaster" Target="/ppt/notesMasters/notesMaster1.xml" Id="Re945dfbf27c145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e6272bac1f4169" /><Relationship Type="http://schemas.openxmlformats.org/officeDocument/2006/relationships/notesMaster" Target="/ppt/notesMasters/notesMaster1.xml" Id="Rc9ea89b09a1845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1ee6b1547744b2" /><Relationship Type="http://schemas.openxmlformats.org/officeDocument/2006/relationships/notesMaster" Target="/ppt/notesMasters/notesMaster1.xml" Id="R9b66160beb7743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133645318f4aa7" /><Relationship Type="http://schemas.openxmlformats.org/officeDocument/2006/relationships/notesMaster" Target="/ppt/notesMasters/notesMaster1.xml" Id="R4fa9ea1c82294c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f66117d0de456d" /><Relationship Type="http://schemas.openxmlformats.org/officeDocument/2006/relationships/notesMaster" Target="/ppt/notesMasters/notesMaster1.xml" Id="R27d7f121ea6148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06fca34ba643f8" /><Relationship Type="http://schemas.openxmlformats.org/officeDocument/2006/relationships/notesMaster" Target="/ppt/notesMasters/notesMaster1.xml" Id="Rf49b0e55316042c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d219aa54e44475" /><Relationship Type="http://schemas.openxmlformats.org/officeDocument/2006/relationships/notesMaster" Target="/ppt/notesMasters/notesMaster1.xml" Id="R6a55fb7255294a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5933a25ffa4519" /><Relationship Type="http://schemas.openxmlformats.org/officeDocument/2006/relationships/notesMaster" Target="/ppt/notesMasters/notesMaster1.xml" Id="R92de13b156c74f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3e94504c560455f" /><Relationship Type="http://schemas.openxmlformats.org/officeDocument/2006/relationships/notesMaster" Target="/ppt/notesMasters/notesMaster1.xml" Id="Ree83762e0c994d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운영 점검 에이전트를 자연어 IT 문의 접수와 관리자 확인까지 연결하는 헬프데스크로 개선했다. 현재 서비스는 샘플 데이터 기반 실습용이다. 본문 프리텐다드를 유지하고 사용자 제공 템플릿의 배경과 로고를 재사용했다.</a:t>
            </a:r>
          </a:p>
          <a:p xmlns:a="http://schemas.openxmlformats.org/drawingml/2006/main">
            <a:r>
              <a:t/>
            </a:r>
          </a:p>
          <a:p xmlns:a="http://schemas.openxmlformats.org/drawingml/2006/main">
            <a:r>
              <a:t>근거</a:t>
            </a:r>
          </a:p>
          <a:p xmlns:a="http://schemas.openxmlformats.org/drawingml/2006/main">
            <a:r>
              <a:t>https://github.com/gayeon9-9/skala_ai_mini_project/blob/main/README.md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순서는 문제, 개선, 구현 증거, 전후 측정, 한계와 향후 계획이다. 기존 서비스와 개선 서비스의 비교가 주된 평가이며 임베딩 공급자 비교는 추가 기술 검증이다.</a:t>
            </a:r>
          </a:p>
          <a:p xmlns:a="http://schemas.openxmlformats.org/drawingml/2006/main">
            <a:r>
              <a:t/>
            </a:r>
          </a:p>
          <a:p xmlns:a="http://schemas.openxmlformats.org/drawingml/2006/main">
            <a:r>
              <a:t>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MCP, LangGraph, SQLite 메시지 저장, 의존성 주입, LangSmith 추적은 기존에도 있었다. 최초 서비스는 키워드 규칙으로 Runbook을 선택했으며 임베딩 기반 RAG는 없었다.</a:t>
            </a:r>
          </a:p>
          <a:p xmlns:a="http://schemas.openxmlformats.org/drawingml/2006/main">
            <a:r>
              <a:t/>
            </a:r>
          </a:p>
          <a:p xmlns:a="http://schemas.openxmlformats.org/drawingml/2006/main">
            <a:r>
              <a:t>근거</a:t>
            </a:r>
          </a:p>
          <a:p xmlns:a="http://schemas.openxmlformats.org/drawingml/2006/main">
            <a:r>
              <a:t>https://github.com/gayeon9-9/skala_ai_mini_project/blob/main/doc/evidence/step_01/README.md</a:t>
            </a:r>
          </a:p>
          <a:p xmlns:a="http://schemas.openxmlformats.org/drawingml/2006/main">
            <a:r>
              <a:t>https://github.com/gayeon9-9/skala_ai_mini_project/tree/ee32f7e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실제 Ollama 계획 프롬프트의 기본 대상 규칙이다. 오른쪽은 원문을 symptom에 전달하는 구조이며 전체 원본 흐름에 별도 접수 정보 추출 단계가 없었다. 코드 표시에서는 공통 앞쪽 공백만 제거했다.</a:t>
            </a:r>
          </a:p>
          <a:p xmlns:a="http://schemas.openxmlformats.org/drawingml/2006/main">
            <a:r>
              <a:t/>
            </a:r>
          </a:p>
          <a:p xmlns:a="http://schemas.openxmlformats.org/drawingml/2006/main">
            <a:r>
              <a:t>근거</a:t>
            </a:r>
          </a:p>
          <a:p xmlns:a="http://schemas.openxmlformats.org/drawingml/2006/main">
            <a:r>
              <a:t>https://github.com/gayeon9-9/skala_ai_mini_project/blob/ee32f7e/agent/ollama_llm.py#L174-L176</a:t>
            </a:r>
          </a:p>
          <a:p xmlns:a="http://schemas.openxmlformats.org/drawingml/2006/main">
            <a:r>
              <a:t>https://github.com/gayeon9-9/skala_ai_mini_project/blob/ee32f7e/agent/graph.py#L108-L112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validate_node는 길이 30 이상과 1) 포함을 검사했고 3회 실패 후 통과했다. 원본 SQLite는 메시지를 저장했지만 브라우저는 매번 새 thread를 생성했다. sh/run_agent_ollma.sh를 재실행하면 rm -f session.db로 DB를 지웠다. 모든 서버 재시작에서 삭제되는 것은 아니다.</a:t>
            </a:r>
          </a:p>
          <a:p xmlns:a="http://schemas.openxmlformats.org/drawingml/2006/main">
            <a:r>
              <a:t/>
            </a:r>
          </a:p>
          <a:p xmlns:a="http://schemas.openxmlformats.org/drawingml/2006/main">
            <a:r>
              <a:t>근거</a:t>
            </a:r>
          </a:p>
          <a:p xmlns:a="http://schemas.openxmlformats.org/drawingml/2006/main">
            <a:r>
              <a:t>https://github.com/gayeon9-9/skala_ai_mini_project/blob/ee32f7e/agent/graph.py#L210-L213</a:t>
            </a:r>
          </a:p>
          <a:p xmlns:a="http://schemas.openxmlformats.org/drawingml/2006/main">
            <a:r>
              <a:t>https://github.com/gayeon9-9/skala_ai_mini_project/blob/ee32f7e/web_chat.html#L132-L136</a:t>
            </a:r>
          </a:p>
          <a:p xmlns:a="http://schemas.openxmlformats.org/drawingml/2006/main">
            <a:r>
              <a:t>https://github.com/gayeon9-9/skala_ai_mini_project/blob/ee32f7e/agent/graph.py#L274-L282</a:t>
            </a:r>
          </a:p>
          <a:p xmlns:a="http://schemas.openxmlformats.org/drawingml/2006/main">
            <a:r>
              <a:t>https://github.com/gayeon9-9/skala_ai_mini_project/blob/ee32f7e/sh/run_agent_ollma.sh#L59-L61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PDF의 사용자·관리자 영향 표를 읽기 쉬운 길이로 다듬었다. 문제에서 개선 목표로 이어지는 연결을 설명한다.</a:t>
            </a:r>
          </a:p>
          <a:p xmlns:a="http://schemas.openxmlformats.org/drawingml/2006/main">
            <a:r>
              <a:t/>
            </a:r>
          </a:p>
          <a:p xmlns:a="http://schemas.openxmlformats.org/drawingml/2006/main">
            <a:r>
              <a:t>근거</a:t>
            </a:r>
          </a:p>
          <a:p xmlns:a="http://schemas.openxmlformats.org/drawingml/2006/main">
            <a:r>
              <a:t>https://github.com/gayeon9-9/skala_ai_mini_project/blob/main/doc/final_report.md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초안의 개선 목표와 개선 방향을 하나로 통합했다. 실제 자동 복구를 수행하는 제품이 아니라 접수와 기초 점검, 문서 기반 안내, 관리자 확인을 연결하는 도우미다.</a:t>
            </a:r>
          </a:p>
          <a:p xmlns:a="http://schemas.openxmlformats.org/drawingml/2006/main">
            <a:r>
              <a:t/>
            </a:r>
          </a:p>
          <a:p xmlns:a="http://schemas.openxmlformats.org/drawingml/2006/main">
            <a:r>
              <a:t>근거</a:t>
            </a:r>
          </a:p>
          <a:p xmlns:a="http://schemas.openxmlformats.org/drawingml/2006/main">
            <a:r>
              <a:t>https://github.com/gayeon9-9/skala_ai_mini_project/blob/main/README.md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원문과 처리 상태를 먼저 저장한 뒤 접수 분석을 시작한다. 선택 시스템은 MCP로 점검하고 FAQ와 Runbook은 별도로 검색한다. 생성·검증 후 결과를 저장하고 응답한다. 모듈이나 노드의 분리는 Multi-Agent 구현과 다르며 이번에는 단일 흐름을 선택했다.</a:t>
            </a:r>
          </a:p>
          <a:p xmlns:a="http://schemas.openxmlformats.org/drawingml/2006/main">
            <a:r>
              <a:t/>
            </a:r>
          </a:p>
          <a:p xmlns:a="http://schemas.openxmlformats.org/drawingml/2006/main">
            <a:r>
              <a:t>근거</a:t>
            </a:r>
          </a:p>
          <a:p xmlns:a="http://schemas.openxmlformats.org/drawingml/2006/main">
            <a:r>
              <a:t>https://github.com/gayeon9-9/skala_ai_mini_project/blob/main/agent/chat_service.py</a:t>
            </a:r>
          </a:p>
          <a:p xmlns:a="http://schemas.openxmlformats.org/drawingml/2006/main">
            <a:r>
              <a:t>https://github.com/gayeon9-9/skala_ai_mini_project/blob/main/agent/graph.py</a:t>
            </a:r>
          </a:p>
          <a:p xmlns:a="http://schemas.openxmlformats.org/drawingml/2006/main">
            <a:r>
              <a:t>https://github.com/gayeon9-9/skala_ai_mini_project/blob/main/agent/embeddings.py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모델이 대상을 다시 고르지 않도록 선택값으로 작업을 만든다. 서버는 입력을 검증하고 MCP 호출 직전에도 대상 일치를 확인한다. 새 화면은 최신 ba5a883의 격리 실습 실행이다.</a:t>
            </a:r>
          </a:p>
          <a:p xmlns:a="http://schemas.openxmlformats.org/drawingml/2006/main">
            <a:r>
              <a:t/>
            </a:r>
          </a:p>
          <a:p xmlns:a="http://schemas.openxmlformats.org/drawingml/2006/main">
            <a:r>
              <a:t>근거</a:t>
            </a:r>
          </a:p>
          <a:p xmlns:a="http://schemas.openxmlformats.org/drawingml/2006/main">
            <a:r>
              <a:t>https://github.com/gayeon9-9/skala_ai_mini_project/blob/main/agent/graph.py</a:t>
            </a:r>
          </a:p>
          <a:p xmlns:a="http://schemas.openxmlformats.org/drawingml/2006/main">
            <a:r>
              <a:t>https://github.com/gayeon9-9/skala_ai_mini_project/blob/main/server.py</a:t>
            </a:r>
          </a:p>
          <a:p xmlns:a="http://schemas.openxmlformats.org/drawingml/2006/main">
            <a:r>
              <a:t>https://github.com/gayeon9-9/skala_ai_mini_project/blob/main/doc/evidence/template_final_20261021/README.md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localStorage에는 대화 식별자와 선택 시스템을 보존하고 실제 메시지는 SQLite에서 조회한다. 접수 ID, 요청 ID, 처리 상태를 분리하며 재전송은 중복 생성하지 않는다. completed는 답변 처리 완료이며 장애 해결을 의미하지 않는다.</a:t>
            </a:r>
          </a:p>
          <a:p xmlns:a="http://schemas.openxmlformats.org/drawingml/2006/main">
            <a:r>
              <a:t/>
            </a:r>
          </a:p>
          <a:p xmlns:a="http://schemas.openxmlformats.org/drawingml/2006/main">
            <a:r>
              <a:t>근거</a:t>
            </a:r>
          </a:p>
          <a:p xmlns:a="http://schemas.openxmlformats.org/drawingml/2006/main">
            <a:r>
              <a:t>https://github.com/gayeon9-9/skala_ai_mini_project/blob/main/web_chat.html</a:t>
            </a:r>
          </a:p>
          <a:p xmlns:a="http://schemas.openxmlformats.org/drawingml/2006/main">
            <a:r>
              <a:t>https://github.com/gayeon9-9/skala_ai_mini_project/blob/main/agent/chat_service.py</a:t>
            </a:r>
          </a:p>
          <a:p xmlns:a="http://schemas.openxmlformats.org/drawingml/2006/main">
            <a:r>
              <a:t>https://github.com/gayeon9-9/skala_ai_mini_project/blob/main/agent/inquiry_store.py</a:t>
            </a:r>
          </a:p>
          <a:p xmlns:a="http://schemas.openxmlformats.org/drawingml/2006/main">
            <a:r>
              <a:t>https://github.com/gayeon9-9/skala_ai_mini_project/blob/main/doc/evidence/template_final_20261021/README.md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원문에서 확인한 표현을 evidence로 보존한다. 오류 메시지 없음은 정보를 안 준 것과 다르므로 다시 묻지 않는다. 모델 출력이 형식이나 원문 근거를 만족하지 않으면 제한된 규칙 추출로 보완한다. 실제 한 건의 성공을 일반 정확도 향상률로 표현하지 않는다.</a:t>
            </a:r>
          </a:p>
          <a:p xmlns:a="http://schemas.openxmlformats.org/drawingml/2006/main">
            <a:r>
              <a:t/>
            </a:r>
          </a:p>
          <a:p xmlns:a="http://schemas.openxmlformats.org/drawingml/2006/main">
            <a:r>
              <a:t>근거</a:t>
            </a:r>
          </a:p>
          <a:p xmlns:a="http://schemas.openxmlformats.org/drawingml/2006/main">
            <a:r>
              <a:t>https://github.com/gayeon9-9/skala_ai_mini_project/blob/main/agent/intake.py</a:t>
            </a:r>
          </a:p>
          <a:p xmlns:a="http://schemas.openxmlformats.org/drawingml/2006/main">
            <a:r>
              <a:t>https://github.com/gayeon9-9/skala_ai_mini_project/blob/main/agent/intake_llm.py</a:t>
            </a:r>
          </a:p>
          <a:p xmlns:a="http://schemas.openxmlformats.org/drawingml/2006/main">
            <a:r>
              <a:t>https://github.com/gayeon9-9/skala_ai_mini_project/blob/main/doc/evidence/template_final_20261021/README.md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4개 FAQ와 6개 Runbook을 임베딩해 로컬 색인에 보존한다. 시스템과 독자 범위를 필터링한 뒤 기준 점수 이상의 문서를 상위 순위로 선택한다. 유사도 점수는 장애 원인 확률이 아니다. 전체 검색 결과와 실제 답변에 적용할 문서는 구분한다.</a:t>
            </a:r>
          </a:p>
          <a:p xmlns:a="http://schemas.openxmlformats.org/drawingml/2006/main">
            <a:r>
              <a:t/>
            </a:r>
          </a:p>
          <a:p xmlns:a="http://schemas.openxmlformats.org/drawingml/2006/main">
            <a:r>
              <a:t>근거</a:t>
            </a:r>
          </a:p>
          <a:p xmlns:a="http://schemas.openxmlformats.org/drawingml/2006/main">
            <a:r>
              <a:t>https://github.com/gayeon9-9/skala_ai_mini_project/blob/main/agent/retrieval.py</a:t>
            </a:r>
          </a:p>
          <a:p xmlns:a="http://schemas.openxmlformats.org/drawingml/2006/main">
            <a:r>
              <a:t>https://github.com/gayeon9-9/skala_ai_mini_project/blob/main/agent/graph.py</a:t>
            </a:r>
          </a:p>
          <a:p xmlns:a="http://schemas.openxmlformats.org/drawingml/2006/main">
            <a:r>
              <a:t>https://github.com/gayeon9-9/skala_ai_mini_project/blob/main/doc/step_04_rag.md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 actual final_openai 캡처에는 504 안내가 있었다. ba5a883에서 verified intake를 기준으로 문서를 필터링하고 답변 검증에도 동일한 제한을 적용했다. 발견한 실패를 숨기지 않고 원인, 변경, 실제 검증 결과를 연결한다. 문서 전체 제외는 유용한 일반 설명까지 제외할 수 있다는 트레이드오프가 있다.</a:t>
            </a:r>
          </a:p>
          <a:p xmlns:a="http://schemas.openxmlformats.org/drawingml/2006/main">
            <a:r>
              <a:t/>
            </a:r>
          </a:p>
          <a:p xmlns:a="http://schemas.openxmlformats.org/drawingml/2006/main">
            <a:r>
              <a:t>근거</a:t>
            </a:r>
          </a:p>
          <a:p xmlns:a="http://schemas.openxmlformats.org/drawingml/2006/main">
            <a:r>
              <a:t>https://github.com/gayeon9-9/skala_ai_mini_project/blob/main/doc/evidence/post_demo_fixes/README.md</a:t>
            </a:r>
          </a:p>
          <a:p xmlns:a="http://schemas.openxmlformats.org/drawingml/2006/main">
            <a:r>
              <a:t>https://github.com/gayeon9-9/skala_ai_mini_project/blob/main/agent/answer_grounding.py</a:t>
            </a:r>
          </a:p>
          <a:p xmlns:a="http://schemas.openxmlformats.org/drawingml/2006/main">
            <a:r>
              <a:t>https://github.com/gayeon9-9/skala_ai_mini_project/blob/main/agent/answer_validation.py</a:t>
            </a:r>
          </a:p>
          <a:p xmlns:a="http://schemas.openxmlformats.org/drawingml/2006/main">
            <a:r>
              <a:t>https://github.com/gayeon9-9/skala_ai_mini_project/blob/main/doc/evidence/template_final_20261021/README.md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관리자는 같은 접수에서 원문, 정보 추출 결과, 샘플 점검, 문서 검색, 검증 및 실행 메타데이터를 확인한다. 관리 화면은 읽기 전용이며 실제 담당자 배정이나 장애 복구를 수행하지 않는다. 관리자 인증과 권한 구분은 후속 범위다.</a:t>
            </a:r>
          </a:p>
          <a:p xmlns:a="http://schemas.openxmlformats.org/drawingml/2006/main">
            <a:r>
              <a:t/>
            </a:r>
          </a:p>
          <a:p xmlns:a="http://schemas.openxmlformats.org/drawingml/2006/main">
            <a:r>
              <a:t>근거</a:t>
            </a:r>
          </a:p>
          <a:p xmlns:a="http://schemas.openxmlformats.org/drawingml/2006/main">
            <a:r>
              <a:t>https://github.com/gayeon9-9/skala_ai_mini_project/blob/main/server.py</a:t>
            </a:r>
          </a:p>
          <a:p xmlns:a="http://schemas.openxmlformats.org/drawingml/2006/main">
            <a:r>
              <a:t>https://github.com/gayeon9-9/skala_ai_mini_project/blob/main/web_admin.html</a:t>
            </a:r>
          </a:p>
          <a:p xmlns:a="http://schemas.openxmlformats.org/drawingml/2006/main">
            <a:r>
              <a:t>https://github.com/gayeon9-9/skala_ai_mini_project/blob/main/agent/inquiry_summary.py</a:t>
            </a:r>
          </a:p>
          <a:p xmlns:a="http://schemas.openxmlformats.org/drawingml/2006/main">
            <a:r>
              <a:t>https://github.com/gayeon9-9/skala_ai_mini_project/blob/main/doc/evidence/template_final_20261021/README.md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모듈화와 DI는 기존에도 일부 있었으며 새로운 접수·검색·검증 책임을 독립 모듈로 확장했다. create_embedder로 공급자를 조립하고 retriever를 SupervisorDeps에 주입한다. 테스트에는 FixedEmbedder를 넣어 외부 API 없이 검색 필터를 검증한다. 기존 Ollama 버전은 v1.0-ollama 태그로 보존했다.</a:t>
            </a:r>
          </a:p>
          <a:p xmlns:a="http://schemas.openxmlformats.org/drawingml/2006/main">
            <a:r>
              <a:t/>
            </a:r>
          </a:p>
          <a:p xmlns:a="http://schemas.openxmlformats.org/drawingml/2006/main">
            <a:r>
              <a:t>근거</a:t>
            </a:r>
          </a:p>
          <a:p xmlns:a="http://schemas.openxmlformats.org/drawingml/2006/main">
            <a:r>
              <a:t>https://github.com/gayeon9-9/skala_ai_mini_project/blob/ba5a883/server.py#L123-L127</a:t>
            </a:r>
          </a:p>
          <a:p xmlns:a="http://schemas.openxmlformats.org/drawingml/2006/main">
            <a:r>
              <a:t>https://github.com/gayeon9-9/skala_ai_mini_project/blob/main/agent/embeddings.py</a:t>
            </a:r>
          </a:p>
          <a:p xmlns:a="http://schemas.openxmlformats.org/drawingml/2006/main">
            <a:r>
              <a:t>https://github.com/gayeon9-9/skala_ai_mini_project/blob/main/tests/test_retrieval.py</a:t>
            </a:r>
          </a:p>
          <a:p xmlns:a="http://schemas.openxmlformats.org/drawingml/2006/main">
            <a:r>
              <a:t>https://github.com/gayeon9-9/skala_ai_mini_project/blob/main/doc/step_07_openai_embeddings.md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ee32f7e와 6단계 완료본의 동일 입력 UI 비교다. 원본과 개선본 모두 fake 생성 모델을 사용하며 개선본의 의미 검색은 실제 Ollama 임베딩이다. 선택값이라는 입력 계약 변경은 명시했다. CPU 샘플 수치와 처리시간은 이 장의 비교 대상이 아니다.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https://github.com/gayeon9-9/skala_ai_mini_project/blob/main/doc/evidence/final/README.md</a:t>
            </a:r>
          </a:p>
          <a:p xmlns:a="http://schemas.openxmlformats.org/drawingml/2006/main">
            <a:r>
              <a:t>https://github.com/gayeon9-9/skala_ai_mini_project/blob/main/doc/evidence/final/screenshots.json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규칙에 질문을 합성 monitoring alerts로 전달한 비교용 어댑터와 실제 Ollama RAG를 같은 4개 Runbook 정답 질문으로 비교했다. 원본 전체 요청 흐름의 정확도 측정이 아니다. RAG는 상위 3개에 정답이 포함되는지 평가한다. 오른쪽은 저장 원시 결과로 만든 보고서 화면이며 제품 UI와 구분한다.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https://github.com/gayeon9-9/skala_ai_mini_project/blob/main/doc/evidence/final/README.md</a:t>
            </a:r>
          </a:p>
          <a:p xmlns:a="http://schemas.openxmlformats.org/drawingml/2006/main">
            <a:r>
              <a:t>https://github.com/gayeon9-9/skala_ai_mini_project/blob/main/doc/evidence/final/rag_test.json</a:t>
            </a:r>
          </a:p>
          <a:p xmlns:a="http://schemas.openxmlformats.org/drawingml/2006/main">
            <a:r>
              <a:t>https://github.com/gayeon9-9/skala_ai_mini_project/blob/main/doc/evidence/final_openai/README.md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Ollama qwen3-embedding:0.6b 임베딩 1024차원/기준점수0.50과 OpenAI text-embedding-3-small 1536차원/0.30을 비교했다. 14개 개발질의로 점수를 조정한 뒤 12개 고유 평가질의(정답10,무관2)를 3회 반복한 알려진 회귀 평가다. 이번 표본에서 OpenAI는 더 느리고 Hit@3도 낮았다. 비용은 실제 사용량과 외부 API 의존성을 설명하며 Ollama 가상 usd를 실제 청구액으로 비교하지 않는다.</a:t>
            </a:r>
          </a:p>
          <a:p xmlns:a="http://schemas.openxmlformats.org/drawingml/2006/main">
            <a:r>
              <a:t/>
            </a:r>
          </a:p>
          <a:p xmlns:a="http://schemas.openxmlformats.org/drawingml/2006/main">
            <a:r>
              <a:t>근거</a:t>
            </a:r>
          </a:p>
          <a:p xmlns:a="http://schemas.openxmlformats.org/drawingml/2006/main">
            <a:r>
              <a:t>https://github.com/gayeon9-9/skala_ai_mini_project/blob/main/doc/evidence/embedding_comparison/RESULTS.md</a:t>
            </a:r>
          </a:p>
          <a:p xmlns:a="http://schemas.openxmlformats.org/drawingml/2006/main">
            <a:r>
              <a:t>https://github.com/gayeon9-9/skala_ai_mini_project/blob/main/doc/evidence/embedding_comparison/test.json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 코드를 격리 실행하여 자동 검사와 실제 합성 문의를 재확인했다. 테스트 수와 하위 검사 수는 별도로 표시한다. LangSmith는 기존 추적에 문의 ID, 코드/모델/검색 버전 메타데이터를 보완한 것이다. 추적 도구 자체가 답변 오류를 자동으로 고치지는 않는다.</a:t>
            </a:r>
          </a:p>
          <a:p xmlns:a="http://schemas.openxmlformats.org/drawingml/2006/main">
            <a:r>
              <a:t/>
            </a:r>
          </a:p>
          <a:p xmlns:a="http://schemas.openxmlformats.org/drawingml/2006/main">
            <a:r>
              <a:t>근거</a:t>
            </a:r>
          </a:p>
          <a:p xmlns:a="http://schemas.openxmlformats.org/drawingml/2006/main">
            <a:r>
              <a:t>https://github.com/gayeon9-9/skala_ai_mini_project/blob/main/doc/evidence/template_final_20261021/tests.json</a:t>
            </a:r>
          </a:p>
          <a:p xmlns:a="http://schemas.openxmlformats.org/drawingml/2006/main">
            <a:r>
              <a:t>https://github.com/gayeon9-9/skala_ai_mini_project/blob/main/doc/evidence/template_final_20261021/langsmith_readback.json</a:t>
            </a:r>
          </a:p>
          <a:p xmlns:a="http://schemas.openxmlformats.org/drawingml/2006/main">
            <a:r>
              <a:t>https://github.com/gayeon9-9/skala_ai_mini_project/blob/main/agent/observability.py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없는 기능과 개선이 새로 만든 부담을 구분했다. 실제 로그가 없어서 원인을 확정하거나 복구 성공을 판정할 수 없다. 문서 필터를 강하게 하면 유용한 정보도 빠질 수 있고 검증을 재시도하면 시간이 늘어난다. 보안·권한 및 실제 운영 규모에 대한 검증은 별도 과제다.</a:t>
            </a:r>
          </a:p>
          <a:p xmlns:a="http://schemas.openxmlformats.org/drawingml/2006/main">
            <a:r>
              <a:t/>
            </a:r>
          </a:p>
          <a:p xmlns:a="http://schemas.openxmlformats.org/drawingml/2006/main">
            <a:r>
              <a:t>근거</a:t>
            </a:r>
          </a:p>
          <a:p xmlns:a="http://schemas.openxmlformats.org/drawingml/2006/main">
            <a:r>
              <a:t>https://github.com/gayeon9-9/skala_ai_mini_project/blob/main/doc/evidence/post_demo_fixes/README.md</a:t>
            </a:r>
          </a:p>
          <a:p xmlns:a="http://schemas.openxmlformats.org/drawingml/2006/main">
            <a:r>
              <a:t>https://github.com/gayeon9-9/skala_ai_mini_project/blob/main/doc/evidence/embedding_comparison/RESULTS.md</a:t>
            </a:r>
          </a:p>
          <a:p xmlns:a="http://schemas.openxmlformats.org/drawingml/2006/main">
            <a:r>
              <a:t>https://github.com/gayeon9-9/skala_ai_mini_project/blob/main/README.md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느낀 점 문구는 실제 개발에서 관찰한 사례를 바탕으로 작성한 발표 초안이다. 발표자가 자신의 경험과 표현에 맞게 확인할 수 있다. 실제 운영 확장은 아직 구현한 기능과 구분한다. 이번 개선의 핵심은 접수, 기록, 검색, 검증, 관리자 확인을 하나의 흐름으로 연결한 것이다.</a:t>
            </a:r>
          </a:p>
          <a:p xmlns:a="http://schemas.openxmlformats.org/drawingml/2006/main">
            <a:r>
              <a:t/>
            </a:r>
          </a:p>
          <a:p xmlns:a="http://schemas.openxmlformats.org/drawingml/2006/main">
            <a:r>
              <a:t>근거</a:t>
            </a:r>
          </a:p>
          <a:p xmlns:a="http://schemas.openxmlformats.org/drawingml/2006/main">
            <a:r>
              <a:t>https://github.com/gayeon9-9/skala_ai_mini_project/blob/main/README.md</a:t>
            </a:r>
          </a:p>
          <a:p xmlns:a="http://schemas.openxmlformats.org/drawingml/2006/main">
            <a:r>
              <a:t>https://github.com/gayeon9-9/skala_ai_mini_project/blob/main/doc/evidence/post_demo_fixes/README.md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b39dbf5ded44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4accd533ec4c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d8df333ac943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e913f38c3b47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d1e73be5fd4f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b021412e494b5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6310e5fc63444b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501403bb8734b6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2f6c8fb365c484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e9f9c981733486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660b6d127a949a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81D71E-27EC-438B-B2F2-B6CBE3B29C5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CBAA11C8-3E74-4E5B-80B2-9AF1D2CF8DA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4AA6A70-A466-44FD-9ACF-4943C7E564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D3EE0966-9D9A-475D-A583-DA34FDF053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B331B12-1980-4448-ABD7-605DA5DE59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2BA990-C1A8-4747-A0AB-256AF45102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1987747-D713-4ED6-AF15-FFF18770D8F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F7D4AC8-F276-47BE-AAE6-E48F13C9D7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8E26443-7402-4E33-9B2D-96DCC39FA3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1DB11C5-90DB-4CFE-9A97-687B62688A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989669B-34D0-4036-988F-8F4E05B514A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F00B798-9C74-47F7-933B-FFB78CC6416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DF762A7-73D9-4DA5-B18D-EC46E7867E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D14EA81E-811D-4EDA-9655-F7695252DF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799D459-A00E-4FD2-A0DE-D18ED30C23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AFD0FA-9CFD-4BF8-A51E-184477E61F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038B99F-7F44-40AF-BB3C-0F74AAE1679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BC6D1EEC-7351-4F77-99BC-771144CA0D6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43E56811-FD1D-4724-A9A4-614A07B44D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25022F58-534B-4146-BE36-113BA93343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0527CEF-2156-43BB-9605-5BBDFB7A21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F85AEB-77B0-40E5-8128-A0996528BD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2F61BD6-D98C-4333-9387-7C1303A6FA0E}"/>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416EC0B-F300-49BB-B521-82617AE769F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4B0D2E8-CB5D-499A-99F8-7EF5E69FBDA9}"/>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5FA5EE9-0B01-4CBA-93CB-57A73F891C4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0BB974C-3B90-4A85-8E2E-01741B7813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7929B65B-5342-46B6-9C51-C1C74D7E12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3D449C-173A-4B2F-9672-47E60DEDA8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D5901A-0F03-416D-B90D-925935AC6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215E4CD-CEF4-40F0-99B8-281B55B0D9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29577A95-EA4F-4272-B9A2-64D726C030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06F8DECF-DAD4-41F6-9190-94342E0FFB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7B8AF37-2C87-4CEB-800D-44A962F12E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BA6DBDC4-E3B8-4204-ACAA-D1F3892E92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26D373F-95F1-46C6-B997-2235CEAF4F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D942F7-A277-4F67-99C6-FB4B2C6C0F2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CA1B993-9751-4E22-94FE-5C740F4751D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F9E28D0-0E79-4209-A224-107B30A7BFA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161C56B-DF53-423F-885D-A4DF8A5BEB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1BF35AA-C8A6-4936-8E23-FC5ED01095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561DCC0-0B58-4D61-B028-5A1F83B3D0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91F659-E387-405A-B2B7-AA5034F27BC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C4BAA17-2559-42B4-9094-7116A7A7582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D680320-ADF4-47DC-A845-4919BA7C3A3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09B005F-2430-43DC-859F-63393EA427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AE7B72AF-3285-4607-8465-C71E714443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267F406-F7FF-4E21-B30D-340C79E0D3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94E38B-B5FA-49E7-B582-9D341BD71B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4CB4DDC-B678-4E32-A40E-4C7753FB5AF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3DA27DA-FAC7-4B41-9FBA-0D1BB56B47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CBA5837-CE17-49EA-81DB-EBC4EE7BCA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F764CCA-60F6-43E6-B76B-25BA77617E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2AC440A-D8EC-4DB3-89CC-8E543113DDE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9CA7326-5308-4570-9A87-170FA7117159}"/>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5049E7B-0E6A-46D0-841F-4549EE5B0B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E7A2B45-BA22-439E-8C1A-152EE8ABCB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4FF7B4-1020-41E7-B200-F20C1F91EF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01ddc0b5374b23" /><Relationship Type="http://schemas.openxmlformats.org/officeDocument/2006/relationships/slideLayout" Target="/ppt/slideLayouts/slideLayout1.xml" Id="R1d577e8e5073442e" /><Relationship Type="http://schemas.openxmlformats.org/officeDocument/2006/relationships/slideLayout" Target="/ppt/slideLayouts/slideLayout2.xml" Id="R946481961ccc45e3" /><Relationship Type="http://schemas.openxmlformats.org/officeDocument/2006/relationships/slideLayout" Target="/ppt/slideLayouts/slideLayout3.xml" Id="R693ab21c49334f3f" /><Relationship Type="http://schemas.openxmlformats.org/officeDocument/2006/relationships/slideLayout" Target="/ppt/slideLayouts/slideLayout4.xml" Id="R7aff60f0f42a4d8b" /><Relationship Type="http://schemas.openxmlformats.org/officeDocument/2006/relationships/slideLayout" Target="/ppt/slideLayouts/slideLayout5.xml" Id="Rb5c3e797d722430c" /><Relationship Type="http://schemas.openxmlformats.org/officeDocument/2006/relationships/slideLayout" Target="/ppt/slideLayouts/slideLayout6.xml" Id="R356d29e7d57747f0" /><Relationship Type="http://schemas.openxmlformats.org/officeDocument/2006/relationships/slideLayout" Target="/ppt/slideLayouts/slideLayout7.xml" Id="Rab98b2627a0c4c9c" /><Relationship Type="http://schemas.openxmlformats.org/officeDocument/2006/relationships/slideLayout" Target="/ppt/slideLayouts/slideLayout8.xml" Id="R05991627c6e24848" /><Relationship Type="http://schemas.openxmlformats.org/officeDocument/2006/relationships/slideLayout" Target="/ppt/slideLayouts/slideLayout9.xml" Id="Rcbbb8871024d497e" /><Relationship Type="http://schemas.openxmlformats.org/officeDocument/2006/relationships/slideLayout" Target="/ppt/slideLayouts/slideLayout10.xml" Id="R645e4e5f84b6402c" /><Relationship Type="http://schemas.openxmlformats.org/officeDocument/2006/relationships/slideLayout" Target="/ppt/slideLayouts/slideLayout11.xml" Id="R36d0e536379840f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AF4C190-A29B-48A8-8F42-70D16A5CA2F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BAF1D5C-B348-461C-BCAD-1F4EA44A1D2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E3FA95D-38F7-4E70-95BD-883FCFEA18F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0634131-73C2-4E17-B352-0E1D452A007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561996C-02EC-4E90-8B39-1E16EB143F9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577e8e5073442e"/>
    <p:sldLayoutId xmlns:r="http://schemas.openxmlformats.org/officeDocument/2006/relationships" id="2147483650" r:id="R946481961ccc45e3"/>
    <p:sldLayoutId xmlns:r="http://schemas.openxmlformats.org/officeDocument/2006/relationships" id="2147483651" r:id="R693ab21c49334f3f"/>
    <p:sldLayoutId xmlns:r="http://schemas.openxmlformats.org/officeDocument/2006/relationships" id="2147483652" r:id="R7aff60f0f42a4d8b"/>
    <p:sldLayoutId xmlns:r="http://schemas.openxmlformats.org/officeDocument/2006/relationships" id="2147483653" r:id="Rb5c3e797d722430c"/>
    <p:sldLayoutId xmlns:r="http://schemas.openxmlformats.org/officeDocument/2006/relationships" id="2147483654" r:id="R356d29e7d57747f0"/>
    <p:sldLayoutId xmlns:r="http://schemas.openxmlformats.org/officeDocument/2006/relationships" id="2147483655" r:id="Rab98b2627a0c4c9c"/>
    <p:sldLayoutId xmlns:r="http://schemas.openxmlformats.org/officeDocument/2006/relationships" id="2147483656" r:id="R05991627c6e24848"/>
    <p:sldLayoutId xmlns:r="http://schemas.openxmlformats.org/officeDocument/2006/relationships" id="2147483657" r:id="Rcbbb8871024d497e"/>
    <p:sldLayoutId xmlns:r="http://schemas.openxmlformats.org/officeDocument/2006/relationships" id="2147483658" r:id="R645e4e5f84b6402c"/>
    <p:sldLayoutId xmlns:r="http://schemas.openxmlformats.org/officeDocument/2006/relationships" id="2147483659" r:id="R36d0e536379840f6"/>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37ea98156114604" /><Relationship Type="http://schemas.openxmlformats.org/officeDocument/2006/relationships/image" Target="/ppt/media/image.png" Id="Ra337baa57c814b19" /><Relationship Type="http://schemas.openxmlformats.org/officeDocument/2006/relationships/image" Target="/ppt/media/image.svg" Id="R79520245c8bb42ea" /><Relationship Type="http://schemas.openxmlformats.org/officeDocument/2006/relationships/image" Target="/ppt/media/image2.png" Id="R9bc0c8b63ba6483c" /><Relationship Type="http://schemas.openxmlformats.org/officeDocument/2006/relationships/image" Target="/ppt/media/image2.svg" Id="R0a6d7b4fe96341b7" /><Relationship Type="http://schemas.openxmlformats.org/officeDocument/2006/relationships/image" Target="/ppt/media/image3.png" Id="Rcb91b06b3d02457b" /><Relationship Type="http://schemas.openxmlformats.org/officeDocument/2006/relationships/image" Target="/ppt/media/image3.svg" Id="R5eb9bc3fde8041d2" /><Relationship Type="http://schemas.openxmlformats.org/officeDocument/2006/relationships/image" Target="/ppt/media/image4.png" Id="R0c480511f6664194" /><Relationship Type="http://schemas.openxmlformats.org/officeDocument/2006/relationships/image" Target="/ppt/media/image5.png" Id="Rec6bdcc673b94195" /><Relationship Type="http://schemas.openxmlformats.org/officeDocument/2006/relationships/image" Target="/ppt/media/image4.svg" Id="R03a1f3a6af964403" /><Relationship Type="http://schemas.openxmlformats.org/officeDocument/2006/relationships/image" Target="/ppt/media/image6.png" Id="Ree58a84edb4b4546" /><Relationship Type="http://schemas.openxmlformats.org/officeDocument/2006/relationships/image" Target="/ppt/media/image5.svg" Id="R1eef47cf246846cf" /><Relationship Type="http://schemas.openxmlformats.org/officeDocument/2006/relationships/image" Target="/ppt/media/image7.png" Id="Ra3354ee110b0474a" /><Relationship Type="http://schemas.openxmlformats.org/officeDocument/2006/relationships/image" Target="/ppt/media/image6.svg" Id="R20af55bbfb894953" /><Relationship Type="http://schemas.openxmlformats.org/officeDocument/2006/relationships/image" Target="/ppt/media/image8.png" Id="R59a9c1db4d90424b" /><Relationship Type="http://schemas.openxmlformats.org/officeDocument/2006/relationships/image" Target="/ppt/media/image7.svg" Id="R479f42ad7d9f44d7" /><Relationship Type="http://schemas.openxmlformats.org/officeDocument/2006/relationships/image" Target="/ppt/media/image9.png" Id="R547b12cca4264a52" /><Relationship Type="http://schemas.openxmlformats.org/officeDocument/2006/relationships/image" Target="/ppt/media/image10.png" Id="R1f038f52f84d43a1" /><Relationship Type="http://schemas.openxmlformats.org/officeDocument/2006/relationships/image" Target="/ppt/media/image8.svg" Id="R225fd206b6914544" /><Relationship Type="http://schemas.openxmlformats.org/officeDocument/2006/relationships/image" Target="/ppt/media/image11.png" Id="R1d849c1cef8a4861" /><Relationship Type="http://schemas.openxmlformats.org/officeDocument/2006/relationships/image" Target="/ppt/media/image9.svg" Id="Rc4ce004ebb554bec" /><Relationship Type="http://schemas.openxmlformats.org/officeDocument/2006/relationships/image" Target="/ppt/media/image12.png" Id="Rfa934716b9274a3d" /><Relationship Type="http://schemas.openxmlformats.org/officeDocument/2006/relationships/image" Target="/ppt/media/image10.svg" Id="Rac6293de09b8471b" /><Relationship Type="http://schemas.openxmlformats.org/officeDocument/2006/relationships/image" Target="/ppt/media/image13.png" Id="R1cbc3db91e8e4aaa" /><Relationship Type="http://schemas.openxmlformats.org/officeDocument/2006/relationships/image" Target="/ppt/media/image11.svg" Id="R281e7a181f1742d1" /><Relationship Type="http://schemas.openxmlformats.org/officeDocument/2006/relationships/image" Target="/ppt/media/image14.png" Id="R0b5cb28a3cbd494a" /><Relationship Type="http://schemas.openxmlformats.org/officeDocument/2006/relationships/image" Target="/ppt/media/image12.svg" Id="Rbb2287a682474f68" /><Relationship Type="http://schemas.openxmlformats.org/officeDocument/2006/relationships/notesSlide" Target="/ppt/notesSlides/notesSlide1.xml" Id="Rb413d05ad7a440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5b43920c90f408d" /><Relationship Type="http://schemas.openxmlformats.org/officeDocument/2006/relationships/image" Target="/ppt/media/image15.png" Id="R8517f5c30d044dc6" /><Relationship Type="http://schemas.openxmlformats.org/officeDocument/2006/relationships/image" Target="/ppt/media/image16.png" Id="Rd6d2513b68f04c12" /><Relationship Type="http://schemas.openxmlformats.org/officeDocument/2006/relationships/image" Target="/ppt/media/image13.svg" Id="R20cbb205bed446c5" /><Relationship Type="http://schemas.openxmlformats.org/officeDocument/2006/relationships/image" Target="/ppt/media/image17.png" Id="Rb40eb2bd2e964b25" /><Relationship Type="http://schemas.openxmlformats.org/officeDocument/2006/relationships/image" Target="/ppt/media/image14.svg" Id="R9cf278087ef24e92" /><Relationship Type="http://schemas.openxmlformats.org/officeDocument/2006/relationships/image" Target="/ppt/media/image5.png" Id="R6aca79e9004945c7" /><Relationship Type="http://schemas.openxmlformats.org/officeDocument/2006/relationships/image" Target="/ppt/media/image4.svg" Id="Rf50a6c139cce4031" /><Relationship Type="http://schemas.openxmlformats.org/officeDocument/2006/relationships/image" Target="/ppt/media/image6.png" Id="Rb76e22ee34184674" /><Relationship Type="http://schemas.openxmlformats.org/officeDocument/2006/relationships/image" Target="/ppt/media/image5.svg" Id="Rd86a3506d6864f7f" /><Relationship Type="http://schemas.openxmlformats.org/officeDocument/2006/relationships/image" Target="/ppt/media/image18.png" Id="Rc55cf70a99d1408f" /><Relationship Type="http://schemas.openxmlformats.org/officeDocument/2006/relationships/image" Target="/ppt/media/image15.svg" Id="R7c33d7227ea34374" /><Relationship Type="http://schemas.openxmlformats.org/officeDocument/2006/relationships/image" Target="/ppt/media/image8.png" Id="R2308725bb1af4ebe" /><Relationship Type="http://schemas.openxmlformats.org/officeDocument/2006/relationships/image" Target="/ppt/media/image7.svg" Id="R991a2b6ecef6493a" /><Relationship Type="http://schemas.openxmlformats.org/officeDocument/2006/relationships/image" Target="/ppt/media/image9.png" Id="Rbd247e5a7dcf455b" /><Relationship Type="http://schemas.openxmlformats.org/officeDocument/2006/relationships/image" Target="/ppt/media/image10.png" Id="R3cc0e2ebcdd14016" /><Relationship Type="http://schemas.openxmlformats.org/officeDocument/2006/relationships/image" Target="/ppt/media/image8.svg" Id="R07019dc7e4b44eaa" /><Relationship Type="http://schemas.openxmlformats.org/officeDocument/2006/relationships/image" Target="/ppt/media/image11.png" Id="R04b0ac368aaa42d2" /><Relationship Type="http://schemas.openxmlformats.org/officeDocument/2006/relationships/image" Target="/ppt/media/image9.svg" Id="R50cc330f5e4949b7" /><Relationship Type="http://schemas.openxmlformats.org/officeDocument/2006/relationships/image" Target="/ppt/media/image12.png" Id="Rd33cb3b7a0b04e20" /><Relationship Type="http://schemas.openxmlformats.org/officeDocument/2006/relationships/image" Target="/ppt/media/image10.svg" Id="R1155f541deb4478a" /><Relationship Type="http://schemas.openxmlformats.org/officeDocument/2006/relationships/image" Target="/ppt/media/image13.png" Id="Rff89072b9f05447c" /><Relationship Type="http://schemas.openxmlformats.org/officeDocument/2006/relationships/image" Target="/ppt/media/image11.svg" Id="Rf358e7dd483e458a" /><Relationship Type="http://schemas.openxmlformats.org/officeDocument/2006/relationships/image" Target="/ppt/media/image14.png" Id="R39f44a338dc74f5c" /><Relationship Type="http://schemas.openxmlformats.org/officeDocument/2006/relationships/image" Target="/ppt/media/image12.svg" Id="R50238b76388441ee" /><Relationship Type="http://schemas.openxmlformats.org/officeDocument/2006/relationships/image" Target="/ppt/media/image19.png" Id="R0bec47ab35114d17" /><Relationship Type="http://schemas.openxmlformats.org/officeDocument/2006/relationships/image" Target="/ppt/media/image16.svg" Id="Rabc1fe118ac04683" /><Relationship Type="http://schemas.openxmlformats.org/officeDocument/2006/relationships/image" Target="/ppt/media/image20.png" Id="R0657b5d1201f4868" /><Relationship Type="http://schemas.openxmlformats.org/officeDocument/2006/relationships/image" Target="/ppt/media/image17.svg" Id="R37d224282c59431b" /><Relationship Type="http://schemas.openxmlformats.org/officeDocument/2006/relationships/image" Target="/ppt/media/image21.png" Id="R7fbb355a79004c4f" /><Relationship Type="http://schemas.openxmlformats.org/officeDocument/2006/relationships/image" Target="/ppt/media/image18.svg" Id="Rea3e0e234d0b4c4c" /><Relationship Type="http://schemas.openxmlformats.org/officeDocument/2006/relationships/image" Target="/ppt/media/image22.png" Id="R3e1bf62f8b7c4159" /><Relationship Type="http://schemas.openxmlformats.org/officeDocument/2006/relationships/image" Target="/ppt/media/image19.svg" Id="Rf187b2bec1ef4505" /><Relationship Type="http://schemas.openxmlformats.org/officeDocument/2006/relationships/image" Target="/ppt/media/image23.png" Id="Rd5f251b293324959" /><Relationship Type="http://schemas.openxmlformats.org/officeDocument/2006/relationships/image" Target="/ppt/media/image20.svg" Id="Rfa308df133d744f4" /><Relationship Type="http://schemas.openxmlformats.org/officeDocument/2006/relationships/notesSlide" Target="/ppt/notesSlides/notesSlide2.xml" Id="Re12fca3f588e44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282e3f1db934487" /><Relationship Type="http://schemas.openxmlformats.org/officeDocument/2006/relationships/image" Target="/ppt/media/image15.png" Id="Rb22104b6976e4c19" /><Relationship Type="http://schemas.openxmlformats.org/officeDocument/2006/relationships/image" Target="/ppt/media/image17.png" Id="R9084426559464361" /><Relationship Type="http://schemas.openxmlformats.org/officeDocument/2006/relationships/image" Target="/ppt/media/image14.svg" Id="Rd84bb9df151042e4" /><Relationship Type="http://schemas.openxmlformats.org/officeDocument/2006/relationships/image" Target="/ppt/media/image5.png" Id="Rd8c036a5c00d46f1" /><Relationship Type="http://schemas.openxmlformats.org/officeDocument/2006/relationships/image" Target="/ppt/media/image4.svg" Id="R2c4fbe4db3bf4cd8" /><Relationship Type="http://schemas.openxmlformats.org/officeDocument/2006/relationships/image" Target="/ppt/media/image6.png" Id="R5ae660596b164b02" /><Relationship Type="http://schemas.openxmlformats.org/officeDocument/2006/relationships/image" Target="/ppt/media/image5.svg" Id="R269f4079b22444ec" /><Relationship Type="http://schemas.openxmlformats.org/officeDocument/2006/relationships/image" Target="/ppt/media/image18.png" Id="Re2a90d6cafc94444" /><Relationship Type="http://schemas.openxmlformats.org/officeDocument/2006/relationships/image" Target="/ppt/media/image15.svg" Id="R19310d82d7da4475" /><Relationship Type="http://schemas.openxmlformats.org/officeDocument/2006/relationships/image" Target="/ppt/media/image8.png" Id="R07d70e8e80234d27" /><Relationship Type="http://schemas.openxmlformats.org/officeDocument/2006/relationships/image" Target="/ppt/media/image7.svg" Id="Rb59b69c01b184756" /><Relationship Type="http://schemas.openxmlformats.org/officeDocument/2006/relationships/image" Target="/ppt/media/image9.png" Id="Rf35cb1bfb81c45c6" /><Relationship Type="http://schemas.openxmlformats.org/officeDocument/2006/relationships/image" Target="/ppt/media/image10.png" Id="Rd29cf3f9d0554338" /><Relationship Type="http://schemas.openxmlformats.org/officeDocument/2006/relationships/image" Target="/ppt/media/image8.svg" Id="R1e94855a10754823" /><Relationship Type="http://schemas.openxmlformats.org/officeDocument/2006/relationships/image" Target="/ppt/media/image11.png" Id="R40db4c11fb594161" /><Relationship Type="http://schemas.openxmlformats.org/officeDocument/2006/relationships/image" Target="/ppt/media/image9.svg" Id="R350196e3ad3749c6" /><Relationship Type="http://schemas.openxmlformats.org/officeDocument/2006/relationships/image" Target="/ppt/media/image12.png" Id="Rfa8ed7b02cb54404" /><Relationship Type="http://schemas.openxmlformats.org/officeDocument/2006/relationships/image" Target="/ppt/media/image10.svg" Id="R4604f5b7e8864207" /><Relationship Type="http://schemas.openxmlformats.org/officeDocument/2006/relationships/image" Target="/ppt/media/image13.png" Id="Rc482daddbfce4bf5" /><Relationship Type="http://schemas.openxmlformats.org/officeDocument/2006/relationships/image" Target="/ppt/media/image11.svg" Id="R56eed0a057ba4c70" /><Relationship Type="http://schemas.openxmlformats.org/officeDocument/2006/relationships/image" Target="/ppt/media/image14.png" Id="R647aa330b0e74191" /><Relationship Type="http://schemas.openxmlformats.org/officeDocument/2006/relationships/image" Target="/ppt/media/image12.svg" Id="R0b3dd7c61b8645e9" /><Relationship Type="http://schemas.openxmlformats.org/officeDocument/2006/relationships/image" Target="/ppt/media/image.jpeg" Id="R887d9fdee9324ce6" /><Relationship Type="http://schemas.openxmlformats.org/officeDocument/2006/relationships/notesSlide" Target="/ppt/notesSlides/notesSlide3.xml" Id="R20f91cd5944a4f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7723a5617d54ad5" /><Relationship Type="http://schemas.openxmlformats.org/officeDocument/2006/relationships/image" Target="/ppt/media/image15.png" Id="R064504bf9a6f45d8" /><Relationship Type="http://schemas.openxmlformats.org/officeDocument/2006/relationships/image" Target="/ppt/media/image17.png" Id="R9254338396a64d4f" /><Relationship Type="http://schemas.openxmlformats.org/officeDocument/2006/relationships/image" Target="/ppt/media/image14.svg" Id="R9fdb2218d7b04a23" /><Relationship Type="http://schemas.openxmlformats.org/officeDocument/2006/relationships/image" Target="/ppt/media/image5.png" Id="R7c29bf72f4b149bf" /><Relationship Type="http://schemas.openxmlformats.org/officeDocument/2006/relationships/image" Target="/ppt/media/image4.svg" Id="R0358e2d7f89b4db1" /><Relationship Type="http://schemas.openxmlformats.org/officeDocument/2006/relationships/image" Target="/ppt/media/image6.png" Id="R3e5a85afdd46448a" /><Relationship Type="http://schemas.openxmlformats.org/officeDocument/2006/relationships/image" Target="/ppt/media/image5.svg" Id="Rb5a539183c8147b8" /><Relationship Type="http://schemas.openxmlformats.org/officeDocument/2006/relationships/image" Target="/ppt/media/image18.png" Id="Rd76c4041a94f413f" /><Relationship Type="http://schemas.openxmlformats.org/officeDocument/2006/relationships/image" Target="/ppt/media/image15.svg" Id="Rf32608284d074e7c" /><Relationship Type="http://schemas.openxmlformats.org/officeDocument/2006/relationships/image" Target="/ppt/media/image8.png" Id="R38604477e8df40df" /><Relationship Type="http://schemas.openxmlformats.org/officeDocument/2006/relationships/image" Target="/ppt/media/image7.svg" Id="R50a4857f6aaf4c92" /><Relationship Type="http://schemas.openxmlformats.org/officeDocument/2006/relationships/image" Target="/ppt/media/image9.png" Id="Rc22ff2f193834f95" /><Relationship Type="http://schemas.openxmlformats.org/officeDocument/2006/relationships/image" Target="/ppt/media/image10.png" Id="Rb2374ac0518d44ff" /><Relationship Type="http://schemas.openxmlformats.org/officeDocument/2006/relationships/image" Target="/ppt/media/image8.svg" Id="Re342ef031e904f87" /><Relationship Type="http://schemas.openxmlformats.org/officeDocument/2006/relationships/image" Target="/ppt/media/image11.png" Id="Rdbfc938f460d4296" /><Relationship Type="http://schemas.openxmlformats.org/officeDocument/2006/relationships/image" Target="/ppt/media/image9.svg" Id="R61891380d8a94109" /><Relationship Type="http://schemas.openxmlformats.org/officeDocument/2006/relationships/image" Target="/ppt/media/image12.png" Id="Rfb055ef2949c4158" /><Relationship Type="http://schemas.openxmlformats.org/officeDocument/2006/relationships/image" Target="/ppt/media/image10.svg" Id="R8ee5fcbb24cd402b" /><Relationship Type="http://schemas.openxmlformats.org/officeDocument/2006/relationships/image" Target="/ppt/media/image13.png" Id="R3db9a98eee9240a7" /><Relationship Type="http://schemas.openxmlformats.org/officeDocument/2006/relationships/image" Target="/ppt/media/image11.svg" Id="Rae6f5851a57a4a0d" /><Relationship Type="http://schemas.openxmlformats.org/officeDocument/2006/relationships/image" Target="/ppt/media/image14.png" Id="R982e4b6afa494cae" /><Relationship Type="http://schemas.openxmlformats.org/officeDocument/2006/relationships/image" Target="/ppt/media/image12.svg" Id="R5a1d08f161ed4806" /><Relationship Type="http://schemas.openxmlformats.org/officeDocument/2006/relationships/notesSlide" Target="/ppt/notesSlides/notesSlide4.xml" Id="Rb241901d313643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1d8ecb136484c36" /><Relationship Type="http://schemas.openxmlformats.org/officeDocument/2006/relationships/image" Target="/ppt/media/image15.png" Id="R433564e7e18e4e20" /><Relationship Type="http://schemas.openxmlformats.org/officeDocument/2006/relationships/image" Target="/ppt/media/image17.png" Id="R7565ac040e5a4ce6" /><Relationship Type="http://schemas.openxmlformats.org/officeDocument/2006/relationships/image" Target="/ppt/media/image14.svg" Id="Reda15f2f0bff4f46" /><Relationship Type="http://schemas.openxmlformats.org/officeDocument/2006/relationships/image" Target="/ppt/media/image5.png" Id="R62f7329adbba405c" /><Relationship Type="http://schemas.openxmlformats.org/officeDocument/2006/relationships/image" Target="/ppt/media/image4.svg" Id="Rf44563a6229e4c77" /><Relationship Type="http://schemas.openxmlformats.org/officeDocument/2006/relationships/image" Target="/ppt/media/image6.png" Id="R878e35f0f8f94317" /><Relationship Type="http://schemas.openxmlformats.org/officeDocument/2006/relationships/image" Target="/ppt/media/image5.svg" Id="R1722dfa623624bae" /><Relationship Type="http://schemas.openxmlformats.org/officeDocument/2006/relationships/image" Target="/ppt/media/image18.png" Id="R7724f341b3494bfa" /><Relationship Type="http://schemas.openxmlformats.org/officeDocument/2006/relationships/image" Target="/ppt/media/image15.svg" Id="Rc0209cc4d84940a7" /><Relationship Type="http://schemas.openxmlformats.org/officeDocument/2006/relationships/image" Target="/ppt/media/image8.png" Id="R51df6cc376674587" /><Relationship Type="http://schemas.openxmlformats.org/officeDocument/2006/relationships/image" Target="/ppt/media/image7.svg" Id="R65441407a09743e9" /><Relationship Type="http://schemas.openxmlformats.org/officeDocument/2006/relationships/image" Target="/ppt/media/image9.png" Id="R399cd9b252124cd8" /><Relationship Type="http://schemas.openxmlformats.org/officeDocument/2006/relationships/image" Target="/ppt/media/image10.png" Id="Rf44ae2a6a4364f9e" /><Relationship Type="http://schemas.openxmlformats.org/officeDocument/2006/relationships/image" Target="/ppt/media/image8.svg" Id="Re1d04d8b47da4f29" /><Relationship Type="http://schemas.openxmlformats.org/officeDocument/2006/relationships/image" Target="/ppt/media/image11.png" Id="R36b63988ed0f4130" /><Relationship Type="http://schemas.openxmlformats.org/officeDocument/2006/relationships/image" Target="/ppt/media/image9.svg" Id="Rb9dfae24c6754954" /><Relationship Type="http://schemas.openxmlformats.org/officeDocument/2006/relationships/image" Target="/ppt/media/image12.png" Id="R8ca94ff56f034931" /><Relationship Type="http://schemas.openxmlformats.org/officeDocument/2006/relationships/image" Target="/ppt/media/image10.svg" Id="Rc899ff881c65481b" /><Relationship Type="http://schemas.openxmlformats.org/officeDocument/2006/relationships/image" Target="/ppt/media/image13.png" Id="Ra438a38003764216" /><Relationship Type="http://schemas.openxmlformats.org/officeDocument/2006/relationships/image" Target="/ppt/media/image11.svg" Id="Rb17b5705058c4bbe" /><Relationship Type="http://schemas.openxmlformats.org/officeDocument/2006/relationships/image" Target="/ppt/media/image14.png" Id="Reee931ab760a4862" /><Relationship Type="http://schemas.openxmlformats.org/officeDocument/2006/relationships/image" Target="/ppt/media/image12.svg" Id="Raad26b9a92da4250" /><Relationship Type="http://schemas.openxmlformats.org/officeDocument/2006/relationships/notesSlide" Target="/ppt/notesSlides/notesSlide5.xml" Id="Rb8162f8f6f5344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e61fcf94aed42b4" /><Relationship Type="http://schemas.openxmlformats.org/officeDocument/2006/relationships/image" Target="/ppt/media/image15.png" Id="Rf346fa6c4dc94dd6" /><Relationship Type="http://schemas.openxmlformats.org/officeDocument/2006/relationships/image" Target="/ppt/media/image17.png" Id="Re6eac17f8fa24544" /><Relationship Type="http://schemas.openxmlformats.org/officeDocument/2006/relationships/image" Target="/ppt/media/image14.svg" Id="Rede21e40acfb4295" /><Relationship Type="http://schemas.openxmlformats.org/officeDocument/2006/relationships/image" Target="/ppt/media/image5.png" Id="R740cb6bed6924629" /><Relationship Type="http://schemas.openxmlformats.org/officeDocument/2006/relationships/image" Target="/ppt/media/image4.svg" Id="R27398bc8f34e4f11" /><Relationship Type="http://schemas.openxmlformats.org/officeDocument/2006/relationships/image" Target="/ppt/media/image6.png" Id="R8d6e2766b4eb43da" /><Relationship Type="http://schemas.openxmlformats.org/officeDocument/2006/relationships/image" Target="/ppt/media/image5.svg" Id="R26a8318972f44d27" /><Relationship Type="http://schemas.openxmlformats.org/officeDocument/2006/relationships/image" Target="/ppt/media/image18.png" Id="R0d41f6add1104b57" /><Relationship Type="http://schemas.openxmlformats.org/officeDocument/2006/relationships/image" Target="/ppt/media/image15.svg" Id="R262624b2de08401e" /><Relationship Type="http://schemas.openxmlformats.org/officeDocument/2006/relationships/image" Target="/ppt/media/image8.png" Id="R526f80abfb23479d" /><Relationship Type="http://schemas.openxmlformats.org/officeDocument/2006/relationships/image" Target="/ppt/media/image7.svg" Id="R372f88b52deb4b44" /><Relationship Type="http://schemas.openxmlformats.org/officeDocument/2006/relationships/image" Target="/ppt/media/image9.png" Id="Rfc86207f8e184b64" /><Relationship Type="http://schemas.openxmlformats.org/officeDocument/2006/relationships/image" Target="/ppt/media/image10.png" Id="R5d9178f74ce24968" /><Relationship Type="http://schemas.openxmlformats.org/officeDocument/2006/relationships/image" Target="/ppt/media/image8.svg" Id="Rfbddd6a7aea44cce" /><Relationship Type="http://schemas.openxmlformats.org/officeDocument/2006/relationships/image" Target="/ppt/media/image11.png" Id="R47453c80825e4272" /><Relationship Type="http://schemas.openxmlformats.org/officeDocument/2006/relationships/image" Target="/ppt/media/image9.svg" Id="R70541768ef1c4583" /><Relationship Type="http://schemas.openxmlformats.org/officeDocument/2006/relationships/image" Target="/ppt/media/image12.png" Id="R6f4eeefbf97642f8" /><Relationship Type="http://schemas.openxmlformats.org/officeDocument/2006/relationships/image" Target="/ppt/media/image10.svg" Id="R7f271f2e21c74ed9" /><Relationship Type="http://schemas.openxmlformats.org/officeDocument/2006/relationships/image" Target="/ppt/media/image13.png" Id="R654dcde5068140df" /><Relationship Type="http://schemas.openxmlformats.org/officeDocument/2006/relationships/image" Target="/ppt/media/image11.svg" Id="Rdba92fd8c9d74808" /><Relationship Type="http://schemas.openxmlformats.org/officeDocument/2006/relationships/image" Target="/ppt/media/image14.png" Id="R10b786c003cb4ffc" /><Relationship Type="http://schemas.openxmlformats.org/officeDocument/2006/relationships/image" Target="/ppt/media/image12.svg" Id="Rf53601b121254f6b" /><Relationship Type="http://schemas.openxmlformats.org/officeDocument/2006/relationships/notesSlide" Target="/ppt/notesSlides/notesSlide6.xml" Id="R4dbd8c3cacf24d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9aa691512ad48e0" /><Relationship Type="http://schemas.openxmlformats.org/officeDocument/2006/relationships/image" Target="/ppt/media/image15.png" Id="Rd8690f139476499d" /><Relationship Type="http://schemas.openxmlformats.org/officeDocument/2006/relationships/image" Target="/ppt/media/image17.png" Id="R6724843fdee14fdc" /><Relationship Type="http://schemas.openxmlformats.org/officeDocument/2006/relationships/image" Target="/ppt/media/image14.svg" Id="R9e1760a1615d48ad" /><Relationship Type="http://schemas.openxmlformats.org/officeDocument/2006/relationships/image" Target="/ppt/media/image5.png" Id="R4fcebd6a898a4143" /><Relationship Type="http://schemas.openxmlformats.org/officeDocument/2006/relationships/image" Target="/ppt/media/image4.svg" Id="Rea230ab492e348dc" /><Relationship Type="http://schemas.openxmlformats.org/officeDocument/2006/relationships/image" Target="/ppt/media/image6.png" Id="Rc82548e984f1448c" /><Relationship Type="http://schemas.openxmlformats.org/officeDocument/2006/relationships/image" Target="/ppt/media/image5.svg" Id="Rd580d79f862448ec" /><Relationship Type="http://schemas.openxmlformats.org/officeDocument/2006/relationships/image" Target="/ppt/media/image18.png" Id="R69b2b120eca94306" /><Relationship Type="http://schemas.openxmlformats.org/officeDocument/2006/relationships/image" Target="/ppt/media/image15.svg" Id="Rde0b70a42be743ba" /><Relationship Type="http://schemas.openxmlformats.org/officeDocument/2006/relationships/image" Target="/ppt/media/image8.png" Id="Rd09b0afccc7b49bb" /><Relationship Type="http://schemas.openxmlformats.org/officeDocument/2006/relationships/image" Target="/ppt/media/image7.svg" Id="R2194ba4e11724e04" /><Relationship Type="http://schemas.openxmlformats.org/officeDocument/2006/relationships/image" Target="/ppt/media/image9.png" Id="R34550682126a4ed0" /><Relationship Type="http://schemas.openxmlformats.org/officeDocument/2006/relationships/image" Target="/ppt/media/image10.png" Id="R5f57f659b1c84dec" /><Relationship Type="http://schemas.openxmlformats.org/officeDocument/2006/relationships/image" Target="/ppt/media/image8.svg" Id="Ra2e5baadd70a498b" /><Relationship Type="http://schemas.openxmlformats.org/officeDocument/2006/relationships/image" Target="/ppt/media/image11.png" Id="R6403b7776dcf4a08" /><Relationship Type="http://schemas.openxmlformats.org/officeDocument/2006/relationships/image" Target="/ppt/media/image9.svg" Id="R6bfe1a3a8cd947a4" /><Relationship Type="http://schemas.openxmlformats.org/officeDocument/2006/relationships/image" Target="/ppt/media/image12.png" Id="Raf8cf2208be44a58" /><Relationship Type="http://schemas.openxmlformats.org/officeDocument/2006/relationships/image" Target="/ppt/media/image10.svg" Id="R34cbe022afb24424" /><Relationship Type="http://schemas.openxmlformats.org/officeDocument/2006/relationships/image" Target="/ppt/media/image13.png" Id="Rf01380f95fa4451e" /><Relationship Type="http://schemas.openxmlformats.org/officeDocument/2006/relationships/image" Target="/ppt/media/image11.svg" Id="Rc0f935fefb524656" /><Relationship Type="http://schemas.openxmlformats.org/officeDocument/2006/relationships/image" Target="/ppt/media/image14.png" Id="Rb3bcce9987224b44" /><Relationship Type="http://schemas.openxmlformats.org/officeDocument/2006/relationships/image" Target="/ppt/media/image12.svg" Id="R9fb11be68ff54847" /><Relationship Type="http://schemas.openxmlformats.org/officeDocument/2006/relationships/notesSlide" Target="/ppt/notesSlides/notesSlide7.xml" Id="R1491cfcc14c346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c29cdfd092fe4dcb" /><Relationship Type="http://schemas.openxmlformats.org/officeDocument/2006/relationships/image" Target="/ppt/media/image15.png" Id="R0427e00df7594ea7" /><Relationship Type="http://schemas.openxmlformats.org/officeDocument/2006/relationships/image" Target="/ppt/media/image17.png" Id="R5e47cae87a0a4cb4" /><Relationship Type="http://schemas.openxmlformats.org/officeDocument/2006/relationships/image" Target="/ppt/media/image14.svg" Id="R2c81eb4d7b0a45b5" /><Relationship Type="http://schemas.openxmlformats.org/officeDocument/2006/relationships/image" Target="/ppt/media/image5.png" Id="R00fe2c1fc0f940ef" /><Relationship Type="http://schemas.openxmlformats.org/officeDocument/2006/relationships/image" Target="/ppt/media/image4.svg" Id="Rfcb7365a79af44b6" /><Relationship Type="http://schemas.openxmlformats.org/officeDocument/2006/relationships/image" Target="/ppt/media/image6.png" Id="R773909d1c2f24f1a" /><Relationship Type="http://schemas.openxmlformats.org/officeDocument/2006/relationships/image" Target="/ppt/media/image5.svg" Id="R9cfac5867e1a4e9b" /><Relationship Type="http://schemas.openxmlformats.org/officeDocument/2006/relationships/image" Target="/ppt/media/image18.png" Id="R5ca87bc736ae4ae1" /><Relationship Type="http://schemas.openxmlformats.org/officeDocument/2006/relationships/image" Target="/ppt/media/image15.svg" Id="R5f7035e2b33f487d" /><Relationship Type="http://schemas.openxmlformats.org/officeDocument/2006/relationships/image" Target="/ppt/media/image8.png" Id="Rf334f766a4e84e46" /><Relationship Type="http://schemas.openxmlformats.org/officeDocument/2006/relationships/image" Target="/ppt/media/image7.svg" Id="Re3111fff609c444f" /><Relationship Type="http://schemas.openxmlformats.org/officeDocument/2006/relationships/image" Target="/ppt/media/image9.png" Id="R4d451aa6bfc34a13" /><Relationship Type="http://schemas.openxmlformats.org/officeDocument/2006/relationships/image" Target="/ppt/media/image10.png" Id="R3ef26797be9c4e94" /><Relationship Type="http://schemas.openxmlformats.org/officeDocument/2006/relationships/image" Target="/ppt/media/image8.svg" Id="Raa6d7e8d8b494538" /><Relationship Type="http://schemas.openxmlformats.org/officeDocument/2006/relationships/image" Target="/ppt/media/image11.png" Id="R8940972c0c56423d" /><Relationship Type="http://schemas.openxmlformats.org/officeDocument/2006/relationships/image" Target="/ppt/media/image9.svg" Id="Ra05efbc106304f3a" /><Relationship Type="http://schemas.openxmlformats.org/officeDocument/2006/relationships/image" Target="/ppt/media/image12.png" Id="R18fba98f0fc94139" /><Relationship Type="http://schemas.openxmlformats.org/officeDocument/2006/relationships/image" Target="/ppt/media/image10.svg" Id="Rddacb0f1e040482c" /><Relationship Type="http://schemas.openxmlformats.org/officeDocument/2006/relationships/image" Target="/ppt/media/image13.png" Id="R29991f251b534c6c" /><Relationship Type="http://schemas.openxmlformats.org/officeDocument/2006/relationships/image" Target="/ppt/media/image11.svg" Id="R11db0987bb764a59" /><Relationship Type="http://schemas.openxmlformats.org/officeDocument/2006/relationships/image" Target="/ppt/media/image14.png" Id="Re77b96bb4ebc4e36" /><Relationship Type="http://schemas.openxmlformats.org/officeDocument/2006/relationships/image" Target="/ppt/media/image12.svg" Id="Rbd0565ac9f134a3e" /><Relationship Type="http://schemas.openxmlformats.org/officeDocument/2006/relationships/notesSlide" Target="/ppt/notesSlides/notesSlide8.xml" Id="R1858e47ef23540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f8c3a0ede4a4e07" /><Relationship Type="http://schemas.openxmlformats.org/officeDocument/2006/relationships/image" Target="/ppt/media/image15.png" Id="R8902ba3443104715" /><Relationship Type="http://schemas.openxmlformats.org/officeDocument/2006/relationships/image" Target="/ppt/media/image17.png" Id="R0d100e7de29346d1" /><Relationship Type="http://schemas.openxmlformats.org/officeDocument/2006/relationships/image" Target="/ppt/media/image14.svg" Id="R8d89f39138814e8c" /><Relationship Type="http://schemas.openxmlformats.org/officeDocument/2006/relationships/image" Target="/ppt/media/image5.png" Id="Rabc9b808d8214522" /><Relationship Type="http://schemas.openxmlformats.org/officeDocument/2006/relationships/image" Target="/ppt/media/image4.svg" Id="Rfd2841222f4f43cd" /><Relationship Type="http://schemas.openxmlformats.org/officeDocument/2006/relationships/image" Target="/ppt/media/image6.png" Id="R15fb82f00fcf4a74" /><Relationship Type="http://schemas.openxmlformats.org/officeDocument/2006/relationships/image" Target="/ppt/media/image5.svg" Id="R5a631445d5a04883" /><Relationship Type="http://schemas.openxmlformats.org/officeDocument/2006/relationships/image" Target="/ppt/media/image18.png" Id="Rab43ddb2f31345ac" /><Relationship Type="http://schemas.openxmlformats.org/officeDocument/2006/relationships/image" Target="/ppt/media/image15.svg" Id="R3ae13d40f2704f15" /><Relationship Type="http://schemas.openxmlformats.org/officeDocument/2006/relationships/image" Target="/ppt/media/image8.png" Id="R50a68c34bfb441cc" /><Relationship Type="http://schemas.openxmlformats.org/officeDocument/2006/relationships/image" Target="/ppt/media/image7.svg" Id="R1b27dd4d71784a91" /><Relationship Type="http://schemas.openxmlformats.org/officeDocument/2006/relationships/image" Target="/ppt/media/image9.png" Id="R4b1eeb3a785b491d" /><Relationship Type="http://schemas.openxmlformats.org/officeDocument/2006/relationships/image" Target="/ppt/media/image10.png" Id="Ra16ecf43941d4822" /><Relationship Type="http://schemas.openxmlformats.org/officeDocument/2006/relationships/image" Target="/ppt/media/image8.svg" Id="R923e786d4a27486f" /><Relationship Type="http://schemas.openxmlformats.org/officeDocument/2006/relationships/image" Target="/ppt/media/image11.png" Id="R33566eb24f60459a" /><Relationship Type="http://schemas.openxmlformats.org/officeDocument/2006/relationships/image" Target="/ppt/media/image9.svg" Id="R97c3304a85ce4640" /><Relationship Type="http://schemas.openxmlformats.org/officeDocument/2006/relationships/image" Target="/ppt/media/image12.png" Id="Ra16dcddae4834ef2" /><Relationship Type="http://schemas.openxmlformats.org/officeDocument/2006/relationships/image" Target="/ppt/media/image10.svg" Id="Rf11f913b18724a18" /><Relationship Type="http://schemas.openxmlformats.org/officeDocument/2006/relationships/image" Target="/ppt/media/image13.png" Id="Red61a949d4f64e90" /><Relationship Type="http://schemas.openxmlformats.org/officeDocument/2006/relationships/image" Target="/ppt/media/image11.svg" Id="R435f660d569942af" /><Relationship Type="http://schemas.openxmlformats.org/officeDocument/2006/relationships/image" Target="/ppt/media/image14.png" Id="R3bfa56f331dd4503" /><Relationship Type="http://schemas.openxmlformats.org/officeDocument/2006/relationships/image" Target="/ppt/media/image12.svg" Id="R066a5f85995240b3" /><Relationship Type="http://schemas.openxmlformats.org/officeDocument/2006/relationships/image" Target="/ppt/media/image24.png" Id="Rcdda8111b5714d75" /><Relationship Type="http://schemas.openxmlformats.org/officeDocument/2006/relationships/image" Target="/ppt/media/image25.png" Id="R5395d12af9ab4547" /><Relationship Type="http://schemas.openxmlformats.org/officeDocument/2006/relationships/notesSlide" Target="/ppt/notesSlides/notesSlide9.xml" Id="R395b518b518549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896ee0e314b4e57" /><Relationship Type="http://schemas.openxmlformats.org/officeDocument/2006/relationships/image" Target="/ppt/media/image15.png" Id="R88cfaad965024e81" /><Relationship Type="http://schemas.openxmlformats.org/officeDocument/2006/relationships/image" Target="/ppt/media/image17.png" Id="R5de42b3b4ddf46e4" /><Relationship Type="http://schemas.openxmlformats.org/officeDocument/2006/relationships/image" Target="/ppt/media/image14.svg" Id="Rcd81c953fccd446c" /><Relationship Type="http://schemas.openxmlformats.org/officeDocument/2006/relationships/image" Target="/ppt/media/image5.png" Id="R162320aac3844d27" /><Relationship Type="http://schemas.openxmlformats.org/officeDocument/2006/relationships/image" Target="/ppt/media/image4.svg" Id="Racc7cfc09ac54816" /><Relationship Type="http://schemas.openxmlformats.org/officeDocument/2006/relationships/image" Target="/ppt/media/image6.png" Id="Rae7fe25f5908438c" /><Relationship Type="http://schemas.openxmlformats.org/officeDocument/2006/relationships/image" Target="/ppt/media/image5.svg" Id="R428d281f29bb43bf" /><Relationship Type="http://schemas.openxmlformats.org/officeDocument/2006/relationships/image" Target="/ppt/media/image18.png" Id="R454590e49b36483f" /><Relationship Type="http://schemas.openxmlformats.org/officeDocument/2006/relationships/image" Target="/ppt/media/image15.svg" Id="R74bd4270d5d34c42" /><Relationship Type="http://schemas.openxmlformats.org/officeDocument/2006/relationships/image" Target="/ppt/media/image8.png" Id="R1aca33b11c4d4093" /><Relationship Type="http://schemas.openxmlformats.org/officeDocument/2006/relationships/image" Target="/ppt/media/image7.svg" Id="R0059e74ec96249d1" /><Relationship Type="http://schemas.openxmlformats.org/officeDocument/2006/relationships/image" Target="/ppt/media/image9.png" Id="R8fcf591a8147456d" /><Relationship Type="http://schemas.openxmlformats.org/officeDocument/2006/relationships/image" Target="/ppt/media/image10.png" Id="R3c5a28ca789547cb" /><Relationship Type="http://schemas.openxmlformats.org/officeDocument/2006/relationships/image" Target="/ppt/media/image8.svg" Id="Rc2b395d8331a400e" /><Relationship Type="http://schemas.openxmlformats.org/officeDocument/2006/relationships/image" Target="/ppt/media/image11.png" Id="R8dbe5333715d46f5" /><Relationship Type="http://schemas.openxmlformats.org/officeDocument/2006/relationships/image" Target="/ppt/media/image9.svg" Id="Rab1ed703fb254399" /><Relationship Type="http://schemas.openxmlformats.org/officeDocument/2006/relationships/image" Target="/ppt/media/image12.png" Id="R18fcc73a97764ac7" /><Relationship Type="http://schemas.openxmlformats.org/officeDocument/2006/relationships/image" Target="/ppt/media/image10.svg" Id="R12720b1c4d0a4359" /><Relationship Type="http://schemas.openxmlformats.org/officeDocument/2006/relationships/image" Target="/ppt/media/image13.png" Id="R83fbe170a21f499e" /><Relationship Type="http://schemas.openxmlformats.org/officeDocument/2006/relationships/image" Target="/ppt/media/image11.svg" Id="R82431d77e239472e" /><Relationship Type="http://schemas.openxmlformats.org/officeDocument/2006/relationships/image" Target="/ppt/media/image14.png" Id="Rc49bb8e11267494e" /><Relationship Type="http://schemas.openxmlformats.org/officeDocument/2006/relationships/image" Target="/ppt/media/image12.svg" Id="R9848e545d1e54df1" /><Relationship Type="http://schemas.openxmlformats.org/officeDocument/2006/relationships/image" Target="/ppt/media/image26.png" Id="R1fdaae440f514bc2" /><Relationship Type="http://schemas.openxmlformats.org/officeDocument/2006/relationships/notesSlide" Target="/ppt/notesSlides/notesSlide10.xml" Id="Rc3b5bd4f54754b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18a264e5d49c451f" /><Relationship Type="http://schemas.openxmlformats.org/officeDocument/2006/relationships/image" Target="/ppt/media/image15.png" Id="Rae0ded0c5a6949e2" /><Relationship Type="http://schemas.openxmlformats.org/officeDocument/2006/relationships/image" Target="/ppt/media/image17.png" Id="Re14e37c01f024279" /><Relationship Type="http://schemas.openxmlformats.org/officeDocument/2006/relationships/image" Target="/ppt/media/image14.svg" Id="R9d933a3b329b4892" /><Relationship Type="http://schemas.openxmlformats.org/officeDocument/2006/relationships/image" Target="/ppt/media/image5.png" Id="R994d703a356f40e6" /><Relationship Type="http://schemas.openxmlformats.org/officeDocument/2006/relationships/image" Target="/ppt/media/image4.svg" Id="R1929e3ae427f470d" /><Relationship Type="http://schemas.openxmlformats.org/officeDocument/2006/relationships/image" Target="/ppt/media/image6.png" Id="R3de6f07ef97c4e81" /><Relationship Type="http://schemas.openxmlformats.org/officeDocument/2006/relationships/image" Target="/ppt/media/image5.svg" Id="R4ae4edbdd9204fdf" /><Relationship Type="http://schemas.openxmlformats.org/officeDocument/2006/relationships/image" Target="/ppt/media/image18.png" Id="R85b17e4c17fe4c1f" /><Relationship Type="http://schemas.openxmlformats.org/officeDocument/2006/relationships/image" Target="/ppt/media/image15.svg" Id="Ra60e94252a994913" /><Relationship Type="http://schemas.openxmlformats.org/officeDocument/2006/relationships/image" Target="/ppt/media/image8.png" Id="Rd958d0dc01b149c3" /><Relationship Type="http://schemas.openxmlformats.org/officeDocument/2006/relationships/image" Target="/ppt/media/image7.svg" Id="R52da67a44a694fa9" /><Relationship Type="http://schemas.openxmlformats.org/officeDocument/2006/relationships/image" Target="/ppt/media/image9.png" Id="R7c9a932674fd41ec" /><Relationship Type="http://schemas.openxmlformats.org/officeDocument/2006/relationships/image" Target="/ppt/media/image10.png" Id="R83ab217021fc4c00" /><Relationship Type="http://schemas.openxmlformats.org/officeDocument/2006/relationships/image" Target="/ppt/media/image8.svg" Id="Reb364493a0f54fe7" /><Relationship Type="http://schemas.openxmlformats.org/officeDocument/2006/relationships/image" Target="/ppt/media/image11.png" Id="R7150a6f9cc594a37" /><Relationship Type="http://schemas.openxmlformats.org/officeDocument/2006/relationships/image" Target="/ppt/media/image9.svg" Id="Rcaffcf98b3cc4168" /><Relationship Type="http://schemas.openxmlformats.org/officeDocument/2006/relationships/image" Target="/ppt/media/image12.png" Id="R565a2993a8dc4619" /><Relationship Type="http://schemas.openxmlformats.org/officeDocument/2006/relationships/image" Target="/ppt/media/image10.svg" Id="Rdc719740e2d14557" /><Relationship Type="http://schemas.openxmlformats.org/officeDocument/2006/relationships/image" Target="/ppt/media/image13.png" Id="R207e7c8888b44f28" /><Relationship Type="http://schemas.openxmlformats.org/officeDocument/2006/relationships/image" Target="/ppt/media/image11.svg" Id="R4a7842de9db64b5f" /><Relationship Type="http://schemas.openxmlformats.org/officeDocument/2006/relationships/image" Target="/ppt/media/image14.png" Id="Re09095699826453c" /><Relationship Type="http://schemas.openxmlformats.org/officeDocument/2006/relationships/image" Target="/ppt/media/image12.svg" Id="R4a09bf570ebb48df" /><Relationship Type="http://schemas.openxmlformats.org/officeDocument/2006/relationships/image" Target="/ppt/media/image27.png" Id="R16011f3368604755" /><Relationship Type="http://schemas.openxmlformats.org/officeDocument/2006/relationships/notesSlide" Target="/ppt/notesSlides/notesSlide11.xml" Id="Rd3f17ae90df843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d03cfb2956843d0" /><Relationship Type="http://schemas.openxmlformats.org/officeDocument/2006/relationships/image" Target="/ppt/media/image15.png" Id="R058838fd8e974dd4" /><Relationship Type="http://schemas.openxmlformats.org/officeDocument/2006/relationships/image" Target="/ppt/media/image17.png" Id="R59fa4bae7fff4fe6" /><Relationship Type="http://schemas.openxmlformats.org/officeDocument/2006/relationships/image" Target="/ppt/media/image14.svg" Id="Ra14a69ecd5ac42d2" /><Relationship Type="http://schemas.openxmlformats.org/officeDocument/2006/relationships/image" Target="/ppt/media/image5.png" Id="R3956b095a8e145c2" /><Relationship Type="http://schemas.openxmlformats.org/officeDocument/2006/relationships/image" Target="/ppt/media/image4.svg" Id="R9d0867503cfb4e36" /><Relationship Type="http://schemas.openxmlformats.org/officeDocument/2006/relationships/image" Target="/ppt/media/image6.png" Id="R433f343967774d36" /><Relationship Type="http://schemas.openxmlformats.org/officeDocument/2006/relationships/image" Target="/ppt/media/image5.svg" Id="R00987314ff6f4b00" /><Relationship Type="http://schemas.openxmlformats.org/officeDocument/2006/relationships/image" Target="/ppt/media/image18.png" Id="R8501f4de5cd447d0" /><Relationship Type="http://schemas.openxmlformats.org/officeDocument/2006/relationships/image" Target="/ppt/media/image15.svg" Id="R7d830393bfcf4e20" /><Relationship Type="http://schemas.openxmlformats.org/officeDocument/2006/relationships/image" Target="/ppt/media/image8.png" Id="Rcb7659f24a544e9e" /><Relationship Type="http://schemas.openxmlformats.org/officeDocument/2006/relationships/image" Target="/ppt/media/image7.svg" Id="R52133a29f7314d0b" /><Relationship Type="http://schemas.openxmlformats.org/officeDocument/2006/relationships/image" Target="/ppt/media/image9.png" Id="R37f3c2fe4606464f" /><Relationship Type="http://schemas.openxmlformats.org/officeDocument/2006/relationships/image" Target="/ppt/media/image10.png" Id="R1ee176b4a94748b6" /><Relationship Type="http://schemas.openxmlformats.org/officeDocument/2006/relationships/image" Target="/ppt/media/image8.svg" Id="R04de86bfe7c44f7e" /><Relationship Type="http://schemas.openxmlformats.org/officeDocument/2006/relationships/image" Target="/ppt/media/image11.png" Id="R5af5eb157c5f4256" /><Relationship Type="http://schemas.openxmlformats.org/officeDocument/2006/relationships/image" Target="/ppt/media/image9.svg" Id="R44c78a22526a4a03" /><Relationship Type="http://schemas.openxmlformats.org/officeDocument/2006/relationships/image" Target="/ppt/media/image12.png" Id="Re77e6dbf37ce4f6c" /><Relationship Type="http://schemas.openxmlformats.org/officeDocument/2006/relationships/image" Target="/ppt/media/image10.svg" Id="R5f831a08cd104901" /><Relationship Type="http://schemas.openxmlformats.org/officeDocument/2006/relationships/image" Target="/ppt/media/image13.png" Id="Rb8c1be54485b4720" /><Relationship Type="http://schemas.openxmlformats.org/officeDocument/2006/relationships/image" Target="/ppt/media/image11.svg" Id="Rb17ffc00bc0745ef" /><Relationship Type="http://schemas.openxmlformats.org/officeDocument/2006/relationships/image" Target="/ppt/media/image14.png" Id="R375dd1ff67dd4c1a" /><Relationship Type="http://schemas.openxmlformats.org/officeDocument/2006/relationships/image" Target="/ppt/media/image12.svg" Id="Reffcf514379e4a92" /><Relationship Type="http://schemas.openxmlformats.org/officeDocument/2006/relationships/image" Target="/ppt/media/image28.png" Id="R4df185518f44445a" /><Relationship Type="http://schemas.openxmlformats.org/officeDocument/2006/relationships/image" Target="/ppt/media/image29.png" Id="R7259fcdc48324915" /><Relationship Type="http://schemas.openxmlformats.org/officeDocument/2006/relationships/notesSlide" Target="/ppt/notesSlides/notesSlide12.xml" Id="Rb51e28b4bca74c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fde6ab67267f4c73" /><Relationship Type="http://schemas.openxmlformats.org/officeDocument/2006/relationships/image" Target="/ppt/media/image15.png" Id="R29f251ae41c04f87" /><Relationship Type="http://schemas.openxmlformats.org/officeDocument/2006/relationships/image" Target="/ppt/media/image17.png" Id="R8e93bfd7b876466b" /><Relationship Type="http://schemas.openxmlformats.org/officeDocument/2006/relationships/image" Target="/ppt/media/image14.svg" Id="R8fbf4ce91a494676" /><Relationship Type="http://schemas.openxmlformats.org/officeDocument/2006/relationships/image" Target="/ppt/media/image5.png" Id="R42dec89b92504311" /><Relationship Type="http://schemas.openxmlformats.org/officeDocument/2006/relationships/image" Target="/ppt/media/image4.svg" Id="R8962830c0f9a4477" /><Relationship Type="http://schemas.openxmlformats.org/officeDocument/2006/relationships/image" Target="/ppt/media/image6.png" Id="R9b44335f934e49ac" /><Relationship Type="http://schemas.openxmlformats.org/officeDocument/2006/relationships/image" Target="/ppt/media/image5.svg" Id="Rc8f07f27808e4d5b" /><Relationship Type="http://schemas.openxmlformats.org/officeDocument/2006/relationships/image" Target="/ppt/media/image18.png" Id="R169ca049ad474d99" /><Relationship Type="http://schemas.openxmlformats.org/officeDocument/2006/relationships/image" Target="/ppt/media/image15.svg" Id="Redee556a68e84c64" /><Relationship Type="http://schemas.openxmlformats.org/officeDocument/2006/relationships/image" Target="/ppt/media/image8.png" Id="R54905d48e9d64f8e" /><Relationship Type="http://schemas.openxmlformats.org/officeDocument/2006/relationships/image" Target="/ppt/media/image7.svg" Id="R4d06fa12e1464a82" /><Relationship Type="http://schemas.openxmlformats.org/officeDocument/2006/relationships/image" Target="/ppt/media/image9.png" Id="R3fe44e57ea47483e" /><Relationship Type="http://schemas.openxmlformats.org/officeDocument/2006/relationships/image" Target="/ppt/media/image10.png" Id="R6842e5d3e66449bc" /><Relationship Type="http://schemas.openxmlformats.org/officeDocument/2006/relationships/image" Target="/ppt/media/image8.svg" Id="R75babaca1e204f10" /><Relationship Type="http://schemas.openxmlformats.org/officeDocument/2006/relationships/image" Target="/ppt/media/image11.png" Id="R4f93b5bc94e94b39" /><Relationship Type="http://schemas.openxmlformats.org/officeDocument/2006/relationships/image" Target="/ppt/media/image9.svg" Id="Ra871cf9c678e4376" /><Relationship Type="http://schemas.openxmlformats.org/officeDocument/2006/relationships/image" Target="/ppt/media/image12.png" Id="R888726faefa74d54" /><Relationship Type="http://schemas.openxmlformats.org/officeDocument/2006/relationships/image" Target="/ppt/media/image10.svg" Id="Rdee4af7a69704f06" /><Relationship Type="http://schemas.openxmlformats.org/officeDocument/2006/relationships/image" Target="/ppt/media/image13.png" Id="R9b84de593b8e453d" /><Relationship Type="http://schemas.openxmlformats.org/officeDocument/2006/relationships/image" Target="/ppt/media/image11.svg" Id="Rbdb8ce5439974fcc" /><Relationship Type="http://schemas.openxmlformats.org/officeDocument/2006/relationships/image" Target="/ppt/media/image14.png" Id="R4656807bad764bcf" /><Relationship Type="http://schemas.openxmlformats.org/officeDocument/2006/relationships/image" Target="/ppt/media/image12.svg" Id="R5fc060b514484c5c" /><Relationship Type="http://schemas.openxmlformats.org/officeDocument/2006/relationships/image" Target="/ppt/media/image30.png" Id="R032eef8f5ea14d5c" /><Relationship Type="http://schemas.openxmlformats.org/officeDocument/2006/relationships/notesSlide" Target="/ppt/notesSlides/notesSlide13.xml" Id="R5d1318e3abd04a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6b7041acb814049" /><Relationship Type="http://schemas.openxmlformats.org/officeDocument/2006/relationships/image" Target="/ppt/media/image15.png" Id="R69e055111fea4647" /><Relationship Type="http://schemas.openxmlformats.org/officeDocument/2006/relationships/image" Target="/ppt/media/image17.png" Id="R7ca334dff8254cfe" /><Relationship Type="http://schemas.openxmlformats.org/officeDocument/2006/relationships/image" Target="/ppt/media/image14.svg" Id="R441f6acf900a4179" /><Relationship Type="http://schemas.openxmlformats.org/officeDocument/2006/relationships/image" Target="/ppt/media/image5.png" Id="R32883d697b694d77" /><Relationship Type="http://schemas.openxmlformats.org/officeDocument/2006/relationships/image" Target="/ppt/media/image4.svg" Id="R7b077123acbb4348" /><Relationship Type="http://schemas.openxmlformats.org/officeDocument/2006/relationships/image" Target="/ppt/media/image6.png" Id="R44b525bed3dd438e" /><Relationship Type="http://schemas.openxmlformats.org/officeDocument/2006/relationships/image" Target="/ppt/media/image5.svg" Id="Rc830efca9eab419b" /><Relationship Type="http://schemas.openxmlformats.org/officeDocument/2006/relationships/image" Target="/ppt/media/image18.png" Id="R3c795610ccc54314" /><Relationship Type="http://schemas.openxmlformats.org/officeDocument/2006/relationships/image" Target="/ppt/media/image15.svg" Id="Rcc0d7bdf1a2145bb" /><Relationship Type="http://schemas.openxmlformats.org/officeDocument/2006/relationships/image" Target="/ppt/media/image8.png" Id="Refee85d663524654" /><Relationship Type="http://schemas.openxmlformats.org/officeDocument/2006/relationships/image" Target="/ppt/media/image7.svg" Id="R2a3c820bea6746df" /><Relationship Type="http://schemas.openxmlformats.org/officeDocument/2006/relationships/image" Target="/ppt/media/image9.png" Id="R1e8dfd689d144cc5" /><Relationship Type="http://schemas.openxmlformats.org/officeDocument/2006/relationships/image" Target="/ppt/media/image10.png" Id="R6ae3044c13e24c1f" /><Relationship Type="http://schemas.openxmlformats.org/officeDocument/2006/relationships/image" Target="/ppt/media/image8.svg" Id="Re041af3d15b94c20" /><Relationship Type="http://schemas.openxmlformats.org/officeDocument/2006/relationships/image" Target="/ppt/media/image11.png" Id="Rb767953124de4156" /><Relationship Type="http://schemas.openxmlformats.org/officeDocument/2006/relationships/image" Target="/ppt/media/image9.svg" Id="R12c5d9bfc29d4735" /><Relationship Type="http://schemas.openxmlformats.org/officeDocument/2006/relationships/image" Target="/ppt/media/image12.png" Id="Rcfbd4e7d54344e9d" /><Relationship Type="http://schemas.openxmlformats.org/officeDocument/2006/relationships/image" Target="/ppt/media/image10.svg" Id="R736b6c7be38e4a11" /><Relationship Type="http://schemas.openxmlformats.org/officeDocument/2006/relationships/image" Target="/ppt/media/image13.png" Id="R7bf2be08d09e40c3" /><Relationship Type="http://schemas.openxmlformats.org/officeDocument/2006/relationships/image" Target="/ppt/media/image11.svg" Id="R7d2744e165f34c42" /><Relationship Type="http://schemas.openxmlformats.org/officeDocument/2006/relationships/image" Target="/ppt/media/image14.png" Id="R9f8b16a42e6a42d5" /><Relationship Type="http://schemas.openxmlformats.org/officeDocument/2006/relationships/image" Target="/ppt/media/image12.svg" Id="R85566a390f0e44e3" /><Relationship Type="http://schemas.openxmlformats.org/officeDocument/2006/relationships/image" Target="/ppt/media/image31.png" Id="R7cbbb8e44c4846ab" /><Relationship Type="http://schemas.openxmlformats.org/officeDocument/2006/relationships/notesSlide" Target="/ppt/notesSlides/notesSlide14.xml" Id="R4defa6cd16ee48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7888f63acbe046f3" /><Relationship Type="http://schemas.openxmlformats.org/officeDocument/2006/relationships/image" Target="/ppt/media/image15.png" Id="R8f1a257f06624867" /><Relationship Type="http://schemas.openxmlformats.org/officeDocument/2006/relationships/image" Target="/ppt/media/image17.png" Id="R42d607e59e1a42e9" /><Relationship Type="http://schemas.openxmlformats.org/officeDocument/2006/relationships/image" Target="/ppt/media/image14.svg" Id="Rc03f62839a804a53" /><Relationship Type="http://schemas.openxmlformats.org/officeDocument/2006/relationships/image" Target="/ppt/media/image5.png" Id="R7e7ba9f645c043a4" /><Relationship Type="http://schemas.openxmlformats.org/officeDocument/2006/relationships/image" Target="/ppt/media/image4.svg" Id="R53b00504cdbc4e80" /><Relationship Type="http://schemas.openxmlformats.org/officeDocument/2006/relationships/image" Target="/ppt/media/image6.png" Id="Reaafb9bc8239452a" /><Relationship Type="http://schemas.openxmlformats.org/officeDocument/2006/relationships/image" Target="/ppt/media/image5.svg" Id="R380cf2a9e1714c10" /><Relationship Type="http://schemas.openxmlformats.org/officeDocument/2006/relationships/image" Target="/ppt/media/image18.png" Id="R7461ce288d354b2b" /><Relationship Type="http://schemas.openxmlformats.org/officeDocument/2006/relationships/image" Target="/ppt/media/image15.svg" Id="R4f6af1bc1232435e" /><Relationship Type="http://schemas.openxmlformats.org/officeDocument/2006/relationships/image" Target="/ppt/media/image8.png" Id="R70d58a6d493044d2" /><Relationship Type="http://schemas.openxmlformats.org/officeDocument/2006/relationships/image" Target="/ppt/media/image7.svg" Id="R80e9be6022b647a2" /><Relationship Type="http://schemas.openxmlformats.org/officeDocument/2006/relationships/image" Target="/ppt/media/image9.png" Id="R66752ad65a534faf" /><Relationship Type="http://schemas.openxmlformats.org/officeDocument/2006/relationships/image" Target="/ppt/media/image10.png" Id="R8656ba127c5c4864" /><Relationship Type="http://schemas.openxmlformats.org/officeDocument/2006/relationships/image" Target="/ppt/media/image8.svg" Id="Re3957f75efe8464e" /><Relationship Type="http://schemas.openxmlformats.org/officeDocument/2006/relationships/image" Target="/ppt/media/image11.png" Id="R1a0ac02f63b34517" /><Relationship Type="http://schemas.openxmlformats.org/officeDocument/2006/relationships/image" Target="/ppt/media/image9.svg" Id="Rdcf93ca5f52f483f" /><Relationship Type="http://schemas.openxmlformats.org/officeDocument/2006/relationships/image" Target="/ppt/media/image12.png" Id="R7f5e3aaec3fb4475" /><Relationship Type="http://schemas.openxmlformats.org/officeDocument/2006/relationships/image" Target="/ppt/media/image10.svg" Id="Re887b8d585c94260" /><Relationship Type="http://schemas.openxmlformats.org/officeDocument/2006/relationships/image" Target="/ppt/media/image13.png" Id="Re52b4c8e431441a3" /><Relationship Type="http://schemas.openxmlformats.org/officeDocument/2006/relationships/image" Target="/ppt/media/image11.svg" Id="Rb2065055c5154c3e" /><Relationship Type="http://schemas.openxmlformats.org/officeDocument/2006/relationships/image" Target="/ppt/media/image14.png" Id="R8437965b905c4af5" /><Relationship Type="http://schemas.openxmlformats.org/officeDocument/2006/relationships/image" Target="/ppt/media/image12.svg" Id="R5a9d65b390f5444c" /><Relationship Type="http://schemas.openxmlformats.org/officeDocument/2006/relationships/notesSlide" Target="/ppt/notesSlides/notesSlide15.xml" Id="Rc91b2e2b31e544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8bf7e1bd93d64d40" /><Relationship Type="http://schemas.openxmlformats.org/officeDocument/2006/relationships/image" Target="/ppt/media/image15.png" Id="R0e5918cdc21a4833" /><Relationship Type="http://schemas.openxmlformats.org/officeDocument/2006/relationships/image" Target="/ppt/media/image17.png" Id="R78d3efcfd81d4aac" /><Relationship Type="http://schemas.openxmlformats.org/officeDocument/2006/relationships/image" Target="/ppt/media/image14.svg" Id="R4bd413d542d946f6" /><Relationship Type="http://schemas.openxmlformats.org/officeDocument/2006/relationships/image" Target="/ppt/media/image5.png" Id="R5bed9aef2a0549d8" /><Relationship Type="http://schemas.openxmlformats.org/officeDocument/2006/relationships/image" Target="/ppt/media/image4.svg" Id="R6e320bb3181d4f73" /><Relationship Type="http://schemas.openxmlformats.org/officeDocument/2006/relationships/image" Target="/ppt/media/image6.png" Id="Refd26be5ed6745bf" /><Relationship Type="http://schemas.openxmlformats.org/officeDocument/2006/relationships/image" Target="/ppt/media/image5.svg" Id="R1bd0970edb3b4516" /><Relationship Type="http://schemas.openxmlformats.org/officeDocument/2006/relationships/image" Target="/ppt/media/image18.png" Id="Rc24f1b77c65e4dc8" /><Relationship Type="http://schemas.openxmlformats.org/officeDocument/2006/relationships/image" Target="/ppt/media/image15.svg" Id="R3358de324cbc4d71" /><Relationship Type="http://schemas.openxmlformats.org/officeDocument/2006/relationships/image" Target="/ppt/media/image8.png" Id="R20c0874a982d4b99" /><Relationship Type="http://schemas.openxmlformats.org/officeDocument/2006/relationships/image" Target="/ppt/media/image7.svg" Id="R9b0b50337d5b45d7" /><Relationship Type="http://schemas.openxmlformats.org/officeDocument/2006/relationships/image" Target="/ppt/media/image9.png" Id="R632b60bf50824e05" /><Relationship Type="http://schemas.openxmlformats.org/officeDocument/2006/relationships/image" Target="/ppt/media/image10.png" Id="Re316a0d101c140e3" /><Relationship Type="http://schemas.openxmlformats.org/officeDocument/2006/relationships/image" Target="/ppt/media/image8.svg" Id="Ra13ff4d1e15c4e83" /><Relationship Type="http://schemas.openxmlformats.org/officeDocument/2006/relationships/image" Target="/ppt/media/image11.png" Id="R71e8555e54d34d4b" /><Relationship Type="http://schemas.openxmlformats.org/officeDocument/2006/relationships/image" Target="/ppt/media/image9.svg" Id="R49f33500457d4f7d" /><Relationship Type="http://schemas.openxmlformats.org/officeDocument/2006/relationships/image" Target="/ppt/media/image12.png" Id="R1b8e46474de547e5" /><Relationship Type="http://schemas.openxmlformats.org/officeDocument/2006/relationships/image" Target="/ppt/media/image10.svg" Id="Rd88790e9826d438f" /><Relationship Type="http://schemas.openxmlformats.org/officeDocument/2006/relationships/image" Target="/ppt/media/image13.png" Id="R030df6edefe64c41" /><Relationship Type="http://schemas.openxmlformats.org/officeDocument/2006/relationships/image" Target="/ppt/media/image11.svg" Id="Rc02e52fac5c54e56" /><Relationship Type="http://schemas.openxmlformats.org/officeDocument/2006/relationships/image" Target="/ppt/media/image14.png" Id="R8e06f1a5a9ba47b4" /><Relationship Type="http://schemas.openxmlformats.org/officeDocument/2006/relationships/image" Target="/ppt/media/image12.svg" Id="Rd8eeaa87d60045e5" /><Relationship Type="http://schemas.openxmlformats.org/officeDocument/2006/relationships/image" Target="/ppt/media/image2.jpeg" Id="Ra6407aba0c4445ea" /><Relationship Type="http://schemas.openxmlformats.org/officeDocument/2006/relationships/image" Target="/ppt/media/image3.jpeg" Id="R5ed127499409409e" /><Relationship Type="http://schemas.openxmlformats.org/officeDocument/2006/relationships/notesSlide" Target="/ppt/notesSlides/notesSlide16.xml" Id="R7287841fdc4841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5d308e57278541eb" /><Relationship Type="http://schemas.openxmlformats.org/officeDocument/2006/relationships/image" Target="/ppt/media/image15.png" Id="Rbac0145fba1f4a43" /><Relationship Type="http://schemas.openxmlformats.org/officeDocument/2006/relationships/image" Target="/ppt/media/image17.png" Id="Rcb1ae6c8de4c47fb" /><Relationship Type="http://schemas.openxmlformats.org/officeDocument/2006/relationships/image" Target="/ppt/media/image14.svg" Id="Rbf40b1b6bcd14c39" /><Relationship Type="http://schemas.openxmlformats.org/officeDocument/2006/relationships/image" Target="/ppt/media/image5.png" Id="R825639c3a05e4fc0" /><Relationship Type="http://schemas.openxmlformats.org/officeDocument/2006/relationships/image" Target="/ppt/media/image4.svg" Id="Rb1ebab3cda304da3" /><Relationship Type="http://schemas.openxmlformats.org/officeDocument/2006/relationships/image" Target="/ppt/media/image6.png" Id="R1ce8376e258a499a" /><Relationship Type="http://schemas.openxmlformats.org/officeDocument/2006/relationships/image" Target="/ppt/media/image5.svg" Id="R2e30b30d6638495f" /><Relationship Type="http://schemas.openxmlformats.org/officeDocument/2006/relationships/image" Target="/ppt/media/image18.png" Id="R668579eed9ba476d" /><Relationship Type="http://schemas.openxmlformats.org/officeDocument/2006/relationships/image" Target="/ppt/media/image15.svg" Id="R89fbf579be244390" /><Relationship Type="http://schemas.openxmlformats.org/officeDocument/2006/relationships/image" Target="/ppt/media/image8.png" Id="R55bc7e26ac094a3f" /><Relationship Type="http://schemas.openxmlformats.org/officeDocument/2006/relationships/image" Target="/ppt/media/image7.svg" Id="Rbdb51cc80675441e" /><Relationship Type="http://schemas.openxmlformats.org/officeDocument/2006/relationships/image" Target="/ppt/media/image9.png" Id="R4cecb702e5e146e0" /><Relationship Type="http://schemas.openxmlformats.org/officeDocument/2006/relationships/image" Target="/ppt/media/image10.png" Id="Ra2a9ca7d92764878" /><Relationship Type="http://schemas.openxmlformats.org/officeDocument/2006/relationships/image" Target="/ppt/media/image8.svg" Id="Rb880b574bc934ef5" /><Relationship Type="http://schemas.openxmlformats.org/officeDocument/2006/relationships/image" Target="/ppt/media/image11.png" Id="Rbddeb663c34844ed" /><Relationship Type="http://schemas.openxmlformats.org/officeDocument/2006/relationships/image" Target="/ppt/media/image9.svg" Id="R799f674001554853" /><Relationship Type="http://schemas.openxmlformats.org/officeDocument/2006/relationships/image" Target="/ppt/media/image12.png" Id="Rb268340da1d64579" /><Relationship Type="http://schemas.openxmlformats.org/officeDocument/2006/relationships/image" Target="/ppt/media/image10.svg" Id="R7e16aff178204003" /><Relationship Type="http://schemas.openxmlformats.org/officeDocument/2006/relationships/image" Target="/ppt/media/image13.png" Id="Rb241f3b4fbe343ca" /><Relationship Type="http://schemas.openxmlformats.org/officeDocument/2006/relationships/image" Target="/ppt/media/image11.svg" Id="Rc4b3d106231e46e7" /><Relationship Type="http://schemas.openxmlformats.org/officeDocument/2006/relationships/image" Target="/ppt/media/image14.png" Id="Rce8430159e764e26" /><Relationship Type="http://schemas.openxmlformats.org/officeDocument/2006/relationships/image" Target="/ppt/media/image12.svg" Id="R624619f7c1704bb9" /><Relationship Type="http://schemas.openxmlformats.org/officeDocument/2006/relationships/chart" Target="/ppt/slides/charts/chart1.xml" Id="R13613759d7ab42c4" /><Relationship Type="http://schemas.openxmlformats.org/officeDocument/2006/relationships/image" Target="/ppt/media/image32.png" Id="Rffb4a34eb10e46b1" /><Relationship Type="http://schemas.openxmlformats.org/officeDocument/2006/relationships/notesSlide" Target="/ppt/notesSlides/notesSlide17.xml" Id="Rfe1d3d87907946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b06c557b007a427b" /><Relationship Type="http://schemas.openxmlformats.org/officeDocument/2006/relationships/image" Target="/ppt/media/image15.png" Id="Re20cdb97daf84e90" /><Relationship Type="http://schemas.openxmlformats.org/officeDocument/2006/relationships/image" Target="/ppt/media/image17.png" Id="R8b3a9ff530ec4614" /><Relationship Type="http://schemas.openxmlformats.org/officeDocument/2006/relationships/image" Target="/ppt/media/image14.svg" Id="R837a085bd02f4b64" /><Relationship Type="http://schemas.openxmlformats.org/officeDocument/2006/relationships/image" Target="/ppt/media/image5.png" Id="Raf907a0a28d84286" /><Relationship Type="http://schemas.openxmlformats.org/officeDocument/2006/relationships/image" Target="/ppt/media/image4.svg" Id="Rc784a1ffc52e4fbd" /><Relationship Type="http://schemas.openxmlformats.org/officeDocument/2006/relationships/image" Target="/ppt/media/image6.png" Id="R8486a7b604c447c3" /><Relationship Type="http://schemas.openxmlformats.org/officeDocument/2006/relationships/image" Target="/ppt/media/image5.svg" Id="Rad5b0cd9a52e4989" /><Relationship Type="http://schemas.openxmlformats.org/officeDocument/2006/relationships/image" Target="/ppt/media/image18.png" Id="R82b4f6055bcf41ce" /><Relationship Type="http://schemas.openxmlformats.org/officeDocument/2006/relationships/image" Target="/ppt/media/image15.svg" Id="R91189dd4780141a5" /><Relationship Type="http://schemas.openxmlformats.org/officeDocument/2006/relationships/image" Target="/ppt/media/image8.png" Id="R016f5f9d1e5544d7" /><Relationship Type="http://schemas.openxmlformats.org/officeDocument/2006/relationships/image" Target="/ppt/media/image7.svg" Id="Rcab0d9659f28469a" /><Relationship Type="http://schemas.openxmlformats.org/officeDocument/2006/relationships/image" Target="/ppt/media/image9.png" Id="R88c7112c52a34fe2" /><Relationship Type="http://schemas.openxmlformats.org/officeDocument/2006/relationships/image" Target="/ppt/media/image10.png" Id="Ra5fdfbb1f5704fc6" /><Relationship Type="http://schemas.openxmlformats.org/officeDocument/2006/relationships/image" Target="/ppt/media/image8.svg" Id="R5d59f3c4e7bf4fe2" /><Relationship Type="http://schemas.openxmlformats.org/officeDocument/2006/relationships/image" Target="/ppt/media/image11.png" Id="R6b1c399661004992" /><Relationship Type="http://schemas.openxmlformats.org/officeDocument/2006/relationships/image" Target="/ppt/media/image9.svg" Id="Rf17ce4d500ac4301" /><Relationship Type="http://schemas.openxmlformats.org/officeDocument/2006/relationships/image" Target="/ppt/media/image12.png" Id="R4343426d8fd5491b" /><Relationship Type="http://schemas.openxmlformats.org/officeDocument/2006/relationships/image" Target="/ppt/media/image10.svg" Id="R4880868a1bb04128" /><Relationship Type="http://schemas.openxmlformats.org/officeDocument/2006/relationships/image" Target="/ppt/media/image13.png" Id="R8005677295e74a21" /><Relationship Type="http://schemas.openxmlformats.org/officeDocument/2006/relationships/image" Target="/ppt/media/image11.svg" Id="Re4d071cfa81a45bd" /><Relationship Type="http://schemas.openxmlformats.org/officeDocument/2006/relationships/image" Target="/ppt/media/image14.png" Id="R616a5dedeaef4e28" /><Relationship Type="http://schemas.openxmlformats.org/officeDocument/2006/relationships/image" Target="/ppt/media/image12.svg" Id="R453713f4029044e6" /><Relationship Type="http://schemas.openxmlformats.org/officeDocument/2006/relationships/image" Target="/ppt/media/image33.png" Id="R96130720e590499a" /><Relationship Type="http://schemas.openxmlformats.org/officeDocument/2006/relationships/notesSlide" Target="/ppt/notesSlides/notesSlide18.xml" Id="Rdab5ffc9cb4d48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c9fda6fb2bc54683" /><Relationship Type="http://schemas.openxmlformats.org/officeDocument/2006/relationships/image" Target="/ppt/media/image15.png" Id="R24df13575c354d45" /><Relationship Type="http://schemas.openxmlformats.org/officeDocument/2006/relationships/image" Target="/ppt/media/image17.png" Id="R5c1a61c2bd294c68" /><Relationship Type="http://schemas.openxmlformats.org/officeDocument/2006/relationships/image" Target="/ppt/media/image14.svg" Id="R5b069090351f4ca7" /><Relationship Type="http://schemas.openxmlformats.org/officeDocument/2006/relationships/image" Target="/ppt/media/image5.png" Id="R7869b915cf624e77" /><Relationship Type="http://schemas.openxmlformats.org/officeDocument/2006/relationships/image" Target="/ppt/media/image4.svg" Id="R110a12537ed64de7" /><Relationship Type="http://schemas.openxmlformats.org/officeDocument/2006/relationships/image" Target="/ppt/media/image6.png" Id="R339cd77f83a0446b" /><Relationship Type="http://schemas.openxmlformats.org/officeDocument/2006/relationships/image" Target="/ppt/media/image5.svg" Id="R2cefd74434e6474c" /><Relationship Type="http://schemas.openxmlformats.org/officeDocument/2006/relationships/image" Target="/ppt/media/image18.png" Id="R6907d75548dd4959" /><Relationship Type="http://schemas.openxmlformats.org/officeDocument/2006/relationships/image" Target="/ppt/media/image15.svg" Id="Rb3e54c941f4d4b46" /><Relationship Type="http://schemas.openxmlformats.org/officeDocument/2006/relationships/image" Target="/ppt/media/image8.png" Id="R9e32f9a5158f41fd" /><Relationship Type="http://schemas.openxmlformats.org/officeDocument/2006/relationships/image" Target="/ppt/media/image7.svg" Id="R3c803a5e9a864e31" /><Relationship Type="http://schemas.openxmlformats.org/officeDocument/2006/relationships/image" Target="/ppt/media/image9.png" Id="R068de944e963423a" /><Relationship Type="http://schemas.openxmlformats.org/officeDocument/2006/relationships/image" Target="/ppt/media/image10.png" Id="Ra101839e0b494e78" /><Relationship Type="http://schemas.openxmlformats.org/officeDocument/2006/relationships/image" Target="/ppt/media/image8.svg" Id="R92022be6b71343ca" /><Relationship Type="http://schemas.openxmlformats.org/officeDocument/2006/relationships/image" Target="/ppt/media/image11.png" Id="R97c5173c30994f56" /><Relationship Type="http://schemas.openxmlformats.org/officeDocument/2006/relationships/image" Target="/ppt/media/image9.svg" Id="R62ad875496b34f32" /><Relationship Type="http://schemas.openxmlformats.org/officeDocument/2006/relationships/image" Target="/ppt/media/image12.png" Id="R15ca6cd9cc1f4c50" /><Relationship Type="http://schemas.openxmlformats.org/officeDocument/2006/relationships/image" Target="/ppt/media/image10.svg" Id="R0869c1ce090544de" /><Relationship Type="http://schemas.openxmlformats.org/officeDocument/2006/relationships/image" Target="/ppt/media/image13.png" Id="R8ea4c70f5a6240f0" /><Relationship Type="http://schemas.openxmlformats.org/officeDocument/2006/relationships/image" Target="/ppt/media/image11.svg" Id="R70eeeda3d6e6409c" /><Relationship Type="http://schemas.openxmlformats.org/officeDocument/2006/relationships/image" Target="/ppt/media/image14.png" Id="R5e22771edd7b4289" /><Relationship Type="http://schemas.openxmlformats.org/officeDocument/2006/relationships/image" Target="/ppt/media/image12.svg" Id="Rdcff87c9c7f14630" /><Relationship Type="http://schemas.openxmlformats.org/officeDocument/2006/relationships/image" Target="/ppt/media/image34.png" Id="Rcdef65add0c142ec" /><Relationship Type="http://schemas.openxmlformats.org/officeDocument/2006/relationships/notesSlide" Target="/ppt/notesSlides/notesSlide19.xml" Id="Rb0e0d5ac755044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b3dda70cffe24391" /><Relationship Type="http://schemas.openxmlformats.org/officeDocument/2006/relationships/image" Target="/ppt/media/image15.png" Id="R16311cbd94094b0f" /><Relationship Type="http://schemas.openxmlformats.org/officeDocument/2006/relationships/image" Target="/ppt/media/image17.png" Id="R2c4d03e5ed5241c7" /><Relationship Type="http://schemas.openxmlformats.org/officeDocument/2006/relationships/image" Target="/ppt/media/image14.svg" Id="Rc3cfbf81d4f042e6" /><Relationship Type="http://schemas.openxmlformats.org/officeDocument/2006/relationships/image" Target="/ppt/media/image5.png" Id="Rd8019fc5a0b94cfb" /><Relationship Type="http://schemas.openxmlformats.org/officeDocument/2006/relationships/image" Target="/ppt/media/image4.svg" Id="R27f8b2ce610c462e" /><Relationship Type="http://schemas.openxmlformats.org/officeDocument/2006/relationships/image" Target="/ppt/media/image6.png" Id="Rbda663f2f9d54aa0" /><Relationship Type="http://schemas.openxmlformats.org/officeDocument/2006/relationships/image" Target="/ppt/media/image5.svg" Id="Reba6b159399e4403" /><Relationship Type="http://schemas.openxmlformats.org/officeDocument/2006/relationships/image" Target="/ppt/media/image18.png" Id="Ra809bd2f87ee494c" /><Relationship Type="http://schemas.openxmlformats.org/officeDocument/2006/relationships/image" Target="/ppt/media/image15.svg" Id="Rabe26c6f0a1645f3" /><Relationship Type="http://schemas.openxmlformats.org/officeDocument/2006/relationships/image" Target="/ppt/media/image8.png" Id="R39f8737b86724419" /><Relationship Type="http://schemas.openxmlformats.org/officeDocument/2006/relationships/image" Target="/ppt/media/image7.svg" Id="Rd468462ba9534f81" /><Relationship Type="http://schemas.openxmlformats.org/officeDocument/2006/relationships/image" Target="/ppt/media/image9.png" Id="R8a760fe54ae3426d" /><Relationship Type="http://schemas.openxmlformats.org/officeDocument/2006/relationships/image" Target="/ppt/media/image10.png" Id="Ra2f15152019b4aed" /><Relationship Type="http://schemas.openxmlformats.org/officeDocument/2006/relationships/image" Target="/ppt/media/image8.svg" Id="R7063f07caa6144c6" /><Relationship Type="http://schemas.openxmlformats.org/officeDocument/2006/relationships/image" Target="/ppt/media/image11.png" Id="R96721541fb5f484d" /><Relationship Type="http://schemas.openxmlformats.org/officeDocument/2006/relationships/image" Target="/ppt/media/image9.svg" Id="R276ce9134ded497e" /><Relationship Type="http://schemas.openxmlformats.org/officeDocument/2006/relationships/image" Target="/ppt/media/image12.png" Id="Rf301f277e2a84538" /><Relationship Type="http://schemas.openxmlformats.org/officeDocument/2006/relationships/image" Target="/ppt/media/image10.svg" Id="R652472c4a58448ab" /><Relationship Type="http://schemas.openxmlformats.org/officeDocument/2006/relationships/image" Target="/ppt/media/image13.png" Id="Ra5991fc98b574252" /><Relationship Type="http://schemas.openxmlformats.org/officeDocument/2006/relationships/image" Target="/ppt/media/image11.svg" Id="Rd4658aab378044e4" /><Relationship Type="http://schemas.openxmlformats.org/officeDocument/2006/relationships/image" Target="/ppt/media/image14.png" Id="Re736b85b62624eaa" /><Relationship Type="http://schemas.openxmlformats.org/officeDocument/2006/relationships/image" Target="/ppt/media/image12.svg" Id="R3ec87b9d717a4743" /><Relationship Type="http://schemas.openxmlformats.org/officeDocument/2006/relationships/notesSlide" Target="/ppt/notesSlides/notesSlide20.xml" Id="Rdb2440bcf1d8475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a9d21e1ad817450a" /><Relationship Type="http://schemas.openxmlformats.org/officeDocument/2006/relationships/image" Target="/ppt/media/image15.png" Id="Rf1f6633e92314262" /><Relationship Type="http://schemas.openxmlformats.org/officeDocument/2006/relationships/image" Target="/ppt/media/image17.png" Id="R707b55aa3d7943f2" /><Relationship Type="http://schemas.openxmlformats.org/officeDocument/2006/relationships/image" Target="/ppt/media/image14.svg" Id="Rb534c5da766d4858" /><Relationship Type="http://schemas.openxmlformats.org/officeDocument/2006/relationships/image" Target="/ppt/media/image5.png" Id="Rdfbc6561f1824a4f" /><Relationship Type="http://schemas.openxmlformats.org/officeDocument/2006/relationships/image" Target="/ppt/media/image4.svg" Id="Raa57ffa5c2bd4164" /><Relationship Type="http://schemas.openxmlformats.org/officeDocument/2006/relationships/image" Target="/ppt/media/image6.png" Id="R5179fb4416a04c6a" /><Relationship Type="http://schemas.openxmlformats.org/officeDocument/2006/relationships/image" Target="/ppt/media/image5.svg" Id="Re2670af169b946ca" /><Relationship Type="http://schemas.openxmlformats.org/officeDocument/2006/relationships/image" Target="/ppt/media/image18.png" Id="Rb54a5faa389b4621" /><Relationship Type="http://schemas.openxmlformats.org/officeDocument/2006/relationships/image" Target="/ppt/media/image15.svg" Id="Rbc074f5f01be40e6" /><Relationship Type="http://schemas.openxmlformats.org/officeDocument/2006/relationships/image" Target="/ppt/media/image8.png" Id="Rade24affbbe747a1" /><Relationship Type="http://schemas.openxmlformats.org/officeDocument/2006/relationships/image" Target="/ppt/media/image7.svg" Id="R3650fd5a33884997" /><Relationship Type="http://schemas.openxmlformats.org/officeDocument/2006/relationships/image" Target="/ppt/media/image9.png" Id="Rb6b1e8fa123b4038" /><Relationship Type="http://schemas.openxmlformats.org/officeDocument/2006/relationships/image" Target="/ppt/media/image10.png" Id="R17f5358d105f4e8c" /><Relationship Type="http://schemas.openxmlformats.org/officeDocument/2006/relationships/image" Target="/ppt/media/image8.svg" Id="Re3a43b73a0644716" /><Relationship Type="http://schemas.openxmlformats.org/officeDocument/2006/relationships/image" Target="/ppt/media/image11.png" Id="R3fb19b0219114707" /><Relationship Type="http://schemas.openxmlformats.org/officeDocument/2006/relationships/image" Target="/ppt/media/image9.svg" Id="R70e93747b7b94a86" /><Relationship Type="http://schemas.openxmlformats.org/officeDocument/2006/relationships/image" Target="/ppt/media/image12.png" Id="R24e88be2e44048e0" /><Relationship Type="http://schemas.openxmlformats.org/officeDocument/2006/relationships/image" Target="/ppt/media/image10.svg" Id="Re576c3b953794a35" /><Relationship Type="http://schemas.openxmlformats.org/officeDocument/2006/relationships/image" Target="/ppt/media/image13.png" Id="Rf32a4fb693494144" /><Relationship Type="http://schemas.openxmlformats.org/officeDocument/2006/relationships/image" Target="/ppt/media/image11.svg" Id="Re4b6e1f8327748b7" /><Relationship Type="http://schemas.openxmlformats.org/officeDocument/2006/relationships/image" Target="/ppt/media/image14.png" Id="R962b66b44af14a79" /><Relationship Type="http://schemas.openxmlformats.org/officeDocument/2006/relationships/image" Target="/ppt/media/image12.svg" Id="Rf09ca30cb3e34be7" /><Relationship Type="http://schemas.openxmlformats.org/officeDocument/2006/relationships/notesSlide" Target="/ppt/notesSlides/notesSlide21.xml" Id="Rf8ba0b9ba70c451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정답 문서 포함</c:v>
          </c:tx>
          <c:spPr>
            <a:solidFill xmlns:a="http://schemas.openxmlformats.org/drawingml/2006/main">
              <a:srgbClr val="075BEA"/>
            </a:solidFill>
          </c:spPr>
          <c:invertIfNegative val="0"/>
          <c:dPt>
            <c:idx val="0"/>
            <c:invertIfNegative val="0"/>
            <c:spPr>
              <a:solidFill xmlns:a="http://schemas.openxmlformats.org/drawingml/2006/main">
                <a:srgbClr val="A8B2C6"/>
              </a:solidFill>
            </c:spPr>
          </c:dPt>
          <c:dPt>
            <c:idx val="1"/>
            <c:invertIfNegative val="0"/>
            <c:spPr>
              <a:solidFill xmlns:a="http://schemas.openxmlformats.org/drawingml/2006/main">
                <a:srgbClr val="075BEA"/>
              </a:solidFill>
            </c:spPr>
          </c:dPt>
          <c:cat>
            <c:strRef>
              <c:f>'Chart Data'!$A$2:$A$3</c:f>
              <c:strCache>
                <c:ptCount val="2"/>
                <c:pt idx="0">
                  <c:v>기존 규칙</c:v>
                </c:pt>
                <c:pt idx="1">
                  <c:v>Ollama RAG</c:v>
                </c:pt>
              </c:strCache>
            </c:strRef>
          </c:cat>
          <c:val>
            <c:numRef>
              <c:f>'Chart Data'!$B$2:$B$3</c:f>
              <c:numCache>
                <c:formatCode>General</c:formatCode>
                <c:ptCount val="2"/>
                <c:pt idx="0">
                  <c:v>1</c:v>
                </c:pt>
                <c:pt idx="1">
                  <c:v>4</c:v>
                </c:pt>
              </c:numCache>
            </c:numRef>
          </c:val>
        </c:ser>
        <c:dLbls>
          <c:txPr>
            <a:bodyPr xmlns:a="http://schemas.openxmlformats.org/drawingml/2006/main" anchorCtr="1"/>
            <a:lstStyle xmlns:a="http://schemas.openxmlformats.org/drawingml/2006/main"/>
            <a:p xmlns:a="http://schemas.openxmlformats.org/drawingml/2006/main">
              <a:pPr>
                <a:defRPr sz="2550" b="1">
                  <a:latin typeface="Pretendard"/>
                  <a:ea typeface="Pretendard"/>
                  <a:cs typeface="Pretendard"/>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75">
                <a:solidFill>
                  <a:srgbClr val="666666"/>
                </a:solidFill>
                <a:latin typeface="Pretendard"/>
                <a:ea typeface="Pretendard"/>
                <a:cs typeface="Pretendard"/>
              </a:defRPr>
            </a:pPr>
          </a:p>
        </c:txPr>
        <c:crossAx val="48672768"/>
      </c:catAx>
      <c:valAx>
        <c:axId val="48672768"/>
        <c:scaling>
          <c:orientation val="minMax"/>
          <c:max val="4"/>
          <c:min val="0"/>
        </c:scaling>
        <c:delete val="0"/>
        <c:axPos val="l"/>
        <c:majorGridlines>
          <c:spPr>
            <a:ln xmlns:a="http://schemas.openxmlformats.org/drawingml/2006/main" w="9525">
              <a:solidFill>
                <a:srgbClr val="DFE3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Pretendard"/>
                <a:ea typeface="Pretendard"/>
                <a:cs typeface="Pretendard"/>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6E6E6"/>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0E3FE16B-EA57-4D02-86C6-2E5ECDFE8B4F}"/>
              </a:ext>
            </a:extLst>
          </p:cNvPr>
          <p:cNvPicPr>
            <a:picLocks xmlns:a="http://schemas.openxmlformats.org/drawingml/2006/main" noChangeAspect="1"/>
          </p:cNvPicPr>
          <p:nvPr/>
        </p:nvPicPr>
        <p:blipFill>
          <a:blip xmlns:r="http://schemas.openxmlformats.org/officeDocument/2006/relationships" xmlns:a="http://schemas.openxmlformats.org/drawingml/2006/main" r:embed="Ra337baa57c814b19">
            <a:extLst>
              <a:ext uri="{96DAC541-7B7A-43D3-8B79-37D633B846F1}">
                <asvg:svgBlip xmlns:asvg="http://schemas.microsoft.com/office/drawing/2016/SVG/main" r:embed="R79520245c8bb42ea"/>
              </a:ext>
            </a:extLst>
          </a:blip>
          <a:stretch xmlns:a="http://schemas.openxmlformats.org/drawingml/2006/main">
            <a:fillRect l="0" t="0" r="0" b="0"/>
          </a:stretch>
        </p:blipFill>
        <p:spPr>
          <a:xfrm xmlns:a="http://schemas.openxmlformats.org/drawingml/2006/main" rot="0">
            <a:off x="8331200" y="292100"/>
            <a:ext cx="9702800" cy="9702800"/>
          </a:xfrm>
          <a:prstGeom xmlns:a="http://schemas.openxmlformats.org/drawingml/2006/main" prst="rect">
            <a:avLst/>
          </a:prstGeom>
        </p:spPr>
      </p:pic>
      <p:pic>
        <p:nvPicPr>
          <p:cNvPr id="3" name="Picture 3">
            <a:extLst xmlns:a="http://schemas.openxmlformats.org/drawingml/2006/main">
              <a:ext uri="{FF2B5EF4-FFF2-40B4-BE49-F238E27FC236}">
                <a16:creationId xmlns:a16="http://schemas.microsoft.com/office/drawing/2014/main" id="{5528D4B4-67EB-4D7A-89CB-D04D06650D28}"/>
              </a:ext>
            </a:extLst>
          </p:cNvPr>
          <p:cNvPicPr>
            <a:picLocks xmlns:a="http://schemas.openxmlformats.org/drawingml/2006/main" noChangeAspect="1"/>
          </p:cNvPicPr>
          <p:nvPr/>
        </p:nvPicPr>
        <p:blipFill>
          <a:blip xmlns:r="http://schemas.openxmlformats.org/officeDocument/2006/relationships" xmlns:a="http://schemas.openxmlformats.org/drawingml/2006/main" r:embed="R9bc0c8b63ba6483c">
            <a:extLst>
              <a:ext uri="{96DAC541-7B7A-43D3-8B79-37D633B846F1}">
                <asvg:svgBlip xmlns:asvg="http://schemas.microsoft.com/office/drawing/2016/SVG/main" r:embed="R0a6d7b4fe96341b7"/>
              </a:ext>
            </a:extLst>
          </a:blip>
          <a:stretch xmlns:a="http://schemas.openxmlformats.org/drawingml/2006/main">
            <a:fillRect l="0" t="0" r="0" b="0"/>
          </a:stretch>
        </p:blipFill>
        <p:spPr>
          <a:xfrm xmlns:a="http://schemas.openxmlformats.org/drawingml/2006/main" rot="0">
            <a:off x="8534400" y="495300"/>
            <a:ext cx="9309100" cy="93091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51358810-5CED-4CB5-A799-7494AE58E78B}"/>
              </a:ext>
            </a:extLst>
          </p:cNvPr>
          <p:cNvPicPr>
            <a:picLocks xmlns:a="http://schemas.openxmlformats.org/drawingml/2006/main" noChangeAspect="1"/>
          </p:cNvPicPr>
          <p:nvPr/>
        </p:nvPicPr>
        <p:blipFill>
          <a:blip xmlns:r="http://schemas.openxmlformats.org/officeDocument/2006/relationships" xmlns:a="http://schemas.openxmlformats.org/drawingml/2006/main" r:embed="Rcb91b06b3d02457b">
            <a:extLst>
              <a:ext uri="{96DAC541-7B7A-43D3-8B79-37D633B846F1}">
                <asvg:svgBlip xmlns:asvg="http://schemas.microsoft.com/office/drawing/2016/SVG/main" r:embed="R5eb9bc3fde8041d2"/>
              </a:ext>
            </a:extLst>
          </a:blip>
          <a:stretch xmlns:a="http://schemas.openxmlformats.org/drawingml/2006/main">
            <a:fillRect l="0" t="0" r="0" b="0"/>
          </a:stretch>
        </p:blipFill>
        <p:spPr>
          <a:xfrm xmlns:a="http://schemas.openxmlformats.org/drawingml/2006/main" rot="0">
            <a:off x="8890000" y="850900"/>
            <a:ext cx="8585200" cy="8585200"/>
          </a:xfrm>
          <a:prstGeom xmlns:a="http://schemas.openxmlformats.org/drawingml/2006/main" prst="rect">
            <a:avLst/>
          </a:prstGeom>
          <a:effectLst xmlns:a="http://schemas.openxmlformats.org/drawingml/2006/main">
            <a:outerShdw blurRad="4291013" dist="0" dir="5400000">
              <a:srgbClr val="FFFFFF">
                <a:alpha val="100000"/>
              </a:srgbClr>
            </a:outerShdw>
          </a:effectLst>
        </p:spPr>
      </p:pic>
      <p:pic>
        <p:nvPicPr>
          <p:cNvPr id="5" name="Picture 5">
            <a:extLst xmlns:a="http://schemas.openxmlformats.org/drawingml/2006/main">
              <a:ext uri="{FF2B5EF4-FFF2-40B4-BE49-F238E27FC236}">
                <a16:creationId xmlns:a16="http://schemas.microsoft.com/office/drawing/2014/main" id="{A3682DFB-9CB8-4613-89AE-87F12D82204C}"/>
              </a:ext>
            </a:extLst>
          </p:cNvPr>
          <p:cNvPicPr>
            <a:picLocks xmlns:a="http://schemas.openxmlformats.org/drawingml/2006/main" noChangeAspect="1"/>
          </p:cNvPicPr>
          <p:nvPr/>
        </p:nvPicPr>
        <p:blipFill>
          <a:blip xmlns:r="http://schemas.openxmlformats.org/officeDocument/2006/relationships" xmlns:a="http://schemas.openxmlformats.org/drawingml/2006/main" r:embed="R0c480511f6664194"/>
          <a:stretch xmlns:a="http://schemas.openxmlformats.org/drawingml/2006/main">
            <a:fillRect l="0" t="0" r="0" b="0"/>
          </a:stretch>
        </p:blipFill>
        <p:spPr>
          <a:xfrm xmlns:a="http://schemas.openxmlformats.org/drawingml/2006/main" rot="0">
            <a:off x="9093200" y="1054100"/>
            <a:ext cx="8191500" cy="8191500"/>
          </a:xfrm>
          <a:prstGeom xmlns:a="http://schemas.openxmlformats.org/drawingml/2006/main" prst="rect">
            <a:avLst/>
          </a:prstGeom>
          <a:effectLst xmlns:a="http://schemas.openxmlformats.org/drawingml/2006/main">
            <a:outerShdw blurRad="1228725" dist="1575288" dir="2700000">
              <a:srgbClr val="000000">
                <a:alpha val="20000"/>
              </a:srgbClr>
            </a:outerShdw>
          </a:effectLst>
        </p:spPr>
      </p:pic>
      <p:pic>
        <p:nvPicPr>
          <p:cNvPr id="6" name="Picture 6">
            <a:extLst xmlns:a="http://schemas.openxmlformats.org/drawingml/2006/main">
              <a:ext uri="{FF2B5EF4-FFF2-40B4-BE49-F238E27FC236}">
                <a16:creationId xmlns:a16="http://schemas.microsoft.com/office/drawing/2014/main" id="{E5871151-5CB0-4802-8676-9815F4C42FDB}"/>
              </a:ext>
            </a:extLst>
          </p:cNvPr>
          <p:cNvPicPr>
            <a:picLocks xmlns:a="http://schemas.openxmlformats.org/drawingml/2006/main" noChangeAspect="1"/>
          </p:cNvPicPr>
          <p:nvPr/>
        </p:nvPicPr>
        <p:blipFill>
          <a:blip xmlns:r="http://schemas.openxmlformats.org/officeDocument/2006/relationships" xmlns:a="http://schemas.openxmlformats.org/drawingml/2006/main" r:embed="Rec6bdcc673b94195">
            <a:alphaModFix amt="75000"/>
            <a:extLst>
              <a:ext uri="{96DAC541-7B7A-43D3-8B79-37D633B846F1}">
                <asvg:svgBlip xmlns:asvg="http://schemas.microsoft.com/office/drawing/2016/SVG/main" r:embed="R03a1f3a6af964403"/>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7" name="Picture 7">
            <a:extLst xmlns:a="http://schemas.openxmlformats.org/drawingml/2006/main">
              <a:ext uri="{FF2B5EF4-FFF2-40B4-BE49-F238E27FC236}">
                <a16:creationId xmlns:a16="http://schemas.microsoft.com/office/drawing/2014/main" id="{E67934FC-7F7A-48E2-853C-0D3D5B098403}"/>
              </a:ext>
            </a:extLst>
          </p:cNvPr>
          <p:cNvPicPr>
            <a:picLocks xmlns:a="http://schemas.openxmlformats.org/drawingml/2006/main" noChangeAspect="1"/>
          </p:cNvPicPr>
          <p:nvPr/>
        </p:nvPicPr>
        <p:blipFill>
          <a:blip xmlns:r="http://schemas.openxmlformats.org/officeDocument/2006/relationships" xmlns:a="http://schemas.openxmlformats.org/drawingml/2006/main" r:embed="Ree58a84edb4b4546">
            <a:extLst>
              <a:ext uri="{96DAC541-7B7A-43D3-8B79-37D633B846F1}">
                <asvg:svgBlip xmlns:asvg="http://schemas.microsoft.com/office/drawing/2016/SVG/main" r:embed="R1eef47cf246846cf"/>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A356C513-F468-4DB9-9381-CA9E91B54103}"/>
              </a:ext>
            </a:extLst>
          </p:cNvPr>
          <p:cNvPicPr>
            <a:picLocks xmlns:a="http://schemas.openxmlformats.org/drawingml/2006/main" noChangeAspect="1"/>
          </p:cNvPicPr>
          <p:nvPr/>
        </p:nvPicPr>
        <p:blipFill>
          <a:blip xmlns:r="http://schemas.openxmlformats.org/officeDocument/2006/relationships" xmlns:a="http://schemas.openxmlformats.org/drawingml/2006/main" r:embed="Ra3354ee110b0474a">
            <a:extLst>
              <a:ext uri="{96DAC541-7B7A-43D3-8B79-37D633B846F1}">
                <asvg:svgBlip xmlns:asvg="http://schemas.microsoft.com/office/drawing/2016/SVG/main" r:embed="R20af55bbfb894953"/>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EE818DD9-C344-4413-8253-054185B5E5A2}"/>
              </a:ext>
            </a:extLst>
          </p:cNvPr>
          <p:cNvPicPr>
            <a:picLocks xmlns:a="http://schemas.openxmlformats.org/drawingml/2006/main" noChangeAspect="1"/>
          </p:cNvPicPr>
          <p:nvPr/>
        </p:nvPicPr>
        <p:blipFill>
          <a:blip xmlns:r="http://schemas.openxmlformats.org/officeDocument/2006/relationships" xmlns:a="http://schemas.openxmlformats.org/drawingml/2006/main" r:embed="R59a9c1db4d90424b">
            <a:extLst>
              <a:ext uri="{96DAC541-7B7A-43D3-8B79-37D633B846F1}">
                <asvg:svgBlip xmlns:asvg="http://schemas.microsoft.com/office/drawing/2016/SVG/main" r:embed="R479f42ad7d9f44d7"/>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87D4D589-A2AC-4F97-B90C-3E36EF39779B}"/>
              </a:ext>
            </a:extLst>
          </p:cNvPr>
          <p:cNvPicPr>
            <a:picLocks xmlns:a="http://schemas.openxmlformats.org/drawingml/2006/main" noChangeAspect="1"/>
          </p:cNvPicPr>
          <p:nvPr/>
        </p:nvPicPr>
        <p:blipFill>
          <a:blip xmlns:r="http://schemas.openxmlformats.org/officeDocument/2006/relationships" xmlns:a="http://schemas.openxmlformats.org/drawingml/2006/main" r:embed="R547b12cca4264a52"/>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5A29A769-8F56-4E28-A72D-E212CF1A98CF}"/>
              </a:ext>
            </a:extLst>
          </p:cNvPr>
          <p:cNvPicPr>
            <a:picLocks xmlns:a="http://schemas.openxmlformats.org/drawingml/2006/main" noChangeAspect="1"/>
          </p:cNvPicPr>
          <p:nvPr/>
        </p:nvPicPr>
        <p:blipFill>
          <a:blip xmlns:r="http://schemas.openxmlformats.org/officeDocument/2006/relationships" xmlns:a="http://schemas.openxmlformats.org/drawingml/2006/main" r:embed="R1f038f52f84d43a1">
            <a:extLst>
              <a:ext uri="{96DAC541-7B7A-43D3-8B79-37D633B846F1}">
                <asvg:svgBlip xmlns:asvg="http://schemas.microsoft.com/office/drawing/2016/SVG/main" r:embed="R225fd206b6914544"/>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3FD43812-2D55-4C64-A133-FF543E5BA44C}"/>
              </a:ext>
            </a:extLst>
          </p:cNvPr>
          <p:cNvPicPr>
            <a:picLocks xmlns:a="http://schemas.openxmlformats.org/drawingml/2006/main" noChangeAspect="1"/>
          </p:cNvPicPr>
          <p:nvPr/>
        </p:nvPicPr>
        <p:blipFill>
          <a:blip xmlns:r="http://schemas.openxmlformats.org/officeDocument/2006/relationships" xmlns:a="http://schemas.openxmlformats.org/drawingml/2006/main" r:embed="R1d849c1cef8a4861">
            <a:extLst>
              <a:ext uri="{96DAC541-7B7A-43D3-8B79-37D633B846F1}">
                <asvg:svgBlip xmlns:asvg="http://schemas.microsoft.com/office/drawing/2016/SVG/main" r:embed="Rc4ce004ebb554bec"/>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BCB9DFB7-CF99-49F0-83A0-2E0D4B7DD642}"/>
              </a:ext>
            </a:extLst>
          </p:cNvPr>
          <p:cNvPicPr>
            <a:picLocks xmlns:a="http://schemas.openxmlformats.org/drawingml/2006/main" noChangeAspect="1"/>
          </p:cNvPicPr>
          <p:nvPr/>
        </p:nvPicPr>
        <p:blipFill>
          <a:blip xmlns:r="http://schemas.openxmlformats.org/officeDocument/2006/relationships" xmlns:a="http://schemas.openxmlformats.org/drawingml/2006/main" r:embed="Rfa934716b9274a3d">
            <a:extLst>
              <a:ext uri="{96DAC541-7B7A-43D3-8B79-37D633B846F1}">
                <asvg:svgBlip xmlns:asvg="http://schemas.microsoft.com/office/drawing/2016/SVG/main" r:embed="Rac6293de09b8471b"/>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C7E5170E-6EFA-40B4-B779-0716906BAA7D}"/>
              </a:ext>
            </a:extLst>
          </p:cNvPr>
          <p:cNvPicPr>
            <a:picLocks xmlns:a="http://schemas.openxmlformats.org/drawingml/2006/main" noChangeAspect="1"/>
          </p:cNvPicPr>
          <p:nvPr/>
        </p:nvPicPr>
        <p:blipFill>
          <a:blip xmlns:r="http://schemas.openxmlformats.org/officeDocument/2006/relationships" xmlns:a="http://schemas.openxmlformats.org/drawingml/2006/main" r:embed="R1cbc3db91e8e4aaa">
            <a:extLst>
              <a:ext uri="{96DAC541-7B7A-43D3-8B79-37D633B846F1}">
                <asvg:svgBlip xmlns:asvg="http://schemas.microsoft.com/office/drawing/2016/SVG/main" r:embed="R281e7a181f1742d1"/>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66306D1F-53DF-44DE-8BDE-9252C12DBCFD}"/>
              </a:ext>
            </a:extLst>
          </p:cNvPr>
          <p:cNvPicPr>
            <a:picLocks xmlns:a="http://schemas.openxmlformats.org/drawingml/2006/main" noChangeAspect="1"/>
          </p:cNvPicPr>
          <p:nvPr/>
        </p:nvPicPr>
        <p:blipFill>
          <a:blip xmlns:r="http://schemas.openxmlformats.org/officeDocument/2006/relationships" xmlns:a="http://schemas.openxmlformats.org/drawingml/2006/main" r:embed="R1cbc3db91e8e4aaa">
            <a:extLst>
              <a:ext uri="{96DAC541-7B7A-43D3-8B79-37D633B846F1}">
                <asvg:svgBlip xmlns:asvg="http://schemas.microsoft.com/office/drawing/2016/SVG/main" r:embed="R281e7a181f1742d1"/>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060BA2DB-508E-4269-8FBD-5CC1013F1ECA}"/>
              </a:ext>
            </a:extLst>
          </p:cNvPr>
          <p:cNvPicPr>
            <a:picLocks xmlns:a="http://schemas.openxmlformats.org/drawingml/2006/main" noChangeAspect="1"/>
          </p:cNvPicPr>
          <p:nvPr/>
        </p:nvPicPr>
        <p:blipFill>
          <a:blip xmlns:r="http://schemas.openxmlformats.org/officeDocument/2006/relationships" xmlns:a="http://schemas.openxmlformats.org/drawingml/2006/main" r:embed="R1cbc3db91e8e4aaa">
            <a:extLst>
              <a:ext uri="{96DAC541-7B7A-43D3-8B79-37D633B846F1}">
                <asvg:svgBlip xmlns:asvg="http://schemas.microsoft.com/office/drawing/2016/SVG/main" r:embed="R281e7a181f1742d1"/>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2BECBC00-F7FA-42C8-BF82-8231DC9F3966}"/>
              </a:ext>
            </a:extLst>
          </p:cNvPr>
          <p:cNvPicPr>
            <a:picLocks xmlns:a="http://schemas.openxmlformats.org/drawingml/2006/main" noChangeAspect="1"/>
          </p:cNvPicPr>
          <p:nvPr/>
        </p:nvPicPr>
        <p:blipFill>
          <a:blip xmlns:r="http://schemas.openxmlformats.org/officeDocument/2006/relationships" xmlns:a="http://schemas.openxmlformats.org/drawingml/2006/main" r:embed="R1cbc3db91e8e4aaa">
            <a:extLst>
              <a:ext uri="{96DAC541-7B7A-43D3-8B79-37D633B846F1}">
                <asvg:svgBlip xmlns:asvg="http://schemas.microsoft.com/office/drawing/2016/SVG/main" r:embed="R281e7a181f1742d1"/>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28" name="Picture 28">
            <a:extLst xmlns:a="http://schemas.openxmlformats.org/drawingml/2006/main">
              <a:ext uri="{FF2B5EF4-FFF2-40B4-BE49-F238E27FC236}">
                <a16:creationId xmlns:a16="http://schemas.microsoft.com/office/drawing/2014/main" id="{325C6274-91F3-4E04-8C60-2C2954AF5D81}"/>
              </a:ext>
            </a:extLst>
          </p:cNvPr>
          <p:cNvPicPr>
            <a:picLocks xmlns:a="http://schemas.openxmlformats.org/drawingml/2006/main" noChangeAspect="1"/>
          </p:cNvPicPr>
          <p:nvPr/>
        </p:nvPicPr>
        <p:blipFill>
          <a:blip xmlns:r="http://schemas.openxmlformats.org/officeDocument/2006/relationships" xmlns:a="http://schemas.openxmlformats.org/drawingml/2006/main" r:embed="R0b5cb28a3cbd494a">
            <a:extLst>
              <a:ext uri="{96DAC541-7B7A-43D3-8B79-37D633B846F1}">
                <asvg:svgBlip xmlns:asvg="http://schemas.microsoft.com/office/drawing/2016/SVG/main" r:embed="Rbb2287a682474f68"/>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29" name="AI HELP_DESK   |   AI Agent 서비스 Mini Project">
            <a:extLst xmlns:a="http://schemas.openxmlformats.org/drawingml/2006/main">
              <a:ext uri="{FF2B5EF4-FFF2-40B4-BE49-F238E27FC236}">
                <a16:creationId xmlns:a16="http://schemas.microsoft.com/office/drawing/2014/main" id="{28EB19EA-E261-49E9-8901-E42EA8C13C89}"/>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30" name="01">
            <a:extLst xmlns:a="http://schemas.openxmlformats.org/drawingml/2006/main">
              <a:ext uri="{FF2B5EF4-FFF2-40B4-BE49-F238E27FC236}">
                <a16:creationId xmlns:a16="http://schemas.microsoft.com/office/drawing/2014/main" id="{29316BC6-8718-4504-B2D0-1E615141D893}"/>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01</a:t>
            </a:r>
          </a:p>
        </p:txBody>
      </p:sp>
      <p:sp>
        <p:nvSpPr>
          <p:cNvPr id="31" name="과제 1 · Base AI Agent 기능 개선 / 추가">
            <a:extLst xmlns:a="http://schemas.openxmlformats.org/drawingml/2006/main">
              <a:ext uri="{FF2B5EF4-FFF2-40B4-BE49-F238E27FC236}">
                <a16:creationId xmlns:a16="http://schemas.microsoft.com/office/drawing/2014/main" id="{203473D8-7F0C-4DEA-B664-1E7EDDDA25B8}"/>
              </a:ext>
            </a:extLst>
          </p:cNvPr>
          <p:cNvSpPr>
            <a:spLocks xmlns:a="http://schemas.openxmlformats.org/drawingml/2006/main" noGrp="1"/>
          </p:cNvSpPr>
          <p:nvPr/>
        </p:nvSpPr>
        <p:spPr>
          <a:xfrm xmlns:a="http://schemas.openxmlformats.org/drawingml/2006/main">
            <a:off x="2095500" y="2362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075BEA"/>
                </a:solidFill>
                <a:latin typeface="Pretendard"/>
                <a:ea typeface="Pretendard"/>
                <a:cs typeface="Pretendard"/>
              </a:defRPr>
            </a:defPPr>
            <a:lvl1pPr algn="l">
              <a:defRPr sz="2400" b="1">
                <a:solidFill>
                  <a:srgbClr val="075BEA"/>
                </a:solidFill>
                <a:latin typeface="Pretendard"/>
                <a:ea typeface="Pretendard"/>
                <a:cs typeface="Pretendard"/>
              </a:defRPr>
            </a:lvl1pPr>
            <a:lvl2pPr algn="l">
              <a:defRPr sz="2400" b="1">
                <a:solidFill>
                  <a:srgbClr val="075BEA"/>
                </a:solidFill>
                <a:latin typeface="Pretendard"/>
                <a:ea typeface="Pretendard"/>
                <a:cs typeface="Pretendard"/>
              </a:defRPr>
            </a:lvl2pPr>
            <a:lvl3pPr algn="l">
              <a:defRPr sz="2400" b="1">
                <a:solidFill>
                  <a:srgbClr val="075BEA"/>
                </a:solidFill>
                <a:latin typeface="Pretendard"/>
                <a:ea typeface="Pretendard"/>
                <a:cs typeface="Pretendard"/>
              </a:defRPr>
            </a:lvl3pPr>
            <a:lvl4pPr algn="l">
              <a:defRPr sz="2400" b="1">
                <a:solidFill>
                  <a:srgbClr val="075BEA"/>
                </a:solidFill>
                <a:latin typeface="Pretendard"/>
                <a:ea typeface="Pretendard"/>
                <a:cs typeface="Pretendard"/>
              </a:defRPr>
            </a:lvl4pPr>
            <a:lvl5pPr algn="l">
              <a:defRPr sz="2400" b="1">
                <a:solidFill>
                  <a:srgbClr val="075BEA"/>
                </a:solidFill>
                <a:latin typeface="Pretendard"/>
                <a:ea typeface="Pretendard"/>
                <a:cs typeface="Pretendard"/>
              </a:defRPr>
            </a:lvl5pPr>
            <a:lvl6pPr algn="l">
              <a:defRPr sz="2400" b="1">
                <a:solidFill>
                  <a:srgbClr val="075BEA"/>
                </a:solidFill>
                <a:latin typeface="Pretendard"/>
                <a:ea typeface="Pretendard"/>
                <a:cs typeface="Pretendard"/>
              </a:defRPr>
            </a:lvl6pPr>
            <a:lvl7pPr algn="l">
              <a:defRPr sz="2400" b="1">
                <a:solidFill>
                  <a:srgbClr val="075BEA"/>
                </a:solidFill>
                <a:latin typeface="Pretendard"/>
                <a:ea typeface="Pretendard"/>
                <a:cs typeface="Pretendard"/>
              </a:defRPr>
            </a:lvl7pPr>
            <a:lvl8pPr algn="l">
              <a:defRPr sz="2400" b="1">
                <a:solidFill>
                  <a:srgbClr val="075BEA"/>
                </a:solidFill>
                <a:latin typeface="Pretendard"/>
                <a:ea typeface="Pretendard"/>
                <a:cs typeface="Pretendard"/>
              </a:defRPr>
            </a:lvl8pPr>
            <a:lvl9pPr algn="l">
              <a:defRPr sz="2400" b="1">
                <a:solidFill>
                  <a:srgbClr val="075BEA"/>
                </a:solidFill>
                <a:latin typeface="Pretendard"/>
                <a:ea typeface="Pretendard"/>
                <a:cs typeface="Pretendard"/>
              </a:defRPr>
            </a:lvl9pPr>
          </a:lstStyle>
          <a:p xmlns:a="http://schemas.openxmlformats.org/drawingml/2006/main">
            <a:pPr algn="l">
              <a:defRPr sz="2400" b="1">
                <a:solidFill>
                  <a:srgbClr val="075BEA"/>
                </a:solidFill>
                <a:latin typeface="Pretendard"/>
                <a:ea typeface="Pretendard"/>
                <a:cs typeface="Pretendard"/>
              </a:defRPr>
            </a:pPr>
            <a:r>
              <a:rPr sz="2400" b="1">
                <a:solidFill>
                  <a:srgbClr val="075BEA"/>
                </a:solidFill>
                <a:latin typeface="Pretendard"/>
                <a:ea typeface="Pretendard"/>
                <a:cs typeface="Pretendard"/>
              </a:rPr>
              <a:t>과제 1 · Base AI Agent 기능 개선 / 추가</a:t>
            </a:r>
          </a:p>
        </p:txBody>
      </p:sp>
      <p:sp>
        <p:nvSpPr>
          <p:cNvPr id="32" name="AI 기반&#10;IT 헬프데스크">
            <a:extLst xmlns:a="http://schemas.openxmlformats.org/drawingml/2006/main">
              <a:ext uri="{FF2B5EF4-FFF2-40B4-BE49-F238E27FC236}">
                <a16:creationId xmlns:a16="http://schemas.microsoft.com/office/drawing/2014/main" id="{CEBE853E-6234-4ECF-A477-777DBF52845D}"/>
              </a:ext>
            </a:extLst>
          </p:cNvPr>
          <p:cNvSpPr>
            <a:spLocks xmlns:a="http://schemas.openxmlformats.org/drawingml/2006/main" noGrp="1"/>
          </p:cNvSpPr>
          <p:nvPr/>
        </p:nvSpPr>
        <p:spPr>
          <a:xfrm xmlns:a="http://schemas.openxmlformats.org/drawingml/2006/main">
            <a:off x="2038350" y="3286125"/>
            <a:ext cx="11239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350" b="1">
                <a:solidFill>
                  <a:srgbClr val="075BEA"/>
                </a:solidFill>
                <a:latin typeface="Pretendard"/>
                <a:ea typeface="Pretendard"/>
                <a:cs typeface="Pretendard"/>
              </a:defRPr>
            </a:defPPr>
            <a:lvl1pPr algn="l">
              <a:defRPr sz="7350" b="1">
                <a:solidFill>
                  <a:srgbClr val="075BEA"/>
                </a:solidFill>
                <a:latin typeface="Pretendard"/>
                <a:ea typeface="Pretendard"/>
                <a:cs typeface="Pretendard"/>
              </a:defRPr>
            </a:lvl1pPr>
            <a:lvl2pPr algn="l">
              <a:defRPr sz="7350" b="1">
                <a:solidFill>
                  <a:srgbClr val="075BEA"/>
                </a:solidFill>
                <a:latin typeface="Pretendard"/>
                <a:ea typeface="Pretendard"/>
                <a:cs typeface="Pretendard"/>
              </a:defRPr>
            </a:lvl2pPr>
            <a:lvl3pPr algn="l">
              <a:defRPr sz="7350" b="1">
                <a:solidFill>
                  <a:srgbClr val="075BEA"/>
                </a:solidFill>
                <a:latin typeface="Pretendard"/>
                <a:ea typeface="Pretendard"/>
                <a:cs typeface="Pretendard"/>
              </a:defRPr>
            </a:lvl3pPr>
            <a:lvl4pPr algn="l">
              <a:defRPr sz="7350" b="1">
                <a:solidFill>
                  <a:srgbClr val="075BEA"/>
                </a:solidFill>
                <a:latin typeface="Pretendard"/>
                <a:ea typeface="Pretendard"/>
                <a:cs typeface="Pretendard"/>
              </a:defRPr>
            </a:lvl4pPr>
            <a:lvl5pPr algn="l">
              <a:defRPr sz="7350" b="1">
                <a:solidFill>
                  <a:srgbClr val="075BEA"/>
                </a:solidFill>
                <a:latin typeface="Pretendard"/>
                <a:ea typeface="Pretendard"/>
                <a:cs typeface="Pretendard"/>
              </a:defRPr>
            </a:lvl5pPr>
            <a:lvl6pPr algn="l">
              <a:defRPr sz="7350" b="1">
                <a:solidFill>
                  <a:srgbClr val="075BEA"/>
                </a:solidFill>
                <a:latin typeface="Pretendard"/>
                <a:ea typeface="Pretendard"/>
                <a:cs typeface="Pretendard"/>
              </a:defRPr>
            </a:lvl6pPr>
            <a:lvl7pPr algn="l">
              <a:defRPr sz="7350" b="1">
                <a:solidFill>
                  <a:srgbClr val="075BEA"/>
                </a:solidFill>
                <a:latin typeface="Pretendard"/>
                <a:ea typeface="Pretendard"/>
                <a:cs typeface="Pretendard"/>
              </a:defRPr>
            </a:lvl7pPr>
            <a:lvl8pPr algn="l">
              <a:defRPr sz="7350" b="1">
                <a:solidFill>
                  <a:srgbClr val="075BEA"/>
                </a:solidFill>
                <a:latin typeface="Pretendard"/>
                <a:ea typeface="Pretendard"/>
                <a:cs typeface="Pretendard"/>
              </a:defRPr>
            </a:lvl8pPr>
            <a:lvl9pPr algn="l">
              <a:defRPr sz="7350" b="1">
                <a:solidFill>
                  <a:srgbClr val="075BEA"/>
                </a:solidFill>
                <a:latin typeface="Pretendard"/>
                <a:ea typeface="Pretendard"/>
                <a:cs typeface="Pretendard"/>
              </a:defRPr>
            </a:lvl9pPr>
          </a:lstStyle>
          <a:p xmlns:a="http://schemas.openxmlformats.org/drawingml/2006/main">
            <a:pPr algn="l">
              <a:defRPr sz="7350" b="1">
                <a:solidFill>
                  <a:srgbClr val="075BEA"/>
                </a:solidFill>
                <a:latin typeface="Pretendard"/>
                <a:ea typeface="Pretendard"/>
                <a:cs typeface="Pretendard"/>
              </a:defRPr>
            </a:pPr>
            <a:r>
              <a:rPr sz="7350" b="1">
                <a:solidFill>
                  <a:srgbClr val="075BEA"/>
                </a:solidFill>
                <a:latin typeface="Pretendard"/>
                <a:ea typeface="Pretendard"/>
                <a:cs typeface="Pretendard"/>
              </a:rPr>
              <a:t>AI 기반</a:t>
            </a:r>
          </a:p>
          <a:p xmlns:a="http://schemas.openxmlformats.org/drawingml/2006/main">
            <a:pPr algn="l">
              <a:defRPr sz="7350" b="1">
                <a:solidFill>
                  <a:srgbClr val="075BEA"/>
                </a:solidFill>
                <a:latin typeface="Pretendard"/>
                <a:ea typeface="Pretendard"/>
                <a:cs typeface="Pretendard"/>
              </a:defRPr>
            </a:pPr>
            <a:r>
              <a:rPr sz="7350" b="1">
                <a:solidFill>
                  <a:srgbClr val="075BEA"/>
                </a:solidFill>
                <a:latin typeface="Pretendard"/>
                <a:ea typeface="Pretendard"/>
                <a:cs typeface="Pretendard"/>
              </a:rPr>
              <a:t>IT 헬프데스크</a:t>
            </a:r>
          </a:p>
        </p:txBody>
      </p:sp>
      <p:sp>
        <p:nvSpPr>
          <p:cNvPr id="33" name="고도화 결과 보고">
            <a:extLst xmlns:a="http://schemas.openxmlformats.org/drawingml/2006/main">
              <a:ext uri="{FF2B5EF4-FFF2-40B4-BE49-F238E27FC236}">
                <a16:creationId xmlns:a16="http://schemas.microsoft.com/office/drawing/2014/main" id="{64A411BE-2DFA-4D2E-A2B4-FA8E719C7E17}"/>
              </a:ext>
            </a:extLst>
          </p:cNvPr>
          <p:cNvSpPr>
            <a:spLocks xmlns:a="http://schemas.openxmlformats.org/drawingml/2006/main" noGrp="1"/>
          </p:cNvSpPr>
          <p:nvPr/>
        </p:nvSpPr>
        <p:spPr>
          <a:xfrm xmlns:a="http://schemas.openxmlformats.org/drawingml/2006/main">
            <a:off x="2095500" y="5667375"/>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550" b="1">
                <a:solidFill>
                  <a:srgbClr val="101010"/>
                </a:solidFill>
                <a:latin typeface="Pretendard"/>
                <a:ea typeface="Pretendard"/>
                <a:cs typeface="Pretendard"/>
              </a:defRPr>
            </a:defPPr>
            <a:lvl1pPr algn="l">
              <a:defRPr sz="5550" b="1">
                <a:solidFill>
                  <a:srgbClr val="101010"/>
                </a:solidFill>
                <a:latin typeface="Pretendard"/>
                <a:ea typeface="Pretendard"/>
                <a:cs typeface="Pretendard"/>
              </a:defRPr>
            </a:lvl1pPr>
            <a:lvl2pPr algn="l">
              <a:defRPr sz="5550" b="1">
                <a:solidFill>
                  <a:srgbClr val="101010"/>
                </a:solidFill>
                <a:latin typeface="Pretendard"/>
                <a:ea typeface="Pretendard"/>
                <a:cs typeface="Pretendard"/>
              </a:defRPr>
            </a:lvl2pPr>
            <a:lvl3pPr algn="l">
              <a:defRPr sz="5550" b="1">
                <a:solidFill>
                  <a:srgbClr val="101010"/>
                </a:solidFill>
                <a:latin typeface="Pretendard"/>
                <a:ea typeface="Pretendard"/>
                <a:cs typeface="Pretendard"/>
              </a:defRPr>
            </a:lvl3pPr>
            <a:lvl4pPr algn="l">
              <a:defRPr sz="5550" b="1">
                <a:solidFill>
                  <a:srgbClr val="101010"/>
                </a:solidFill>
                <a:latin typeface="Pretendard"/>
                <a:ea typeface="Pretendard"/>
                <a:cs typeface="Pretendard"/>
              </a:defRPr>
            </a:lvl4pPr>
            <a:lvl5pPr algn="l">
              <a:defRPr sz="5550" b="1">
                <a:solidFill>
                  <a:srgbClr val="101010"/>
                </a:solidFill>
                <a:latin typeface="Pretendard"/>
                <a:ea typeface="Pretendard"/>
                <a:cs typeface="Pretendard"/>
              </a:defRPr>
            </a:lvl5pPr>
            <a:lvl6pPr algn="l">
              <a:defRPr sz="5550" b="1">
                <a:solidFill>
                  <a:srgbClr val="101010"/>
                </a:solidFill>
                <a:latin typeface="Pretendard"/>
                <a:ea typeface="Pretendard"/>
                <a:cs typeface="Pretendard"/>
              </a:defRPr>
            </a:lvl6pPr>
            <a:lvl7pPr algn="l">
              <a:defRPr sz="5550" b="1">
                <a:solidFill>
                  <a:srgbClr val="101010"/>
                </a:solidFill>
                <a:latin typeface="Pretendard"/>
                <a:ea typeface="Pretendard"/>
                <a:cs typeface="Pretendard"/>
              </a:defRPr>
            </a:lvl7pPr>
            <a:lvl8pPr algn="l">
              <a:defRPr sz="5550" b="1">
                <a:solidFill>
                  <a:srgbClr val="101010"/>
                </a:solidFill>
                <a:latin typeface="Pretendard"/>
                <a:ea typeface="Pretendard"/>
                <a:cs typeface="Pretendard"/>
              </a:defRPr>
            </a:lvl8pPr>
            <a:lvl9pPr algn="l">
              <a:defRPr sz="5550" b="1">
                <a:solidFill>
                  <a:srgbClr val="101010"/>
                </a:solidFill>
                <a:latin typeface="Pretendard"/>
                <a:ea typeface="Pretendard"/>
                <a:cs typeface="Pretendard"/>
              </a:defRPr>
            </a:lvl9pPr>
          </a:lstStyle>
          <a:p xmlns:a="http://schemas.openxmlformats.org/drawingml/2006/main">
            <a:pPr algn="l">
              <a:defRPr sz="5550" b="1">
                <a:solidFill>
                  <a:srgbClr val="101010"/>
                </a:solidFill>
                <a:latin typeface="Pretendard"/>
                <a:ea typeface="Pretendard"/>
                <a:cs typeface="Pretendard"/>
              </a:defRPr>
            </a:pPr>
            <a:r>
              <a:rPr sz="5550" b="1">
                <a:solidFill>
                  <a:srgbClr val="101010"/>
                </a:solidFill>
                <a:latin typeface="Pretendard"/>
                <a:ea typeface="Pretendard"/>
                <a:cs typeface="Pretendard"/>
              </a:rPr>
              <a:t>고도화 결과 보고</a:t>
            </a:r>
          </a:p>
        </p:txBody>
      </p:sp>
      <p:sp>
        <p:nvSpPr>
          <p:cNvPr id="34" name="자연어 문의 접수 · 근거 검색 · 답변 검증 · 이력 관리">
            <a:extLst xmlns:a="http://schemas.openxmlformats.org/drawingml/2006/main">
              <a:ext uri="{FF2B5EF4-FFF2-40B4-BE49-F238E27FC236}">
                <a16:creationId xmlns:a16="http://schemas.microsoft.com/office/drawing/2014/main" id="{9A2AFC32-7223-425F-9947-32A995AF216D}"/>
              </a:ext>
            </a:extLst>
          </p:cNvPr>
          <p:cNvSpPr>
            <a:spLocks xmlns:a="http://schemas.openxmlformats.org/drawingml/2006/main" noGrp="1"/>
          </p:cNvSpPr>
          <p:nvPr/>
        </p:nvSpPr>
        <p:spPr>
          <a:xfrm xmlns:a="http://schemas.openxmlformats.org/drawingml/2006/main">
            <a:off x="2133600" y="7067550"/>
            <a:ext cx="1171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101010"/>
                </a:solidFill>
                <a:latin typeface="Pretendard"/>
                <a:ea typeface="Pretendard"/>
                <a:cs typeface="Pretendard"/>
              </a:defRPr>
            </a:defPPr>
            <a:lvl1pPr algn="l">
              <a:defRPr sz="2550" b="0">
                <a:solidFill>
                  <a:srgbClr val="101010"/>
                </a:solidFill>
                <a:latin typeface="Pretendard"/>
                <a:ea typeface="Pretendard"/>
                <a:cs typeface="Pretendard"/>
              </a:defRPr>
            </a:lvl1pPr>
            <a:lvl2pPr algn="l">
              <a:defRPr sz="2550" b="0">
                <a:solidFill>
                  <a:srgbClr val="101010"/>
                </a:solidFill>
                <a:latin typeface="Pretendard"/>
                <a:ea typeface="Pretendard"/>
                <a:cs typeface="Pretendard"/>
              </a:defRPr>
            </a:lvl2pPr>
            <a:lvl3pPr algn="l">
              <a:defRPr sz="2550" b="0">
                <a:solidFill>
                  <a:srgbClr val="101010"/>
                </a:solidFill>
                <a:latin typeface="Pretendard"/>
                <a:ea typeface="Pretendard"/>
                <a:cs typeface="Pretendard"/>
              </a:defRPr>
            </a:lvl3pPr>
            <a:lvl4pPr algn="l">
              <a:defRPr sz="2550" b="0">
                <a:solidFill>
                  <a:srgbClr val="101010"/>
                </a:solidFill>
                <a:latin typeface="Pretendard"/>
                <a:ea typeface="Pretendard"/>
                <a:cs typeface="Pretendard"/>
              </a:defRPr>
            </a:lvl4pPr>
            <a:lvl5pPr algn="l">
              <a:defRPr sz="2550" b="0">
                <a:solidFill>
                  <a:srgbClr val="101010"/>
                </a:solidFill>
                <a:latin typeface="Pretendard"/>
                <a:ea typeface="Pretendard"/>
                <a:cs typeface="Pretendard"/>
              </a:defRPr>
            </a:lvl5pPr>
            <a:lvl6pPr algn="l">
              <a:defRPr sz="2550" b="0">
                <a:solidFill>
                  <a:srgbClr val="101010"/>
                </a:solidFill>
                <a:latin typeface="Pretendard"/>
                <a:ea typeface="Pretendard"/>
                <a:cs typeface="Pretendard"/>
              </a:defRPr>
            </a:lvl6pPr>
            <a:lvl7pPr algn="l">
              <a:defRPr sz="2550" b="0">
                <a:solidFill>
                  <a:srgbClr val="101010"/>
                </a:solidFill>
                <a:latin typeface="Pretendard"/>
                <a:ea typeface="Pretendard"/>
                <a:cs typeface="Pretendard"/>
              </a:defRPr>
            </a:lvl7pPr>
            <a:lvl8pPr algn="l">
              <a:defRPr sz="2550" b="0">
                <a:solidFill>
                  <a:srgbClr val="101010"/>
                </a:solidFill>
                <a:latin typeface="Pretendard"/>
                <a:ea typeface="Pretendard"/>
                <a:cs typeface="Pretendard"/>
              </a:defRPr>
            </a:lvl8pPr>
            <a:lvl9pPr algn="l">
              <a:defRPr sz="2550" b="0">
                <a:solidFill>
                  <a:srgbClr val="101010"/>
                </a:solidFill>
                <a:latin typeface="Pretendard"/>
                <a:ea typeface="Pretendard"/>
                <a:cs typeface="Pretendard"/>
              </a:defRPr>
            </a:lvl9pPr>
          </a:lstStyle>
          <a:p xmlns:a="http://schemas.openxmlformats.org/drawingml/2006/main">
            <a:pPr algn="l">
              <a:defRPr sz="2550" b="0">
                <a:solidFill>
                  <a:srgbClr val="101010"/>
                </a:solidFill>
                <a:latin typeface="Pretendard"/>
                <a:ea typeface="Pretendard"/>
                <a:cs typeface="Pretendard"/>
              </a:defRPr>
            </a:pPr>
            <a:r>
              <a:rPr sz="2550" b="0">
                <a:solidFill>
                  <a:srgbClr val="101010"/>
                </a:solidFill>
                <a:latin typeface="Pretendard"/>
                <a:ea typeface="Pretendard"/>
                <a:cs typeface="Pretendard"/>
              </a:rPr>
              <a:t>자연어 문의 접수 · 근거 검색 · 답변 검증 · 이력 관리</a:t>
            </a:r>
          </a:p>
        </p:txBody>
      </p:sp>
      <p:sp>
        <p:nvSpPr>
          <p:cNvPr id="35" name="G081  성가연">
            <a:extLst xmlns:a="http://schemas.openxmlformats.org/drawingml/2006/main">
              <a:ext uri="{FF2B5EF4-FFF2-40B4-BE49-F238E27FC236}">
                <a16:creationId xmlns:a16="http://schemas.microsoft.com/office/drawing/2014/main" id="{455637C0-DE80-4AC0-8BBF-D9C06044AA56}"/>
              </a:ext>
            </a:extLst>
          </p:cNvPr>
          <p:cNvSpPr>
            <a:spLocks xmlns:a="http://schemas.openxmlformats.org/drawingml/2006/main" noGrp="1"/>
          </p:cNvSpPr>
          <p:nvPr/>
        </p:nvSpPr>
        <p:spPr>
          <a:xfrm xmlns:a="http://schemas.openxmlformats.org/drawingml/2006/main">
            <a:off x="2133600" y="84201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01010"/>
                </a:solidFill>
                <a:latin typeface="Pretendard"/>
                <a:ea typeface="Pretendard"/>
                <a:cs typeface="Pretendard"/>
              </a:defRPr>
            </a:defPPr>
            <a:lvl1pPr algn="l">
              <a:defRPr sz="3300" b="1">
                <a:solidFill>
                  <a:srgbClr val="101010"/>
                </a:solidFill>
                <a:latin typeface="Pretendard"/>
                <a:ea typeface="Pretendard"/>
                <a:cs typeface="Pretendard"/>
              </a:defRPr>
            </a:lvl1pPr>
            <a:lvl2pPr algn="l">
              <a:defRPr sz="3300" b="1">
                <a:solidFill>
                  <a:srgbClr val="101010"/>
                </a:solidFill>
                <a:latin typeface="Pretendard"/>
                <a:ea typeface="Pretendard"/>
                <a:cs typeface="Pretendard"/>
              </a:defRPr>
            </a:lvl2pPr>
            <a:lvl3pPr algn="l">
              <a:defRPr sz="3300" b="1">
                <a:solidFill>
                  <a:srgbClr val="101010"/>
                </a:solidFill>
                <a:latin typeface="Pretendard"/>
                <a:ea typeface="Pretendard"/>
                <a:cs typeface="Pretendard"/>
              </a:defRPr>
            </a:lvl3pPr>
            <a:lvl4pPr algn="l">
              <a:defRPr sz="3300" b="1">
                <a:solidFill>
                  <a:srgbClr val="101010"/>
                </a:solidFill>
                <a:latin typeface="Pretendard"/>
                <a:ea typeface="Pretendard"/>
                <a:cs typeface="Pretendard"/>
              </a:defRPr>
            </a:lvl4pPr>
            <a:lvl5pPr algn="l">
              <a:defRPr sz="3300" b="1">
                <a:solidFill>
                  <a:srgbClr val="101010"/>
                </a:solidFill>
                <a:latin typeface="Pretendard"/>
                <a:ea typeface="Pretendard"/>
                <a:cs typeface="Pretendard"/>
              </a:defRPr>
            </a:lvl5pPr>
            <a:lvl6pPr algn="l">
              <a:defRPr sz="3300" b="1">
                <a:solidFill>
                  <a:srgbClr val="101010"/>
                </a:solidFill>
                <a:latin typeface="Pretendard"/>
                <a:ea typeface="Pretendard"/>
                <a:cs typeface="Pretendard"/>
              </a:defRPr>
            </a:lvl6pPr>
            <a:lvl7pPr algn="l">
              <a:defRPr sz="3300" b="1">
                <a:solidFill>
                  <a:srgbClr val="101010"/>
                </a:solidFill>
                <a:latin typeface="Pretendard"/>
                <a:ea typeface="Pretendard"/>
                <a:cs typeface="Pretendard"/>
              </a:defRPr>
            </a:lvl7pPr>
            <a:lvl8pPr algn="l">
              <a:defRPr sz="3300" b="1">
                <a:solidFill>
                  <a:srgbClr val="101010"/>
                </a:solidFill>
                <a:latin typeface="Pretendard"/>
                <a:ea typeface="Pretendard"/>
                <a:cs typeface="Pretendard"/>
              </a:defRPr>
            </a:lvl8pPr>
            <a:lvl9pPr algn="l">
              <a:defRPr sz="3300" b="1">
                <a:solidFill>
                  <a:srgbClr val="101010"/>
                </a:solidFill>
                <a:latin typeface="Pretendard"/>
                <a:ea typeface="Pretendard"/>
                <a:cs typeface="Pretendard"/>
              </a:defRPr>
            </a:lvl9pPr>
          </a:lstStyle>
          <a:p xmlns:a="http://schemas.openxmlformats.org/drawingml/2006/main">
            <a:pPr algn="l">
              <a:defRPr sz="3300" b="1">
                <a:solidFill>
                  <a:srgbClr val="101010"/>
                </a:solidFill>
                <a:latin typeface="Pretendard"/>
                <a:ea typeface="Pretendard"/>
                <a:cs typeface="Pretendard"/>
              </a:defRPr>
            </a:pPr>
            <a:r>
              <a:rPr sz="3300" b="1">
                <a:solidFill>
                  <a:srgbClr val="101010"/>
                </a:solidFill>
                <a:latin typeface="Pretendard"/>
                <a:ea typeface="Pretendard"/>
                <a:cs typeface="Pretendard"/>
              </a:rPr>
              <a:t>G081  성가연</a:t>
            </a:r>
          </a:p>
        </p:txBody>
      </p:sp>
      <p:sp>
        <p:nvSpPr>
          <p:cNvPr id="36" name="2026. 10. 21">
            <a:extLst xmlns:a="http://schemas.openxmlformats.org/drawingml/2006/main">
              <a:ext uri="{FF2B5EF4-FFF2-40B4-BE49-F238E27FC236}">
                <a16:creationId xmlns:a16="http://schemas.microsoft.com/office/drawing/2014/main" id="{87B7366A-5328-4E6C-A15F-022C41D19DF0}"/>
              </a:ext>
            </a:extLst>
          </p:cNvPr>
          <p:cNvSpPr>
            <a:spLocks xmlns:a="http://schemas.openxmlformats.org/drawingml/2006/main" noGrp="1"/>
          </p:cNvSpPr>
          <p:nvPr/>
        </p:nvSpPr>
        <p:spPr>
          <a:xfrm xmlns:a="http://schemas.openxmlformats.org/drawingml/2006/main">
            <a:off x="2133600" y="91154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2026. 10. 21</a:t>
            </a:r>
          </a:p>
        </p:txBody>
      </p:sp>
    </p:spTree>
    <p:extLst>
      <p:ext uri="{BB962C8B-B14F-4D97-AF65-F5344CB8AC3E}">
        <p14:creationId xmlns:p14="http://schemas.microsoft.com/office/powerpoint/2010/main" val="666267113"/>
      </p:ext>
    </p:extLst>
  </p:cSld>
</p:sld>
</file>

<file path=ppt/slides/slide2.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8517f5c30d044dc6">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3" name="Picture 3">
            <a:extLst xmlns:a="http://schemas.openxmlformats.org/drawingml/2006/main">
              <a:ext uri="{FF2B5EF4-FFF2-40B4-BE49-F238E27FC236}">
                <a16:creationId xmlns:a16="http://schemas.microsoft.com/office/drawing/2014/main" id="{F8F564D9-77B3-4F9D-B652-CE6D25AB82E4}"/>
              </a:ext>
            </a:extLst>
          </p:cNvPr>
          <p:cNvPicPr>
            <a:picLocks xmlns:a="http://schemas.openxmlformats.org/drawingml/2006/main" noChangeAspect="1"/>
          </p:cNvPicPr>
          <p:nvPr/>
        </p:nvPicPr>
        <p:blipFill>
          <a:blip xmlns:r="http://schemas.openxmlformats.org/officeDocument/2006/relationships" xmlns:a="http://schemas.openxmlformats.org/drawingml/2006/main" r:embed="Rd6d2513b68f04c12">
            <a:alphaModFix amt="90000"/>
            <a:extLst>
              <a:ext uri="{96DAC541-7B7A-43D3-8B79-37D633B846F1}">
                <asvg:svgBlip xmlns:asvg="http://schemas.microsoft.com/office/drawing/2016/SVG/main" r:embed="R20cbb205bed446c5"/>
              </a:ext>
            </a:extLst>
          </a:blip>
          <a:stretch xmlns:a="http://schemas.openxmlformats.org/drawingml/2006/main">
            <a:fillRect l="0" t="0" r="0" b="0"/>
          </a:stretch>
        </p:blipFill>
        <p:spPr>
          <a:xfrm xmlns:a="http://schemas.openxmlformats.org/drawingml/2006/main" rot="0">
            <a:off x="2082800" y="2870200"/>
            <a:ext cx="4914900" cy="30861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b40eb2bd2e964b25">
            <a:extLst>
              <a:ext uri="{96DAC541-7B7A-43D3-8B79-37D633B846F1}">
                <asvg:svgBlip xmlns:asvg="http://schemas.microsoft.com/office/drawing/2016/SVG/main" r:embed="R9cf278087ef24e92"/>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6aca79e9004945c7">
            <a:alphaModFix amt="75000"/>
            <a:extLst>
              <a:ext uri="{96DAC541-7B7A-43D3-8B79-37D633B846F1}">
                <asvg:svgBlip xmlns:asvg="http://schemas.microsoft.com/office/drawing/2016/SVG/main" r:embed="Rf50a6c139cce4031"/>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b76e22ee34184674">
            <a:extLst>
              <a:ext uri="{96DAC541-7B7A-43D3-8B79-37D633B846F1}">
                <asvg:svgBlip xmlns:asvg="http://schemas.microsoft.com/office/drawing/2016/SVG/main" r:embed="Rd86a3506d6864f7f"/>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c55cf70a99d1408f">
            <a:extLst>
              <a:ext uri="{96DAC541-7B7A-43D3-8B79-37D633B846F1}">
                <asvg:svgBlip xmlns:asvg="http://schemas.microsoft.com/office/drawing/2016/SVG/main" r:embed="R7c33d7227ea34374"/>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2308725bb1af4ebe">
            <a:extLst>
              <a:ext uri="{96DAC541-7B7A-43D3-8B79-37D633B846F1}">
                <asvg:svgBlip xmlns:asvg="http://schemas.microsoft.com/office/drawing/2016/SVG/main" r:embed="R991a2b6ecef6493a"/>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bd247e5a7dcf455b"/>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3cc0e2ebcdd14016">
            <a:extLst>
              <a:ext uri="{96DAC541-7B7A-43D3-8B79-37D633B846F1}">
                <asvg:svgBlip xmlns:asvg="http://schemas.microsoft.com/office/drawing/2016/SVG/main" r:embed="R07019dc7e4b44eaa"/>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04b0ac368aaa42d2">
            <a:extLst>
              <a:ext uri="{96DAC541-7B7A-43D3-8B79-37D633B846F1}">
                <asvg:svgBlip xmlns:asvg="http://schemas.microsoft.com/office/drawing/2016/SVG/main" r:embed="R50cc330f5e4949b7"/>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d33cb3b7a0b04e20">
            <a:extLst>
              <a:ext uri="{96DAC541-7B7A-43D3-8B79-37D633B846F1}">
                <asvg:svgBlip xmlns:asvg="http://schemas.microsoft.com/office/drawing/2016/SVG/main" r:embed="R1155f541deb4478a"/>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ff89072b9f05447c">
            <a:extLst>
              <a:ext uri="{96DAC541-7B7A-43D3-8B79-37D633B846F1}">
                <asvg:svgBlip xmlns:asvg="http://schemas.microsoft.com/office/drawing/2016/SVG/main" r:embed="Rf358e7dd483e458a"/>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ff89072b9f05447c">
            <a:extLst>
              <a:ext uri="{96DAC541-7B7A-43D3-8B79-37D633B846F1}">
                <asvg:svgBlip xmlns:asvg="http://schemas.microsoft.com/office/drawing/2016/SVG/main" r:embed="Rf358e7dd483e458a"/>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ff89072b9f05447c">
            <a:extLst>
              <a:ext uri="{96DAC541-7B7A-43D3-8B79-37D633B846F1}">
                <asvg:svgBlip xmlns:asvg="http://schemas.microsoft.com/office/drawing/2016/SVG/main" r:embed="Rf358e7dd483e458a"/>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ff89072b9f05447c">
            <a:extLst>
              <a:ext uri="{96DAC541-7B7A-43D3-8B79-37D633B846F1}">
                <asvg:svgBlip xmlns:asvg="http://schemas.microsoft.com/office/drawing/2016/SVG/main" r:embed="Rf358e7dd483e458a"/>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39f44a338dc74f5c">
            <a:extLst>
              <a:ext uri="{96DAC541-7B7A-43D3-8B79-37D633B846F1}">
                <asvg:svgBlip xmlns:asvg="http://schemas.microsoft.com/office/drawing/2016/SVG/main" r:embed="R50238b76388441ee"/>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pic>
        <p:nvPicPr>
          <p:cNvPr id="18" name="Picture 18">
            <a:extLst xmlns:a="http://schemas.openxmlformats.org/drawingml/2006/main">
              <a:ext uri="{FF2B5EF4-FFF2-40B4-BE49-F238E27FC236}">
                <a16:creationId xmlns:a16="http://schemas.microsoft.com/office/drawing/2014/main" id="{C033451D-8E9B-4945-8E6C-BDBAB036575F}"/>
              </a:ext>
            </a:extLst>
          </p:cNvPr>
          <p:cNvPicPr>
            <a:picLocks xmlns:a="http://schemas.openxmlformats.org/drawingml/2006/main" noChangeAspect="1"/>
          </p:cNvPicPr>
          <p:nvPr/>
        </p:nvPicPr>
        <p:blipFill>
          <a:blip xmlns:r="http://schemas.openxmlformats.org/officeDocument/2006/relationships" xmlns:a="http://schemas.openxmlformats.org/drawingml/2006/main" r:embed="R0bec47ab35114d17">
            <a:extLst>
              <a:ext uri="{96DAC541-7B7A-43D3-8B79-37D633B846F1}">
                <asvg:svgBlip xmlns:asvg="http://schemas.microsoft.com/office/drawing/2016/SVG/main" r:embed="Rabc1fe118ac04683"/>
              </a:ext>
            </a:extLst>
          </a:blip>
          <a:stretch xmlns:a="http://schemas.openxmlformats.org/drawingml/2006/main">
            <a:fillRect l="0" t="0" r="0" b="0"/>
          </a:stretch>
        </p:blipFill>
        <p:spPr>
          <a:xfrm xmlns:a="http://schemas.openxmlformats.org/drawingml/2006/main" rot="0">
            <a:off x="2451100" y="3213100"/>
            <a:ext cx="685800" cy="685800"/>
          </a:xfrm>
          <a:prstGeom xmlns:a="http://schemas.openxmlformats.org/drawingml/2006/main" prst="rect">
            <a:avLst/>
          </a:prstGeom>
        </p:spPr>
      </p:pic>
      <p:pic>
        <p:nvPicPr>
          <p:cNvPr id="19" name="Picture 19">
            <a:extLst xmlns:a="http://schemas.openxmlformats.org/drawingml/2006/main">
              <a:ext uri="{FF2B5EF4-FFF2-40B4-BE49-F238E27FC236}">
                <a16:creationId xmlns:a16="http://schemas.microsoft.com/office/drawing/2014/main" id="{E88101D1-B293-4E78-B66D-BCD2B588E59E}"/>
              </a:ext>
            </a:extLst>
          </p:cNvPr>
          <p:cNvPicPr>
            <a:picLocks xmlns:a="http://schemas.openxmlformats.org/drawingml/2006/main" noChangeAspect="1"/>
          </p:cNvPicPr>
          <p:nvPr/>
        </p:nvPicPr>
        <p:blipFill>
          <a:blip xmlns:r="http://schemas.openxmlformats.org/officeDocument/2006/relationships" xmlns:a="http://schemas.openxmlformats.org/drawingml/2006/main" r:embed="Rd6d2513b68f04c12">
            <a:alphaModFix amt="90000"/>
            <a:extLst>
              <a:ext uri="{96DAC541-7B7A-43D3-8B79-37D633B846F1}">
                <asvg:svgBlip xmlns:asvg="http://schemas.microsoft.com/office/drawing/2016/SVG/main" r:embed="R20cbb205bed446c5"/>
              </a:ext>
            </a:extLst>
          </a:blip>
          <a:stretch xmlns:a="http://schemas.openxmlformats.org/drawingml/2006/main">
            <a:fillRect l="0" t="0" r="0" b="0"/>
          </a:stretch>
        </p:blipFill>
        <p:spPr>
          <a:xfrm xmlns:a="http://schemas.openxmlformats.org/drawingml/2006/main" rot="0">
            <a:off x="7378700" y="2870200"/>
            <a:ext cx="4914900" cy="3086100"/>
          </a:xfrm>
          <a:prstGeom xmlns:a="http://schemas.openxmlformats.org/drawingml/2006/main" prst="rect">
            <a:avLst/>
          </a:prstGeom>
        </p:spPr>
      </p:pic>
      <p:pic>
        <p:nvPicPr>
          <p:cNvPr id="20" name="Picture 20">
            <a:extLst xmlns:a="http://schemas.openxmlformats.org/drawingml/2006/main">
              <a:ext uri="{FF2B5EF4-FFF2-40B4-BE49-F238E27FC236}">
                <a16:creationId xmlns:a16="http://schemas.microsoft.com/office/drawing/2014/main" id="{ACA26813-F981-46F3-AA7B-226ACA141BCA}"/>
              </a:ext>
            </a:extLst>
          </p:cNvPr>
          <p:cNvPicPr>
            <a:picLocks xmlns:a="http://schemas.openxmlformats.org/drawingml/2006/main" noChangeAspect="1"/>
          </p:cNvPicPr>
          <p:nvPr/>
        </p:nvPicPr>
        <p:blipFill>
          <a:blip xmlns:r="http://schemas.openxmlformats.org/officeDocument/2006/relationships" xmlns:a="http://schemas.openxmlformats.org/drawingml/2006/main" r:embed="R0bec47ab35114d17">
            <a:extLst>
              <a:ext uri="{96DAC541-7B7A-43D3-8B79-37D633B846F1}">
                <asvg:svgBlip xmlns:asvg="http://schemas.microsoft.com/office/drawing/2016/SVG/main" r:embed="Rabc1fe118ac04683"/>
              </a:ext>
            </a:extLst>
          </a:blip>
          <a:stretch xmlns:a="http://schemas.openxmlformats.org/drawingml/2006/main">
            <a:fillRect l="0" t="0" r="0" b="0"/>
          </a:stretch>
        </p:blipFill>
        <p:spPr>
          <a:xfrm xmlns:a="http://schemas.openxmlformats.org/drawingml/2006/main" rot="0">
            <a:off x="7747000" y="3213100"/>
            <a:ext cx="685800" cy="685800"/>
          </a:xfrm>
          <a:prstGeom xmlns:a="http://schemas.openxmlformats.org/drawingml/2006/main" prst="rect">
            <a:avLst/>
          </a:prstGeom>
        </p:spPr>
      </p:pic>
      <p:pic>
        <p:nvPicPr>
          <p:cNvPr id="21" name="Picture 21">
            <a:extLst xmlns:a="http://schemas.openxmlformats.org/drawingml/2006/main">
              <a:ext uri="{FF2B5EF4-FFF2-40B4-BE49-F238E27FC236}">
                <a16:creationId xmlns:a16="http://schemas.microsoft.com/office/drawing/2014/main" id="{77D325B7-6F5A-4271-B3C5-9E8AB5E20402}"/>
              </a:ext>
            </a:extLst>
          </p:cNvPr>
          <p:cNvPicPr>
            <a:picLocks xmlns:a="http://schemas.openxmlformats.org/drawingml/2006/main" noChangeAspect="1"/>
          </p:cNvPicPr>
          <p:nvPr/>
        </p:nvPicPr>
        <p:blipFill>
          <a:blip xmlns:r="http://schemas.openxmlformats.org/officeDocument/2006/relationships" xmlns:a="http://schemas.openxmlformats.org/drawingml/2006/main" r:embed="R0657b5d1201f4868">
            <a:alphaModFix amt="90000"/>
            <a:extLst>
              <a:ext uri="{96DAC541-7B7A-43D3-8B79-37D633B846F1}">
                <asvg:svgBlip xmlns:asvg="http://schemas.microsoft.com/office/drawing/2016/SVG/main" r:embed="R37d224282c59431b"/>
              </a:ext>
            </a:extLst>
          </a:blip>
          <a:stretch xmlns:a="http://schemas.openxmlformats.org/drawingml/2006/main">
            <a:fillRect l="0" t="0" r="0" b="0"/>
          </a:stretch>
        </p:blipFill>
        <p:spPr>
          <a:xfrm xmlns:a="http://schemas.openxmlformats.org/drawingml/2006/main" rot="0">
            <a:off x="12674600" y="2870200"/>
            <a:ext cx="4914900" cy="3086100"/>
          </a:xfrm>
          <a:prstGeom xmlns:a="http://schemas.openxmlformats.org/drawingml/2006/main" prst="rect">
            <a:avLst/>
          </a:prstGeom>
        </p:spPr>
      </p:pic>
      <p:pic>
        <p:nvPicPr>
          <p:cNvPr id="22" name="Picture 22">
            <a:extLst xmlns:a="http://schemas.openxmlformats.org/drawingml/2006/main">
              <a:ext uri="{FF2B5EF4-FFF2-40B4-BE49-F238E27FC236}">
                <a16:creationId xmlns:a16="http://schemas.microsoft.com/office/drawing/2014/main" id="{27DB5DCF-AF3B-43F1-89E1-3E7B7F11F5D5}"/>
              </a:ext>
            </a:extLst>
          </p:cNvPr>
          <p:cNvPicPr>
            <a:picLocks xmlns:a="http://schemas.openxmlformats.org/drawingml/2006/main" noChangeAspect="1"/>
          </p:cNvPicPr>
          <p:nvPr/>
        </p:nvPicPr>
        <p:blipFill>
          <a:blip xmlns:r="http://schemas.openxmlformats.org/officeDocument/2006/relationships" xmlns:a="http://schemas.openxmlformats.org/drawingml/2006/main" r:embed="R7fbb355a79004c4f">
            <a:extLst>
              <a:ext uri="{96DAC541-7B7A-43D3-8B79-37D633B846F1}">
                <asvg:svgBlip xmlns:asvg="http://schemas.microsoft.com/office/drawing/2016/SVG/main" r:embed="Rea3e0e234d0b4c4c"/>
              </a:ext>
            </a:extLst>
          </a:blip>
          <a:stretch xmlns:a="http://schemas.openxmlformats.org/drawingml/2006/main">
            <a:fillRect l="0" t="0" r="0" b="0"/>
          </a:stretch>
        </p:blipFill>
        <p:spPr>
          <a:xfrm xmlns:a="http://schemas.openxmlformats.org/drawingml/2006/main" rot="0">
            <a:off x="13042900" y="3213100"/>
            <a:ext cx="685800" cy="685800"/>
          </a:xfrm>
          <a:prstGeom xmlns:a="http://schemas.openxmlformats.org/drawingml/2006/main" prst="rect">
            <a:avLst/>
          </a:prstGeom>
        </p:spPr>
      </p:pic>
      <p:pic>
        <p:nvPicPr>
          <p:cNvPr id="23" name="Picture 23">
            <a:extLst xmlns:a="http://schemas.openxmlformats.org/drawingml/2006/main">
              <a:ext uri="{FF2B5EF4-FFF2-40B4-BE49-F238E27FC236}">
                <a16:creationId xmlns:a16="http://schemas.microsoft.com/office/drawing/2014/main" id="{0E68EF89-3178-4064-B1D2-B3F3B15E1E5E}"/>
              </a:ext>
            </a:extLst>
          </p:cNvPr>
          <p:cNvPicPr>
            <a:picLocks xmlns:a="http://schemas.openxmlformats.org/drawingml/2006/main" noChangeAspect="1"/>
          </p:cNvPicPr>
          <p:nvPr/>
        </p:nvPicPr>
        <p:blipFill>
          <a:blip xmlns:r="http://schemas.openxmlformats.org/officeDocument/2006/relationships" xmlns:a="http://schemas.openxmlformats.org/drawingml/2006/main" r:embed="Rd6d2513b68f04c12">
            <a:alphaModFix amt="90000"/>
            <a:extLst>
              <a:ext uri="{96DAC541-7B7A-43D3-8B79-37D633B846F1}">
                <asvg:svgBlip xmlns:asvg="http://schemas.microsoft.com/office/drawing/2016/SVG/main" r:embed="R20cbb205bed446c5"/>
              </a:ext>
            </a:extLst>
          </a:blip>
          <a:stretch xmlns:a="http://schemas.openxmlformats.org/drawingml/2006/main">
            <a:fillRect l="0" t="0" r="0" b="0"/>
          </a:stretch>
        </p:blipFill>
        <p:spPr>
          <a:xfrm xmlns:a="http://schemas.openxmlformats.org/drawingml/2006/main" rot="0">
            <a:off x="2082800" y="6426200"/>
            <a:ext cx="4914900" cy="3086100"/>
          </a:xfrm>
          <a:prstGeom xmlns:a="http://schemas.openxmlformats.org/drawingml/2006/main" prst="rect">
            <a:avLst/>
          </a:prstGeom>
        </p:spPr>
      </p:pic>
      <p:pic>
        <p:nvPicPr>
          <p:cNvPr id="24" name="Picture 24">
            <a:extLst xmlns:a="http://schemas.openxmlformats.org/drawingml/2006/main">
              <a:ext uri="{FF2B5EF4-FFF2-40B4-BE49-F238E27FC236}">
                <a16:creationId xmlns:a16="http://schemas.microsoft.com/office/drawing/2014/main" id="{22CE8F5B-F57B-410A-A42D-02D14364A1C4}"/>
              </a:ext>
            </a:extLst>
          </p:cNvPr>
          <p:cNvPicPr>
            <a:picLocks xmlns:a="http://schemas.openxmlformats.org/drawingml/2006/main" noChangeAspect="1"/>
          </p:cNvPicPr>
          <p:nvPr/>
        </p:nvPicPr>
        <p:blipFill>
          <a:blip xmlns:r="http://schemas.openxmlformats.org/officeDocument/2006/relationships" xmlns:a="http://schemas.openxmlformats.org/drawingml/2006/main" r:embed="R0bec47ab35114d17">
            <a:extLst>
              <a:ext uri="{96DAC541-7B7A-43D3-8B79-37D633B846F1}">
                <asvg:svgBlip xmlns:asvg="http://schemas.microsoft.com/office/drawing/2016/SVG/main" r:embed="Rabc1fe118ac04683"/>
              </a:ext>
            </a:extLst>
          </a:blip>
          <a:stretch xmlns:a="http://schemas.openxmlformats.org/drawingml/2006/main">
            <a:fillRect l="0" t="0" r="0" b="0"/>
          </a:stretch>
        </p:blipFill>
        <p:spPr>
          <a:xfrm xmlns:a="http://schemas.openxmlformats.org/drawingml/2006/main" rot="0">
            <a:off x="2451100" y="6743700"/>
            <a:ext cx="685800" cy="685800"/>
          </a:xfrm>
          <a:prstGeom xmlns:a="http://schemas.openxmlformats.org/drawingml/2006/main" prst="rect">
            <a:avLst/>
          </a:prstGeom>
        </p:spPr>
      </p:pic>
      <p:pic>
        <p:nvPicPr>
          <p:cNvPr id="25" name="Picture 25">
            <a:extLst xmlns:a="http://schemas.openxmlformats.org/drawingml/2006/main">
              <a:ext uri="{FF2B5EF4-FFF2-40B4-BE49-F238E27FC236}">
                <a16:creationId xmlns:a16="http://schemas.microsoft.com/office/drawing/2014/main" id="{7820FA9E-DD9B-4C9E-B44A-720976CDFA54}"/>
              </a:ext>
            </a:extLst>
          </p:cNvPr>
          <p:cNvPicPr>
            <a:picLocks xmlns:a="http://schemas.openxmlformats.org/drawingml/2006/main" noChangeAspect="1"/>
          </p:cNvPicPr>
          <p:nvPr/>
        </p:nvPicPr>
        <p:blipFill>
          <a:blip xmlns:r="http://schemas.openxmlformats.org/officeDocument/2006/relationships" xmlns:a="http://schemas.openxmlformats.org/drawingml/2006/main" r:embed="Rd6d2513b68f04c12">
            <a:alphaModFix amt="90000"/>
            <a:extLst>
              <a:ext uri="{96DAC541-7B7A-43D3-8B79-37D633B846F1}">
                <asvg:svgBlip xmlns:asvg="http://schemas.microsoft.com/office/drawing/2016/SVG/main" r:embed="R20cbb205bed446c5"/>
              </a:ext>
            </a:extLst>
          </a:blip>
          <a:stretch xmlns:a="http://schemas.openxmlformats.org/drawingml/2006/main">
            <a:fillRect l="0" t="0" r="0" b="0"/>
          </a:stretch>
        </p:blipFill>
        <p:spPr>
          <a:xfrm xmlns:a="http://schemas.openxmlformats.org/drawingml/2006/main" rot="0">
            <a:off x="7378700" y="6426200"/>
            <a:ext cx="4914900" cy="3086100"/>
          </a:xfrm>
          <a:prstGeom xmlns:a="http://schemas.openxmlformats.org/drawingml/2006/main" prst="rect">
            <a:avLst/>
          </a:prstGeom>
        </p:spPr>
      </p:pic>
      <p:pic>
        <p:nvPicPr>
          <p:cNvPr id="26" name="Picture 26">
            <a:extLst xmlns:a="http://schemas.openxmlformats.org/drawingml/2006/main">
              <a:ext uri="{FF2B5EF4-FFF2-40B4-BE49-F238E27FC236}">
                <a16:creationId xmlns:a16="http://schemas.microsoft.com/office/drawing/2014/main" id="{20C0EB0B-8DE4-4BDF-B695-C389BA121776}"/>
              </a:ext>
            </a:extLst>
          </p:cNvPr>
          <p:cNvPicPr>
            <a:picLocks xmlns:a="http://schemas.openxmlformats.org/drawingml/2006/main" noChangeAspect="1"/>
          </p:cNvPicPr>
          <p:nvPr/>
        </p:nvPicPr>
        <p:blipFill>
          <a:blip xmlns:r="http://schemas.openxmlformats.org/officeDocument/2006/relationships" xmlns:a="http://schemas.openxmlformats.org/drawingml/2006/main" r:embed="R0bec47ab35114d17">
            <a:extLst>
              <a:ext uri="{96DAC541-7B7A-43D3-8B79-37D633B846F1}">
                <asvg:svgBlip xmlns:asvg="http://schemas.microsoft.com/office/drawing/2016/SVG/main" r:embed="Rabc1fe118ac04683"/>
              </a:ext>
            </a:extLst>
          </a:blip>
          <a:stretch xmlns:a="http://schemas.openxmlformats.org/drawingml/2006/main">
            <a:fillRect l="0" t="0" r="0" b="0"/>
          </a:stretch>
        </p:blipFill>
        <p:spPr>
          <a:xfrm xmlns:a="http://schemas.openxmlformats.org/drawingml/2006/main" rot="0">
            <a:off x="7747000" y="6743700"/>
            <a:ext cx="685800" cy="685800"/>
          </a:xfrm>
          <a:prstGeom xmlns:a="http://schemas.openxmlformats.org/drawingml/2006/main" prst="rect">
            <a:avLst/>
          </a:prstGeom>
        </p:spPr>
      </p:pic>
      <p:pic>
        <p:nvPicPr>
          <p:cNvPr id="27" name="Picture 27">
            <a:extLst xmlns:a="http://schemas.openxmlformats.org/drawingml/2006/main">
              <a:ext uri="{FF2B5EF4-FFF2-40B4-BE49-F238E27FC236}">
                <a16:creationId xmlns:a16="http://schemas.microsoft.com/office/drawing/2014/main" id="{9D3DE8C8-A08D-4A21-85C7-4F0FC8FC1A3B}"/>
              </a:ext>
            </a:extLst>
          </p:cNvPr>
          <p:cNvPicPr>
            <a:picLocks xmlns:a="http://schemas.openxmlformats.org/drawingml/2006/main" noChangeAspect="1"/>
          </p:cNvPicPr>
          <p:nvPr/>
        </p:nvPicPr>
        <p:blipFill>
          <a:blip xmlns:r="http://schemas.openxmlformats.org/officeDocument/2006/relationships" xmlns:a="http://schemas.openxmlformats.org/drawingml/2006/main" r:embed="R0657b5d1201f4868">
            <a:alphaModFix amt="90000"/>
            <a:extLst>
              <a:ext uri="{96DAC541-7B7A-43D3-8B79-37D633B846F1}">
                <asvg:svgBlip xmlns:asvg="http://schemas.microsoft.com/office/drawing/2016/SVG/main" r:embed="R37d224282c59431b"/>
              </a:ext>
            </a:extLst>
          </a:blip>
          <a:stretch xmlns:a="http://schemas.openxmlformats.org/drawingml/2006/main">
            <a:fillRect l="0" t="0" r="0" b="0"/>
          </a:stretch>
        </p:blipFill>
        <p:spPr>
          <a:xfrm xmlns:a="http://schemas.openxmlformats.org/drawingml/2006/main" rot="0">
            <a:off x="12674600" y="6426200"/>
            <a:ext cx="4914900" cy="3086100"/>
          </a:xfrm>
          <a:prstGeom xmlns:a="http://schemas.openxmlformats.org/drawingml/2006/main" prst="rect">
            <a:avLst/>
          </a:prstGeom>
        </p:spPr>
      </p:pic>
      <p:pic>
        <p:nvPicPr>
          <p:cNvPr id="28" name="Picture 28">
            <a:extLst xmlns:a="http://schemas.openxmlformats.org/drawingml/2006/main">
              <a:ext uri="{FF2B5EF4-FFF2-40B4-BE49-F238E27FC236}">
                <a16:creationId xmlns:a16="http://schemas.microsoft.com/office/drawing/2014/main" id="{B82D93A0-EE9F-4C16-B467-51564BC87EF0}"/>
              </a:ext>
            </a:extLst>
          </p:cNvPr>
          <p:cNvPicPr>
            <a:picLocks xmlns:a="http://schemas.openxmlformats.org/drawingml/2006/main" noChangeAspect="1"/>
          </p:cNvPicPr>
          <p:nvPr/>
        </p:nvPicPr>
        <p:blipFill>
          <a:blip xmlns:r="http://schemas.openxmlformats.org/officeDocument/2006/relationships" xmlns:a="http://schemas.openxmlformats.org/drawingml/2006/main" r:embed="R7fbb355a79004c4f">
            <a:extLst>
              <a:ext uri="{96DAC541-7B7A-43D3-8B79-37D633B846F1}">
                <asvg:svgBlip xmlns:asvg="http://schemas.microsoft.com/office/drawing/2016/SVG/main" r:embed="Rea3e0e234d0b4c4c"/>
              </a:ext>
            </a:extLst>
          </a:blip>
          <a:stretch xmlns:a="http://schemas.openxmlformats.org/drawingml/2006/main">
            <a:fillRect l="0" t="0" r="0" b="0"/>
          </a:stretch>
        </p:blipFill>
        <p:spPr>
          <a:xfrm xmlns:a="http://schemas.openxmlformats.org/drawingml/2006/main" rot="0">
            <a:off x="13042900" y="6743700"/>
            <a:ext cx="685800" cy="685800"/>
          </a:xfrm>
          <a:prstGeom xmlns:a="http://schemas.openxmlformats.org/drawingml/2006/main" prst="rect">
            <a:avLst/>
          </a:prstGeom>
        </p:spPr>
      </p:pic>
      <p:pic>
        <p:nvPicPr>
          <p:cNvPr id="29" name="Picture 29">
            <a:extLst xmlns:a="http://schemas.openxmlformats.org/drawingml/2006/main">
              <a:ext uri="{FF2B5EF4-FFF2-40B4-BE49-F238E27FC236}">
                <a16:creationId xmlns:a16="http://schemas.microsoft.com/office/drawing/2014/main" id="{3C0550E9-1BFF-4CE7-8B47-BB8B7E66E0A1}"/>
              </a:ext>
            </a:extLst>
          </p:cNvPr>
          <p:cNvPicPr>
            <a:picLocks xmlns:a="http://schemas.openxmlformats.org/drawingml/2006/main" noChangeAspect="1"/>
          </p:cNvPicPr>
          <p:nvPr/>
        </p:nvPicPr>
        <p:blipFill>
          <a:blip xmlns:r="http://schemas.openxmlformats.org/officeDocument/2006/relationships" xmlns:a="http://schemas.openxmlformats.org/drawingml/2006/main" r:embed="R3e1bf62f8b7c4159">
            <a:extLst>
              <a:ext uri="{96DAC541-7B7A-43D3-8B79-37D633B846F1}">
                <asvg:svgBlip xmlns:asvg="http://schemas.microsoft.com/office/drawing/2016/SVG/main" r:embed="Rf187b2bec1ef4505"/>
              </a:ext>
            </a:extLst>
          </a:blip>
          <a:stretch xmlns:a="http://schemas.openxmlformats.org/drawingml/2006/main">
            <a:fillRect l="0" t="0" r="0" b="0"/>
          </a:stretch>
        </p:blipFill>
        <p:spPr>
          <a:xfrm xmlns:a="http://schemas.openxmlformats.org/drawingml/2006/main" rot="10800000">
            <a:off x="2489200" y="4191000"/>
            <a:ext cx="4102100" cy="38100"/>
          </a:xfrm>
          <a:prstGeom xmlns:a="http://schemas.openxmlformats.org/drawingml/2006/main" prst="rect">
            <a:avLst/>
          </a:prstGeom>
        </p:spPr>
      </p:pic>
      <p:pic>
        <p:nvPicPr>
          <p:cNvPr id="30" name="Picture 30">
            <a:extLst xmlns:a="http://schemas.openxmlformats.org/drawingml/2006/main">
              <a:ext uri="{FF2B5EF4-FFF2-40B4-BE49-F238E27FC236}">
                <a16:creationId xmlns:a16="http://schemas.microsoft.com/office/drawing/2014/main" id="{0C894B49-EDC3-4285-9B2F-E9F2158A6DA2}"/>
              </a:ext>
            </a:extLst>
          </p:cNvPr>
          <p:cNvPicPr>
            <a:picLocks xmlns:a="http://schemas.openxmlformats.org/drawingml/2006/main" noChangeAspect="1"/>
          </p:cNvPicPr>
          <p:nvPr/>
        </p:nvPicPr>
        <p:blipFill>
          <a:blip xmlns:r="http://schemas.openxmlformats.org/officeDocument/2006/relationships" xmlns:a="http://schemas.openxmlformats.org/drawingml/2006/main" r:embed="R3e1bf62f8b7c4159">
            <a:extLst>
              <a:ext uri="{96DAC541-7B7A-43D3-8B79-37D633B846F1}">
                <asvg:svgBlip xmlns:asvg="http://schemas.microsoft.com/office/drawing/2016/SVG/main" r:embed="Rf187b2bec1ef4505"/>
              </a:ext>
            </a:extLst>
          </a:blip>
          <a:stretch xmlns:a="http://schemas.openxmlformats.org/drawingml/2006/main">
            <a:fillRect l="0" t="0" r="0" b="0"/>
          </a:stretch>
        </p:blipFill>
        <p:spPr>
          <a:xfrm xmlns:a="http://schemas.openxmlformats.org/drawingml/2006/main" rot="10800000">
            <a:off x="7785100" y="4191000"/>
            <a:ext cx="4102100" cy="38100"/>
          </a:xfrm>
          <a:prstGeom xmlns:a="http://schemas.openxmlformats.org/drawingml/2006/main" prst="rect">
            <a:avLst/>
          </a:prstGeom>
        </p:spPr>
      </p:pic>
      <p:pic>
        <p:nvPicPr>
          <p:cNvPr id="31" name="Picture 31">
            <a:extLst xmlns:a="http://schemas.openxmlformats.org/drawingml/2006/main">
              <a:ext uri="{FF2B5EF4-FFF2-40B4-BE49-F238E27FC236}">
                <a16:creationId xmlns:a16="http://schemas.microsoft.com/office/drawing/2014/main" id="{D6478AAD-9690-4E5B-949F-96F272068560}"/>
              </a:ext>
            </a:extLst>
          </p:cNvPr>
          <p:cNvPicPr>
            <a:picLocks xmlns:a="http://schemas.openxmlformats.org/drawingml/2006/main" noChangeAspect="1"/>
          </p:cNvPicPr>
          <p:nvPr/>
        </p:nvPicPr>
        <p:blipFill>
          <a:blip xmlns:r="http://schemas.openxmlformats.org/officeDocument/2006/relationships" xmlns:a="http://schemas.openxmlformats.org/drawingml/2006/main" r:embed="Rd5f251b293324959">
            <a:extLst>
              <a:ext uri="{96DAC541-7B7A-43D3-8B79-37D633B846F1}">
                <asvg:svgBlip xmlns:asvg="http://schemas.microsoft.com/office/drawing/2016/SVG/main" r:embed="Rfa308df133d744f4"/>
              </a:ext>
            </a:extLst>
          </a:blip>
          <a:stretch xmlns:a="http://schemas.openxmlformats.org/drawingml/2006/main">
            <a:fillRect l="0" t="0" r="0" b="0"/>
          </a:stretch>
        </p:blipFill>
        <p:spPr>
          <a:xfrm xmlns:a="http://schemas.openxmlformats.org/drawingml/2006/main" rot="10800000">
            <a:off x="13081000" y="4191000"/>
            <a:ext cx="4102100" cy="38100"/>
          </a:xfrm>
          <a:prstGeom xmlns:a="http://schemas.openxmlformats.org/drawingml/2006/main" prst="rect">
            <a:avLst/>
          </a:prstGeom>
        </p:spPr>
      </p:pic>
      <p:pic>
        <p:nvPicPr>
          <p:cNvPr id="32" name="Picture 32">
            <a:extLst xmlns:a="http://schemas.openxmlformats.org/drawingml/2006/main">
              <a:ext uri="{FF2B5EF4-FFF2-40B4-BE49-F238E27FC236}">
                <a16:creationId xmlns:a16="http://schemas.microsoft.com/office/drawing/2014/main" id="{E8130FC7-71B5-4A6B-87CC-DC5D55E3A83A}"/>
              </a:ext>
            </a:extLst>
          </p:cNvPr>
          <p:cNvPicPr>
            <a:picLocks xmlns:a="http://schemas.openxmlformats.org/drawingml/2006/main" noChangeAspect="1"/>
          </p:cNvPicPr>
          <p:nvPr/>
        </p:nvPicPr>
        <p:blipFill>
          <a:blip xmlns:r="http://schemas.openxmlformats.org/officeDocument/2006/relationships" xmlns:a="http://schemas.openxmlformats.org/drawingml/2006/main" r:embed="R3e1bf62f8b7c4159">
            <a:extLst>
              <a:ext uri="{96DAC541-7B7A-43D3-8B79-37D633B846F1}">
                <asvg:svgBlip xmlns:asvg="http://schemas.microsoft.com/office/drawing/2016/SVG/main" r:embed="Rf187b2bec1ef4505"/>
              </a:ext>
            </a:extLst>
          </a:blip>
          <a:stretch xmlns:a="http://schemas.openxmlformats.org/drawingml/2006/main">
            <a:fillRect l="0" t="0" r="0" b="0"/>
          </a:stretch>
        </p:blipFill>
        <p:spPr>
          <a:xfrm xmlns:a="http://schemas.openxmlformats.org/drawingml/2006/main" rot="10800000">
            <a:off x="2501900" y="7696200"/>
            <a:ext cx="4102100" cy="38100"/>
          </a:xfrm>
          <a:prstGeom xmlns:a="http://schemas.openxmlformats.org/drawingml/2006/main" prst="rect">
            <a:avLst/>
          </a:prstGeom>
        </p:spPr>
      </p:pic>
      <p:pic>
        <p:nvPicPr>
          <p:cNvPr id="33" name="Picture 33">
            <a:extLst xmlns:a="http://schemas.openxmlformats.org/drawingml/2006/main">
              <a:ext uri="{FF2B5EF4-FFF2-40B4-BE49-F238E27FC236}">
                <a16:creationId xmlns:a16="http://schemas.microsoft.com/office/drawing/2014/main" id="{EA7A23A6-6002-4FA8-B17E-B67EBB5F3EF9}"/>
              </a:ext>
            </a:extLst>
          </p:cNvPr>
          <p:cNvPicPr>
            <a:picLocks xmlns:a="http://schemas.openxmlformats.org/drawingml/2006/main" noChangeAspect="1"/>
          </p:cNvPicPr>
          <p:nvPr/>
        </p:nvPicPr>
        <p:blipFill>
          <a:blip xmlns:r="http://schemas.openxmlformats.org/officeDocument/2006/relationships" xmlns:a="http://schemas.openxmlformats.org/drawingml/2006/main" r:embed="R3e1bf62f8b7c4159">
            <a:extLst>
              <a:ext uri="{96DAC541-7B7A-43D3-8B79-37D633B846F1}">
                <asvg:svgBlip xmlns:asvg="http://schemas.microsoft.com/office/drawing/2016/SVG/main" r:embed="Rf187b2bec1ef4505"/>
              </a:ext>
            </a:extLst>
          </a:blip>
          <a:stretch xmlns:a="http://schemas.openxmlformats.org/drawingml/2006/main">
            <a:fillRect l="0" t="0" r="0" b="0"/>
          </a:stretch>
        </p:blipFill>
        <p:spPr>
          <a:xfrm xmlns:a="http://schemas.openxmlformats.org/drawingml/2006/main" rot="10800000">
            <a:off x="7797800" y="7696200"/>
            <a:ext cx="4102100" cy="38100"/>
          </a:xfrm>
          <a:prstGeom xmlns:a="http://schemas.openxmlformats.org/drawingml/2006/main" prst="rect">
            <a:avLst/>
          </a:prstGeom>
        </p:spPr>
      </p:pic>
      <p:pic>
        <p:nvPicPr>
          <p:cNvPr id="34" name="Picture 34">
            <a:extLst xmlns:a="http://schemas.openxmlformats.org/drawingml/2006/main">
              <a:ext uri="{FF2B5EF4-FFF2-40B4-BE49-F238E27FC236}">
                <a16:creationId xmlns:a16="http://schemas.microsoft.com/office/drawing/2014/main" id="{F52193A0-24A9-4E2B-905C-938CEF28B65D}"/>
              </a:ext>
            </a:extLst>
          </p:cNvPr>
          <p:cNvPicPr>
            <a:picLocks xmlns:a="http://schemas.openxmlformats.org/drawingml/2006/main" noChangeAspect="1"/>
          </p:cNvPicPr>
          <p:nvPr/>
        </p:nvPicPr>
        <p:blipFill>
          <a:blip xmlns:r="http://schemas.openxmlformats.org/officeDocument/2006/relationships" xmlns:a="http://schemas.openxmlformats.org/drawingml/2006/main" r:embed="Rd5f251b293324959">
            <a:extLst>
              <a:ext uri="{96DAC541-7B7A-43D3-8B79-37D633B846F1}">
                <asvg:svgBlip xmlns:asvg="http://schemas.microsoft.com/office/drawing/2016/SVG/main" r:embed="Rfa308df133d744f4"/>
              </a:ext>
            </a:extLst>
          </a:blip>
          <a:stretch xmlns:a="http://schemas.openxmlformats.org/drawingml/2006/main">
            <a:fillRect l="0" t="0" r="0" b="0"/>
          </a:stretch>
        </p:blipFill>
        <p:spPr>
          <a:xfrm xmlns:a="http://schemas.openxmlformats.org/drawingml/2006/main" rot="10800000">
            <a:off x="13093700" y="7696200"/>
            <a:ext cx="4102100" cy="38100"/>
          </a:xfrm>
          <a:prstGeom xmlns:a="http://schemas.openxmlformats.org/drawingml/2006/main" prst="rect">
            <a:avLst/>
          </a:prstGeom>
        </p:spPr>
      </p:pic>
      <p:sp>
        <p:nvSpPr>
          <p:cNvPr id="35" name="AI HELP_DESK   |   AI Agent 서비스 Mini Project">
            <a:extLst xmlns:a="http://schemas.openxmlformats.org/drawingml/2006/main">
              <a:ext uri="{FF2B5EF4-FFF2-40B4-BE49-F238E27FC236}">
                <a16:creationId xmlns:a16="http://schemas.microsoft.com/office/drawing/2014/main" id="{8F2B0609-18B4-4AF5-AB9F-F5EE77ED803D}"/>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36" name="02">
            <a:extLst xmlns:a="http://schemas.openxmlformats.org/drawingml/2006/main">
              <a:ext uri="{FF2B5EF4-FFF2-40B4-BE49-F238E27FC236}">
                <a16:creationId xmlns:a16="http://schemas.microsoft.com/office/drawing/2014/main" id="{44DF9513-D445-4BAC-974B-D8D4585B2808}"/>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02</a:t>
            </a:r>
          </a:p>
        </p:txBody>
      </p:sp>
      <p:sp>
        <p:nvSpPr>
          <p:cNvPr id="37" name="목차">
            <a:extLst xmlns:a="http://schemas.openxmlformats.org/drawingml/2006/main">
              <a:ext uri="{FF2B5EF4-FFF2-40B4-BE49-F238E27FC236}">
                <a16:creationId xmlns:a16="http://schemas.microsoft.com/office/drawing/2014/main" id="{3731A89F-B85D-4681-9A55-2326FF9D803F}"/>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목차</a:t>
            </a:r>
          </a:p>
        </p:txBody>
      </p:sp>
      <p:sp>
        <p:nvSpPr>
          <p:cNvPr id="38" name="01">
            <a:extLst xmlns:a="http://schemas.openxmlformats.org/drawingml/2006/main">
              <a:ext uri="{FF2B5EF4-FFF2-40B4-BE49-F238E27FC236}">
                <a16:creationId xmlns:a16="http://schemas.microsoft.com/office/drawing/2014/main" id="{3867137D-6583-4A96-82EA-059AAD4A6673}"/>
              </a:ext>
            </a:extLst>
          </p:cNvPr>
          <p:cNvSpPr>
            <a:spLocks xmlns:a="http://schemas.openxmlformats.org/drawingml/2006/main" noGrp="1"/>
          </p:cNvSpPr>
          <p:nvPr/>
        </p:nvSpPr>
        <p:spPr>
          <a:xfrm xmlns:a="http://schemas.openxmlformats.org/drawingml/2006/main">
            <a:off x="2514600" y="32956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01</a:t>
            </a:r>
          </a:p>
        </p:txBody>
      </p:sp>
      <p:sp>
        <p:nvSpPr>
          <p:cNvPr id="39" name="기존 서비스 분석">
            <a:extLst xmlns:a="http://schemas.openxmlformats.org/drawingml/2006/main">
              <a:ext uri="{FF2B5EF4-FFF2-40B4-BE49-F238E27FC236}">
                <a16:creationId xmlns:a16="http://schemas.microsoft.com/office/drawing/2014/main" id="{8D320790-5735-453E-A46C-9E31B40D207C}"/>
              </a:ext>
            </a:extLst>
          </p:cNvPr>
          <p:cNvSpPr>
            <a:spLocks xmlns:a="http://schemas.openxmlformats.org/drawingml/2006/main" noGrp="1"/>
          </p:cNvSpPr>
          <p:nvPr/>
        </p:nvSpPr>
        <p:spPr>
          <a:xfrm xmlns:a="http://schemas.openxmlformats.org/drawingml/2006/main">
            <a:off x="3314700" y="3267075"/>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01010"/>
                </a:solidFill>
                <a:latin typeface="Pretendard"/>
                <a:ea typeface="Pretendard"/>
                <a:cs typeface="Pretendard"/>
              </a:defRPr>
            </a:defPPr>
            <a:lvl1pPr algn="l">
              <a:defRPr sz="2700" b="1">
                <a:solidFill>
                  <a:srgbClr val="101010"/>
                </a:solidFill>
                <a:latin typeface="Pretendard"/>
                <a:ea typeface="Pretendard"/>
                <a:cs typeface="Pretendard"/>
              </a:defRPr>
            </a:lvl1pPr>
            <a:lvl2pPr algn="l">
              <a:defRPr sz="2700" b="1">
                <a:solidFill>
                  <a:srgbClr val="101010"/>
                </a:solidFill>
                <a:latin typeface="Pretendard"/>
                <a:ea typeface="Pretendard"/>
                <a:cs typeface="Pretendard"/>
              </a:defRPr>
            </a:lvl2pPr>
            <a:lvl3pPr algn="l">
              <a:defRPr sz="2700" b="1">
                <a:solidFill>
                  <a:srgbClr val="101010"/>
                </a:solidFill>
                <a:latin typeface="Pretendard"/>
                <a:ea typeface="Pretendard"/>
                <a:cs typeface="Pretendard"/>
              </a:defRPr>
            </a:lvl3pPr>
            <a:lvl4pPr algn="l">
              <a:defRPr sz="2700" b="1">
                <a:solidFill>
                  <a:srgbClr val="101010"/>
                </a:solidFill>
                <a:latin typeface="Pretendard"/>
                <a:ea typeface="Pretendard"/>
                <a:cs typeface="Pretendard"/>
              </a:defRPr>
            </a:lvl4pPr>
            <a:lvl5pPr algn="l">
              <a:defRPr sz="2700" b="1">
                <a:solidFill>
                  <a:srgbClr val="101010"/>
                </a:solidFill>
                <a:latin typeface="Pretendard"/>
                <a:ea typeface="Pretendard"/>
                <a:cs typeface="Pretendard"/>
              </a:defRPr>
            </a:lvl5pPr>
            <a:lvl6pPr algn="l">
              <a:defRPr sz="2700" b="1">
                <a:solidFill>
                  <a:srgbClr val="101010"/>
                </a:solidFill>
                <a:latin typeface="Pretendard"/>
                <a:ea typeface="Pretendard"/>
                <a:cs typeface="Pretendard"/>
              </a:defRPr>
            </a:lvl6pPr>
            <a:lvl7pPr algn="l">
              <a:defRPr sz="2700" b="1">
                <a:solidFill>
                  <a:srgbClr val="101010"/>
                </a:solidFill>
                <a:latin typeface="Pretendard"/>
                <a:ea typeface="Pretendard"/>
                <a:cs typeface="Pretendard"/>
              </a:defRPr>
            </a:lvl7pPr>
            <a:lvl8pPr algn="l">
              <a:defRPr sz="2700" b="1">
                <a:solidFill>
                  <a:srgbClr val="101010"/>
                </a:solidFill>
                <a:latin typeface="Pretendard"/>
                <a:ea typeface="Pretendard"/>
                <a:cs typeface="Pretendard"/>
              </a:defRPr>
            </a:lvl8pPr>
            <a:lvl9pPr algn="l">
              <a:defRPr sz="2700" b="1">
                <a:solidFill>
                  <a:srgbClr val="101010"/>
                </a:solidFill>
                <a:latin typeface="Pretendard"/>
                <a:ea typeface="Pretendard"/>
                <a:cs typeface="Pretendard"/>
              </a:defRPr>
            </a:lvl9pPr>
          </a:lstStyle>
          <a:p xmlns:a="http://schemas.openxmlformats.org/drawingml/2006/main">
            <a:pPr algn="l">
              <a:defRPr sz="2700" b="1">
                <a:solidFill>
                  <a:srgbClr val="101010"/>
                </a:solidFill>
                <a:latin typeface="Pretendard"/>
                <a:ea typeface="Pretendard"/>
                <a:cs typeface="Pretendard"/>
              </a:defRPr>
            </a:pPr>
            <a:r>
              <a:rPr sz="2700" b="1">
                <a:solidFill>
                  <a:srgbClr val="101010"/>
                </a:solidFill>
                <a:latin typeface="Pretendard"/>
                <a:ea typeface="Pretendard"/>
                <a:cs typeface="Pretendard"/>
              </a:rPr>
              <a:t>기존 서비스 분석</a:t>
            </a:r>
          </a:p>
        </p:txBody>
      </p:sp>
      <p:sp>
        <p:nvSpPr>
          <p:cNvPr id="40" name="기능과 처리 흐름">
            <a:extLst xmlns:a="http://schemas.openxmlformats.org/drawingml/2006/main">
              <a:ext uri="{FF2B5EF4-FFF2-40B4-BE49-F238E27FC236}">
                <a16:creationId xmlns:a16="http://schemas.microsoft.com/office/drawing/2014/main" id="{5301A030-4D53-4B58-A270-E0C44CBCF8B7}"/>
              </a:ext>
            </a:extLst>
          </p:cNvPr>
          <p:cNvSpPr>
            <a:spLocks xmlns:a="http://schemas.openxmlformats.org/drawingml/2006/main" noGrp="1"/>
          </p:cNvSpPr>
          <p:nvPr/>
        </p:nvSpPr>
        <p:spPr>
          <a:xfrm xmlns:a="http://schemas.openxmlformats.org/drawingml/2006/main">
            <a:off x="2495550" y="4543425"/>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기능과 처리 흐름</a:t>
            </a:r>
          </a:p>
        </p:txBody>
      </p:sp>
      <p:sp>
        <p:nvSpPr>
          <p:cNvPr id="41" name="코드 문제와 사용자 영향">
            <a:extLst xmlns:a="http://schemas.openxmlformats.org/drawingml/2006/main">
              <a:ext uri="{FF2B5EF4-FFF2-40B4-BE49-F238E27FC236}">
                <a16:creationId xmlns:a16="http://schemas.microsoft.com/office/drawing/2014/main" id="{442E822C-B15D-463E-B4B6-1506664AEE8A}"/>
              </a:ext>
            </a:extLst>
          </p:cNvPr>
          <p:cNvSpPr>
            <a:spLocks xmlns:a="http://schemas.openxmlformats.org/drawingml/2006/main" noGrp="1"/>
          </p:cNvSpPr>
          <p:nvPr/>
        </p:nvSpPr>
        <p:spPr>
          <a:xfrm xmlns:a="http://schemas.openxmlformats.org/drawingml/2006/main">
            <a:off x="2495550" y="5105400"/>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코드 문제와 사용자 영향</a:t>
            </a:r>
          </a:p>
        </p:txBody>
      </p:sp>
      <p:sp>
        <p:nvSpPr>
          <p:cNvPr id="42" name="02">
            <a:extLst xmlns:a="http://schemas.openxmlformats.org/drawingml/2006/main">
              <a:ext uri="{FF2B5EF4-FFF2-40B4-BE49-F238E27FC236}">
                <a16:creationId xmlns:a16="http://schemas.microsoft.com/office/drawing/2014/main" id="{6A6DDD94-A6B9-4012-9233-3FAB9EF227C5}"/>
              </a:ext>
            </a:extLst>
          </p:cNvPr>
          <p:cNvSpPr>
            <a:spLocks xmlns:a="http://schemas.openxmlformats.org/drawingml/2006/main" noGrp="1"/>
          </p:cNvSpPr>
          <p:nvPr/>
        </p:nvSpPr>
        <p:spPr>
          <a:xfrm xmlns:a="http://schemas.openxmlformats.org/drawingml/2006/main">
            <a:off x="7810500" y="32956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02</a:t>
            </a:r>
          </a:p>
        </p:txBody>
      </p:sp>
      <p:sp>
        <p:nvSpPr>
          <p:cNvPr id="43" name="개선 목표와 구조">
            <a:extLst xmlns:a="http://schemas.openxmlformats.org/drawingml/2006/main">
              <a:ext uri="{FF2B5EF4-FFF2-40B4-BE49-F238E27FC236}">
                <a16:creationId xmlns:a16="http://schemas.microsoft.com/office/drawing/2014/main" id="{5583CD04-6E28-4681-BC9A-0845E969CE4F}"/>
              </a:ext>
            </a:extLst>
          </p:cNvPr>
          <p:cNvSpPr>
            <a:spLocks xmlns:a="http://schemas.openxmlformats.org/drawingml/2006/main" noGrp="1"/>
          </p:cNvSpPr>
          <p:nvPr/>
        </p:nvSpPr>
        <p:spPr>
          <a:xfrm xmlns:a="http://schemas.openxmlformats.org/drawingml/2006/main">
            <a:off x="8610600" y="3267075"/>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01010"/>
                </a:solidFill>
                <a:latin typeface="Pretendard"/>
                <a:ea typeface="Pretendard"/>
                <a:cs typeface="Pretendard"/>
              </a:defRPr>
            </a:defPPr>
            <a:lvl1pPr algn="l">
              <a:defRPr sz="2700" b="1">
                <a:solidFill>
                  <a:srgbClr val="101010"/>
                </a:solidFill>
                <a:latin typeface="Pretendard"/>
                <a:ea typeface="Pretendard"/>
                <a:cs typeface="Pretendard"/>
              </a:defRPr>
            </a:lvl1pPr>
            <a:lvl2pPr algn="l">
              <a:defRPr sz="2700" b="1">
                <a:solidFill>
                  <a:srgbClr val="101010"/>
                </a:solidFill>
                <a:latin typeface="Pretendard"/>
                <a:ea typeface="Pretendard"/>
                <a:cs typeface="Pretendard"/>
              </a:defRPr>
            </a:lvl2pPr>
            <a:lvl3pPr algn="l">
              <a:defRPr sz="2700" b="1">
                <a:solidFill>
                  <a:srgbClr val="101010"/>
                </a:solidFill>
                <a:latin typeface="Pretendard"/>
                <a:ea typeface="Pretendard"/>
                <a:cs typeface="Pretendard"/>
              </a:defRPr>
            </a:lvl3pPr>
            <a:lvl4pPr algn="l">
              <a:defRPr sz="2700" b="1">
                <a:solidFill>
                  <a:srgbClr val="101010"/>
                </a:solidFill>
                <a:latin typeface="Pretendard"/>
                <a:ea typeface="Pretendard"/>
                <a:cs typeface="Pretendard"/>
              </a:defRPr>
            </a:lvl4pPr>
            <a:lvl5pPr algn="l">
              <a:defRPr sz="2700" b="1">
                <a:solidFill>
                  <a:srgbClr val="101010"/>
                </a:solidFill>
                <a:latin typeface="Pretendard"/>
                <a:ea typeface="Pretendard"/>
                <a:cs typeface="Pretendard"/>
              </a:defRPr>
            </a:lvl5pPr>
            <a:lvl6pPr algn="l">
              <a:defRPr sz="2700" b="1">
                <a:solidFill>
                  <a:srgbClr val="101010"/>
                </a:solidFill>
                <a:latin typeface="Pretendard"/>
                <a:ea typeface="Pretendard"/>
                <a:cs typeface="Pretendard"/>
              </a:defRPr>
            </a:lvl6pPr>
            <a:lvl7pPr algn="l">
              <a:defRPr sz="2700" b="1">
                <a:solidFill>
                  <a:srgbClr val="101010"/>
                </a:solidFill>
                <a:latin typeface="Pretendard"/>
                <a:ea typeface="Pretendard"/>
                <a:cs typeface="Pretendard"/>
              </a:defRPr>
            </a:lvl7pPr>
            <a:lvl8pPr algn="l">
              <a:defRPr sz="2700" b="1">
                <a:solidFill>
                  <a:srgbClr val="101010"/>
                </a:solidFill>
                <a:latin typeface="Pretendard"/>
                <a:ea typeface="Pretendard"/>
                <a:cs typeface="Pretendard"/>
              </a:defRPr>
            </a:lvl8pPr>
            <a:lvl9pPr algn="l">
              <a:defRPr sz="2700" b="1">
                <a:solidFill>
                  <a:srgbClr val="101010"/>
                </a:solidFill>
                <a:latin typeface="Pretendard"/>
                <a:ea typeface="Pretendard"/>
                <a:cs typeface="Pretendard"/>
              </a:defRPr>
            </a:lvl9pPr>
          </a:lstStyle>
          <a:p xmlns:a="http://schemas.openxmlformats.org/drawingml/2006/main">
            <a:pPr algn="l">
              <a:defRPr sz="2700" b="1">
                <a:solidFill>
                  <a:srgbClr val="101010"/>
                </a:solidFill>
                <a:latin typeface="Pretendard"/>
                <a:ea typeface="Pretendard"/>
                <a:cs typeface="Pretendard"/>
              </a:defRPr>
            </a:pPr>
            <a:r>
              <a:rPr sz="2700" b="1">
                <a:solidFill>
                  <a:srgbClr val="101010"/>
                </a:solidFill>
                <a:latin typeface="Pretendard"/>
                <a:ea typeface="Pretendard"/>
                <a:cs typeface="Pretendard"/>
              </a:rPr>
              <a:t>개선 목표와 구조</a:t>
            </a:r>
          </a:p>
        </p:txBody>
      </p:sp>
      <p:sp>
        <p:nvSpPr>
          <p:cNvPr id="44" name="AI 헬프데스크 확장">
            <a:extLst xmlns:a="http://schemas.openxmlformats.org/drawingml/2006/main">
              <a:ext uri="{FF2B5EF4-FFF2-40B4-BE49-F238E27FC236}">
                <a16:creationId xmlns:a16="http://schemas.microsoft.com/office/drawing/2014/main" id="{D1042B2C-3F69-40AE-A8B4-662E24A65514}"/>
              </a:ext>
            </a:extLst>
          </p:cNvPr>
          <p:cNvSpPr>
            <a:spLocks xmlns:a="http://schemas.openxmlformats.org/drawingml/2006/main" noGrp="1"/>
          </p:cNvSpPr>
          <p:nvPr/>
        </p:nvSpPr>
        <p:spPr>
          <a:xfrm xmlns:a="http://schemas.openxmlformats.org/drawingml/2006/main">
            <a:off x="7791450" y="4543425"/>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AI 헬프데스크 확장</a:t>
            </a:r>
          </a:p>
        </p:txBody>
      </p:sp>
      <p:sp>
        <p:nvSpPr>
          <p:cNvPr id="45" name="기술별 역할과 데이터 흐름">
            <a:extLst xmlns:a="http://schemas.openxmlformats.org/drawingml/2006/main">
              <a:ext uri="{FF2B5EF4-FFF2-40B4-BE49-F238E27FC236}">
                <a16:creationId xmlns:a16="http://schemas.microsoft.com/office/drawing/2014/main" id="{9B106F28-F38C-437F-B7C3-9DB6D138B89E}"/>
              </a:ext>
            </a:extLst>
          </p:cNvPr>
          <p:cNvSpPr>
            <a:spLocks xmlns:a="http://schemas.openxmlformats.org/drawingml/2006/main" noGrp="1"/>
          </p:cNvSpPr>
          <p:nvPr/>
        </p:nvSpPr>
        <p:spPr>
          <a:xfrm xmlns:a="http://schemas.openxmlformats.org/drawingml/2006/main">
            <a:off x="7791450" y="5105400"/>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기술별 역할과 데이터 흐름</a:t>
            </a:r>
          </a:p>
        </p:txBody>
      </p:sp>
      <p:sp>
        <p:nvSpPr>
          <p:cNvPr id="46" name="03">
            <a:extLst xmlns:a="http://schemas.openxmlformats.org/drawingml/2006/main">
              <a:ext uri="{FF2B5EF4-FFF2-40B4-BE49-F238E27FC236}">
                <a16:creationId xmlns:a16="http://schemas.microsoft.com/office/drawing/2014/main" id="{D300AEBB-AC9C-4D15-AD46-CFCB83665461}"/>
              </a:ext>
            </a:extLst>
          </p:cNvPr>
          <p:cNvSpPr>
            <a:spLocks xmlns:a="http://schemas.openxmlformats.org/drawingml/2006/main" noGrp="1"/>
          </p:cNvSpPr>
          <p:nvPr/>
        </p:nvSpPr>
        <p:spPr>
          <a:xfrm xmlns:a="http://schemas.openxmlformats.org/drawingml/2006/main">
            <a:off x="13106400" y="32956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03</a:t>
            </a:r>
          </a:p>
        </p:txBody>
      </p:sp>
      <p:sp>
        <p:nvSpPr>
          <p:cNvPr id="47" name="단계별 개선 사항">
            <a:extLst xmlns:a="http://schemas.openxmlformats.org/drawingml/2006/main">
              <a:ext uri="{FF2B5EF4-FFF2-40B4-BE49-F238E27FC236}">
                <a16:creationId xmlns:a16="http://schemas.microsoft.com/office/drawing/2014/main" id="{AD1C8B04-B2A6-40C2-B617-BF435037EF33}"/>
              </a:ext>
            </a:extLst>
          </p:cNvPr>
          <p:cNvSpPr>
            <a:spLocks xmlns:a="http://schemas.openxmlformats.org/drawingml/2006/main" noGrp="1"/>
          </p:cNvSpPr>
          <p:nvPr/>
        </p:nvSpPr>
        <p:spPr>
          <a:xfrm xmlns:a="http://schemas.openxmlformats.org/drawingml/2006/main">
            <a:off x="13906500" y="3267075"/>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01010"/>
                </a:solidFill>
                <a:latin typeface="Pretendard"/>
                <a:ea typeface="Pretendard"/>
                <a:cs typeface="Pretendard"/>
              </a:defRPr>
            </a:defPPr>
            <a:lvl1pPr algn="l">
              <a:defRPr sz="2700" b="1">
                <a:solidFill>
                  <a:srgbClr val="101010"/>
                </a:solidFill>
                <a:latin typeface="Pretendard"/>
                <a:ea typeface="Pretendard"/>
                <a:cs typeface="Pretendard"/>
              </a:defRPr>
            </a:lvl1pPr>
            <a:lvl2pPr algn="l">
              <a:defRPr sz="2700" b="1">
                <a:solidFill>
                  <a:srgbClr val="101010"/>
                </a:solidFill>
                <a:latin typeface="Pretendard"/>
                <a:ea typeface="Pretendard"/>
                <a:cs typeface="Pretendard"/>
              </a:defRPr>
            </a:lvl2pPr>
            <a:lvl3pPr algn="l">
              <a:defRPr sz="2700" b="1">
                <a:solidFill>
                  <a:srgbClr val="101010"/>
                </a:solidFill>
                <a:latin typeface="Pretendard"/>
                <a:ea typeface="Pretendard"/>
                <a:cs typeface="Pretendard"/>
              </a:defRPr>
            </a:lvl3pPr>
            <a:lvl4pPr algn="l">
              <a:defRPr sz="2700" b="1">
                <a:solidFill>
                  <a:srgbClr val="101010"/>
                </a:solidFill>
                <a:latin typeface="Pretendard"/>
                <a:ea typeface="Pretendard"/>
                <a:cs typeface="Pretendard"/>
              </a:defRPr>
            </a:lvl4pPr>
            <a:lvl5pPr algn="l">
              <a:defRPr sz="2700" b="1">
                <a:solidFill>
                  <a:srgbClr val="101010"/>
                </a:solidFill>
                <a:latin typeface="Pretendard"/>
                <a:ea typeface="Pretendard"/>
                <a:cs typeface="Pretendard"/>
              </a:defRPr>
            </a:lvl5pPr>
            <a:lvl6pPr algn="l">
              <a:defRPr sz="2700" b="1">
                <a:solidFill>
                  <a:srgbClr val="101010"/>
                </a:solidFill>
                <a:latin typeface="Pretendard"/>
                <a:ea typeface="Pretendard"/>
                <a:cs typeface="Pretendard"/>
              </a:defRPr>
            </a:lvl6pPr>
            <a:lvl7pPr algn="l">
              <a:defRPr sz="2700" b="1">
                <a:solidFill>
                  <a:srgbClr val="101010"/>
                </a:solidFill>
                <a:latin typeface="Pretendard"/>
                <a:ea typeface="Pretendard"/>
                <a:cs typeface="Pretendard"/>
              </a:defRPr>
            </a:lvl7pPr>
            <a:lvl8pPr algn="l">
              <a:defRPr sz="2700" b="1">
                <a:solidFill>
                  <a:srgbClr val="101010"/>
                </a:solidFill>
                <a:latin typeface="Pretendard"/>
                <a:ea typeface="Pretendard"/>
                <a:cs typeface="Pretendard"/>
              </a:defRPr>
            </a:lvl8pPr>
            <a:lvl9pPr algn="l">
              <a:defRPr sz="2700" b="1">
                <a:solidFill>
                  <a:srgbClr val="101010"/>
                </a:solidFill>
                <a:latin typeface="Pretendard"/>
                <a:ea typeface="Pretendard"/>
                <a:cs typeface="Pretendard"/>
              </a:defRPr>
            </a:lvl9pPr>
          </a:lstStyle>
          <a:p xmlns:a="http://schemas.openxmlformats.org/drawingml/2006/main">
            <a:pPr algn="l">
              <a:defRPr sz="2700" b="1">
                <a:solidFill>
                  <a:srgbClr val="101010"/>
                </a:solidFill>
                <a:latin typeface="Pretendard"/>
                <a:ea typeface="Pretendard"/>
                <a:cs typeface="Pretendard"/>
              </a:defRPr>
            </a:pPr>
            <a:r>
              <a:rPr sz="2700" b="1">
                <a:solidFill>
                  <a:srgbClr val="101010"/>
                </a:solidFill>
                <a:latin typeface="Pretendard"/>
                <a:ea typeface="Pretendard"/>
                <a:cs typeface="Pretendard"/>
              </a:rPr>
              <a:t>단계별 개선 사항</a:t>
            </a:r>
          </a:p>
        </p:txBody>
      </p:sp>
      <p:sp>
        <p:nvSpPr>
          <p:cNvPr id="48" name="기존 → 변경 → 구현 증거">
            <a:extLst xmlns:a="http://schemas.openxmlformats.org/drawingml/2006/main">
              <a:ext uri="{FF2B5EF4-FFF2-40B4-BE49-F238E27FC236}">
                <a16:creationId xmlns:a16="http://schemas.microsoft.com/office/drawing/2014/main" id="{C8DC5853-3D86-46C0-BB22-7A45CC66137E}"/>
              </a:ext>
            </a:extLst>
          </p:cNvPr>
          <p:cNvSpPr>
            <a:spLocks xmlns:a="http://schemas.openxmlformats.org/drawingml/2006/main" noGrp="1"/>
          </p:cNvSpPr>
          <p:nvPr/>
        </p:nvSpPr>
        <p:spPr>
          <a:xfrm xmlns:a="http://schemas.openxmlformats.org/drawingml/2006/main">
            <a:off x="13087350" y="4543425"/>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기존 → 변경 → 구현 증거</a:t>
            </a:r>
          </a:p>
        </p:txBody>
      </p:sp>
      <p:sp>
        <p:nvSpPr>
          <p:cNvPr id="49" name="6단계 개선 + 임베딩 선택">
            <a:extLst xmlns:a="http://schemas.openxmlformats.org/drawingml/2006/main">
              <a:ext uri="{FF2B5EF4-FFF2-40B4-BE49-F238E27FC236}">
                <a16:creationId xmlns:a16="http://schemas.microsoft.com/office/drawing/2014/main" id="{6B802814-C285-4290-8918-EC836579E921}"/>
              </a:ext>
            </a:extLst>
          </p:cNvPr>
          <p:cNvSpPr>
            <a:spLocks xmlns:a="http://schemas.openxmlformats.org/drawingml/2006/main" noGrp="1"/>
          </p:cNvSpPr>
          <p:nvPr/>
        </p:nvSpPr>
        <p:spPr>
          <a:xfrm xmlns:a="http://schemas.openxmlformats.org/drawingml/2006/main">
            <a:off x="13087350" y="5105400"/>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6단계 개선 + 임베딩 선택</a:t>
            </a:r>
          </a:p>
        </p:txBody>
      </p:sp>
      <p:sp>
        <p:nvSpPr>
          <p:cNvPr id="50" name="04">
            <a:extLst xmlns:a="http://schemas.openxmlformats.org/drawingml/2006/main">
              <a:ext uri="{FF2B5EF4-FFF2-40B4-BE49-F238E27FC236}">
                <a16:creationId xmlns:a16="http://schemas.microsoft.com/office/drawing/2014/main" id="{F59E30C3-D981-4C0E-B7EC-CD3890B641C3}"/>
              </a:ext>
            </a:extLst>
          </p:cNvPr>
          <p:cNvSpPr>
            <a:spLocks xmlns:a="http://schemas.openxmlformats.org/drawingml/2006/main" noGrp="1"/>
          </p:cNvSpPr>
          <p:nvPr/>
        </p:nvSpPr>
        <p:spPr>
          <a:xfrm xmlns:a="http://schemas.openxmlformats.org/drawingml/2006/main">
            <a:off x="2514600" y="68294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04</a:t>
            </a:r>
          </a:p>
        </p:txBody>
      </p:sp>
      <p:sp>
        <p:nvSpPr>
          <p:cNvPr id="51" name="실행 결과와 비교">
            <a:extLst xmlns:a="http://schemas.openxmlformats.org/drawingml/2006/main">
              <a:ext uri="{FF2B5EF4-FFF2-40B4-BE49-F238E27FC236}">
                <a16:creationId xmlns:a16="http://schemas.microsoft.com/office/drawing/2014/main" id="{FEEC19BF-0127-46CB-9C5B-04BFC5555FFF}"/>
              </a:ext>
            </a:extLst>
          </p:cNvPr>
          <p:cNvSpPr>
            <a:spLocks xmlns:a="http://schemas.openxmlformats.org/drawingml/2006/main" noGrp="1"/>
          </p:cNvSpPr>
          <p:nvPr/>
        </p:nvSpPr>
        <p:spPr>
          <a:xfrm xmlns:a="http://schemas.openxmlformats.org/drawingml/2006/main">
            <a:off x="3314700" y="6800850"/>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01010"/>
                </a:solidFill>
                <a:latin typeface="Pretendard"/>
                <a:ea typeface="Pretendard"/>
                <a:cs typeface="Pretendard"/>
              </a:defRPr>
            </a:defPPr>
            <a:lvl1pPr algn="l">
              <a:defRPr sz="2700" b="1">
                <a:solidFill>
                  <a:srgbClr val="101010"/>
                </a:solidFill>
                <a:latin typeface="Pretendard"/>
                <a:ea typeface="Pretendard"/>
                <a:cs typeface="Pretendard"/>
              </a:defRPr>
            </a:lvl1pPr>
            <a:lvl2pPr algn="l">
              <a:defRPr sz="2700" b="1">
                <a:solidFill>
                  <a:srgbClr val="101010"/>
                </a:solidFill>
                <a:latin typeface="Pretendard"/>
                <a:ea typeface="Pretendard"/>
                <a:cs typeface="Pretendard"/>
              </a:defRPr>
            </a:lvl2pPr>
            <a:lvl3pPr algn="l">
              <a:defRPr sz="2700" b="1">
                <a:solidFill>
                  <a:srgbClr val="101010"/>
                </a:solidFill>
                <a:latin typeface="Pretendard"/>
                <a:ea typeface="Pretendard"/>
                <a:cs typeface="Pretendard"/>
              </a:defRPr>
            </a:lvl3pPr>
            <a:lvl4pPr algn="l">
              <a:defRPr sz="2700" b="1">
                <a:solidFill>
                  <a:srgbClr val="101010"/>
                </a:solidFill>
                <a:latin typeface="Pretendard"/>
                <a:ea typeface="Pretendard"/>
                <a:cs typeface="Pretendard"/>
              </a:defRPr>
            </a:lvl4pPr>
            <a:lvl5pPr algn="l">
              <a:defRPr sz="2700" b="1">
                <a:solidFill>
                  <a:srgbClr val="101010"/>
                </a:solidFill>
                <a:latin typeface="Pretendard"/>
                <a:ea typeface="Pretendard"/>
                <a:cs typeface="Pretendard"/>
              </a:defRPr>
            </a:lvl5pPr>
            <a:lvl6pPr algn="l">
              <a:defRPr sz="2700" b="1">
                <a:solidFill>
                  <a:srgbClr val="101010"/>
                </a:solidFill>
                <a:latin typeface="Pretendard"/>
                <a:ea typeface="Pretendard"/>
                <a:cs typeface="Pretendard"/>
              </a:defRPr>
            </a:lvl6pPr>
            <a:lvl7pPr algn="l">
              <a:defRPr sz="2700" b="1">
                <a:solidFill>
                  <a:srgbClr val="101010"/>
                </a:solidFill>
                <a:latin typeface="Pretendard"/>
                <a:ea typeface="Pretendard"/>
                <a:cs typeface="Pretendard"/>
              </a:defRPr>
            </a:lvl7pPr>
            <a:lvl8pPr algn="l">
              <a:defRPr sz="2700" b="1">
                <a:solidFill>
                  <a:srgbClr val="101010"/>
                </a:solidFill>
                <a:latin typeface="Pretendard"/>
                <a:ea typeface="Pretendard"/>
                <a:cs typeface="Pretendard"/>
              </a:defRPr>
            </a:lvl8pPr>
            <a:lvl9pPr algn="l">
              <a:defRPr sz="2700" b="1">
                <a:solidFill>
                  <a:srgbClr val="101010"/>
                </a:solidFill>
                <a:latin typeface="Pretendard"/>
                <a:ea typeface="Pretendard"/>
                <a:cs typeface="Pretendard"/>
              </a:defRPr>
            </a:lvl9pPr>
          </a:lstStyle>
          <a:p xmlns:a="http://schemas.openxmlformats.org/drawingml/2006/main">
            <a:pPr algn="l">
              <a:defRPr sz="2700" b="1">
                <a:solidFill>
                  <a:srgbClr val="101010"/>
                </a:solidFill>
                <a:latin typeface="Pretendard"/>
                <a:ea typeface="Pretendard"/>
                <a:cs typeface="Pretendard"/>
              </a:defRPr>
            </a:pPr>
            <a:r>
              <a:rPr sz="2700" b="1">
                <a:solidFill>
                  <a:srgbClr val="101010"/>
                </a:solidFill>
                <a:latin typeface="Pretendard"/>
                <a:ea typeface="Pretendard"/>
                <a:cs typeface="Pretendard"/>
              </a:rPr>
              <a:t>실행 결과와 비교</a:t>
            </a:r>
          </a:p>
        </p:txBody>
      </p:sp>
      <p:sp>
        <p:nvSpPr>
          <p:cNvPr id="52" name="같은 입력의 전후 화면">
            <a:extLst xmlns:a="http://schemas.openxmlformats.org/drawingml/2006/main">
              <a:ext uri="{FF2B5EF4-FFF2-40B4-BE49-F238E27FC236}">
                <a16:creationId xmlns:a16="http://schemas.microsoft.com/office/drawing/2014/main" id="{F78288B7-D308-4FB0-9F2E-9C2EF6CACB9E}"/>
              </a:ext>
            </a:extLst>
          </p:cNvPr>
          <p:cNvSpPr>
            <a:spLocks xmlns:a="http://schemas.openxmlformats.org/drawingml/2006/main" noGrp="1"/>
          </p:cNvSpPr>
          <p:nvPr/>
        </p:nvSpPr>
        <p:spPr>
          <a:xfrm xmlns:a="http://schemas.openxmlformats.org/drawingml/2006/main">
            <a:off x="2495550" y="8077200"/>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같은 입력의 전후 화면</a:t>
            </a:r>
          </a:p>
        </p:txBody>
      </p:sp>
      <p:sp>
        <p:nvSpPr>
          <p:cNvPr id="53" name="검색 수치와 자동 검사">
            <a:extLst xmlns:a="http://schemas.openxmlformats.org/drawingml/2006/main">
              <a:ext uri="{FF2B5EF4-FFF2-40B4-BE49-F238E27FC236}">
                <a16:creationId xmlns:a16="http://schemas.microsoft.com/office/drawing/2014/main" id="{A8EC01D8-1D7D-4476-8CD1-2CE1D6027CE6}"/>
              </a:ext>
            </a:extLst>
          </p:cNvPr>
          <p:cNvSpPr>
            <a:spLocks xmlns:a="http://schemas.openxmlformats.org/drawingml/2006/main" noGrp="1"/>
          </p:cNvSpPr>
          <p:nvPr/>
        </p:nvSpPr>
        <p:spPr>
          <a:xfrm xmlns:a="http://schemas.openxmlformats.org/drawingml/2006/main">
            <a:off x="2495550" y="8639175"/>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검색 수치와 자동 검사</a:t>
            </a:r>
          </a:p>
        </p:txBody>
      </p:sp>
      <p:sp>
        <p:nvSpPr>
          <p:cNvPr id="54" name="05">
            <a:extLst xmlns:a="http://schemas.openxmlformats.org/drawingml/2006/main">
              <a:ext uri="{FF2B5EF4-FFF2-40B4-BE49-F238E27FC236}">
                <a16:creationId xmlns:a16="http://schemas.microsoft.com/office/drawing/2014/main" id="{2892B1EC-4926-4256-8E54-D53D58E0BBA0}"/>
              </a:ext>
            </a:extLst>
          </p:cNvPr>
          <p:cNvSpPr>
            <a:spLocks xmlns:a="http://schemas.openxmlformats.org/drawingml/2006/main" noGrp="1"/>
          </p:cNvSpPr>
          <p:nvPr/>
        </p:nvSpPr>
        <p:spPr>
          <a:xfrm xmlns:a="http://schemas.openxmlformats.org/drawingml/2006/main">
            <a:off x="7810500" y="68294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05</a:t>
            </a:r>
          </a:p>
        </p:txBody>
      </p:sp>
      <p:sp>
        <p:nvSpPr>
          <p:cNvPr id="55" name="한계와 트레이드오프">
            <a:extLst xmlns:a="http://schemas.openxmlformats.org/drawingml/2006/main">
              <a:ext uri="{FF2B5EF4-FFF2-40B4-BE49-F238E27FC236}">
                <a16:creationId xmlns:a16="http://schemas.microsoft.com/office/drawing/2014/main" id="{1AE2A3D1-AEB9-4E22-844D-B5CCED5445AC}"/>
              </a:ext>
            </a:extLst>
          </p:cNvPr>
          <p:cNvSpPr>
            <a:spLocks xmlns:a="http://schemas.openxmlformats.org/drawingml/2006/main" noGrp="1"/>
          </p:cNvSpPr>
          <p:nvPr/>
        </p:nvSpPr>
        <p:spPr>
          <a:xfrm xmlns:a="http://schemas.openxmlformats.org/drawingml/2006/main">
            <a:off x="8610600" y="6800850"/>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01010"/>
                </a:solidFill>
                <a:latin typeface="Pretendard"/>
                <a:ea typeface="Pretendard"/>
                <a:cs typeface="Pretendard"/>
              </a:defRPr>
            </a:defPPr>
            <a:lvl1pPr algn="l">
              <a:defRPr sz="2700" b="1">
                <a:solidFill>
                  <a:srgbClr val="101010"/>
                </a:solidFill>
                <a:latin typeface="Pretendard"/>
                <a:ea typeface="Pretendard"/>
                <a:cs typeface="Pretendard"/>
              </a:defRPr>
            </a:lvl1pPr>
            <a:lvl2pPr algn="l">
              <a:defRPr sz="2700" b="1">
                <a:solidFill>
                  <a:srgbClr val="101010"/>
                </a:solidFill>
                <a:latin typeface="Pretendard"/>
                <a:ea typeface="Pretendard"/>
                <a:cs typeface="Pretendard"/>
              </a:defRPr>
            </a:lvl2pPr>
            <a:lvl3pPr algn="l">
              <a:defRPr sz="2700" b="1">
                <a:solidFill>
                  <a:srgbClr val="101010"/>
                </a:solidFill>
                <a:latin typeface="Pretendard"/>
                <a:ea typeface="Pretendard"/>
                <a:cs typeface="Pretendard"/>
              </a:defRPr>
            </a:lvl3pPr>
            <a:lvl4pPr algn="l">
              <a:defRPr sz="2700" b="1">
                <a:solidFill>
                  <a:srgbClr val="101010"/>
                </a:solidFill>
                <a:latin typeface="Pretendard"/>
                <a:ea typeface="Pretendard"/>
                <a:cs typeface="Pretendard"/>
              </a:defRPr>
            </a:lvl4pPr>
            <a:lvl5pPr algn="l">
              <a:defRPr sz="2700" b="1">
                <a:solidFill>
                  <a:srgbClr val="101010"/>
                </a:solidFill>
                <a:latin typeface="Pretendard"/>
                <a:ea typeface="Pretendard"/>
                <a:cs typeface="Pretendard"/>
              </a:defRPr>
            </a:lvl5pPr>
            <a:lvl6pPr algn="l">
              <a:defRPr sz="2700" b="1">
                <a:solidFill>
                  <a:srgbClr val="101010"/>
                </a:solidFill>
                <a:latin typeface="Pretendard"/>
                <a:ea typeface="Pretendard"/>
                <a:cs typeface="Pretendard"/>
              </a:defRPr>
            </a:lvl6pPr>
            <a:lvl7pPr algn="l">
              <a:defRPr sz="2700" b="1">
                <a:solidFill>
                  <a:srgbClr val="101010"/>
                </a:solidFill>
                <a:latin typeface="Pretendard"/>
                <a:ea typeface="Pretendard"/>
                <a:cs typeface="Pretendard"/>
              </a:defRPr>
            </a:lvl7pPr>
            <a:lvl8pPr algn="l">
              <a:defRPr sz="2700" b="1">
                <a:solidFill>
                  <a:srgbClr val="101010"/>
                </a:solidFill>
                <a:latin typeface="Pretendard"/>
                <a:ea typeface="Pretendard"/>
                <a:cs typeface="Pretendard"/>
              </a:defRPr>
            </a:lvl8pPr>
            <a:lvl9pPr algn="l">
              <a:defRPr sz="2700" b="1">
                <a:solidFill>
                  <a:srgbClr val="101010"/>
                </a:solidFill>
                <a:latin typeface="Pretendard"/>
                <a:ea typeface="Pretendard"/>
                <a:cs typeface="Pretendard"/>
              </a:defRPr>
            </a:lvl9pPr>
          </a:lstStyle>
          <a:p xmlns:a="http://schemas.openxmlformats.org/drawingml/2006/main">
            <a:pPr algn="l">
              <a:defRPr sz="2700" b="1">
                <a:solidFill>
                  <a:srgbClr val="101010"/>
                </a:solidFill>
                <a:latin typeface="Pretendard"/>
                <a:ea typeface="Pretendard"/>
                <a:cs typeface="Pretendard"/>
              </a:defRPr>
            </a:pPr>
            <a:r>
              <a:rPr sz="2700" b="1">
                <a:solidFill>
                  <a:srgbClr val="101010"/>
                </a:solidFill>
                <a:latin typeface="Pretendard"/>
                <a:ea typeface="Pretendard"/>
                <a:cs typeface="Pretendard"/>
              </a:rPr>
              <a:t>한계와 트레이드오프</a:t>
            </a:r>
          </a:p>
        </p:txBody>
      </p:sp>
      <p:sp>
        <p:nvSpPr>
          <p:cNvPr id="56" name="추가된 비용·지연·제약">
            <a:extLst xmlns:a="http://schemas.openxmlformats.org/drawingml/2006/main">
              <a:ext uri="{FF2B5EF4-FFF2-40B4-BE49-F238E27FC236}">
                <a16:creationId xmlns:a16="http://schemas.microsoft.com/office/drawing/2014/main" id="{7360D763-E443-47EC-8995-02FC838DE6BC}"/>
              </a:ext>
            </a:extLst>
          </p:cNvPr>
          <p:cNvSpPr>
            <a:spLocks xmlns:a="http://schemas.openxmlformats.org/drawingml/2006/main" noGrp="1"/>
          </p:cNvSpPr>
          <p:nvPr/>
        </p:nvSpPr>
        <p:spPr>
          <a:xfrm xmlns:a="http://schemas.openxmlformats.org/drawingml/2006/main">
            <a:off x="7791450" y="8077200"/>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추가된 비용·지연·제약</a:t>
            </a:r>
          </a:p>
        </p:txBody>
      </p:sp>
      <p:sp>
        <p:nvSpPr>
          <p:cNvPr id="57" name="현재 범위와 운영 한계">
            <a:extLst xmlns:a="http://schemas.openxmlformats.org/drawingml/2006/main">
              <a:ext uri="{FF2B5EF4-FFF2-40B4-BE49-F238E27FC236}">
                <a16:creationId xmlns:a16="http://schemas.microsoft.com/office/drawing/2014/main" id="{754A93BF-EB09-4CEE-AF52-40F74AA47981}"/>
              </a:ext>
            </a:extLst>
          </p:cNvPr>
          <p:cNvSpPr>
            <a:spLocks xmlns:a="http://schemas.openxmlformats.org/drawingml/2006/main" noGrp="1"/>
          </p:cNvSpPr>
          <p:nvPr/>
        </p:nvSpPr>
        <p:spPr>
          <a:xfrm xmlns:a="http://schemas.openxmlformats.org/drawingml/2006/main">
            <a:off x="7791450" y="8639175"/>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현재 범위와 운영 한계</a:t>
            </a:r>
          </a:p>
        </p:txBody>
      </p:sp>
      <p:sp>
        <p:nvSpPr>
          <p:cNvPr id="58" name="06">
            <a:extLst xmlns:a="http://schemas.openxmlformats.org/drawingml/2006/main">
              <a:ext uri="{FF2B5EF4-FFF2-40B4-BE49-F238E27FC236}">
                <a16:creationId xmlns:a16="http://schemas.microsoft.com/office/drawing/2014/main" id="{1C9A96C2-D055-46C4-A2D3-2E8E62D1169A}"/>
              </a:ext>
            </a:extLst>
          </p:cNvPr>
          <p:cNvSpPr>
            <a:spLocks xmlns:a="http://schemas.openxmlformats.org/drawingml/2006/main" noGrp="1"/>
          </p:cNvSpPr>
          <p:nvPr/>
        </p:nvSpPr>
        <p:spPr>
          <a:xfrm xmlns:a="http://schemas.openxmlformats.org/drawingml/2006/main">
            <a:off x="13106400" y="68294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06</a:t>
            </a:r>
          </a:p>
        </p:txBody>
      </p:sp>
      <p:sp>
        <p:nvSpPr>
          <p:cNvPr id="59" name="향후 개선과 느낀 점">
            <a:extLst xmlns:a="http://schemas.openxmlformats.org/drawingml/2006/main">
              <a:ext uri="{FF2B5EF4-FFF2-40B4-BE49-F238E27FC236}">
                <a16:creationId xmlns:a16="http://schemas.microsoft.com/office/drawing/2014/main" id="{B4DA603B-4B3D-4D74-8E98-068C6E7D16E5}"/>
              </a:ext>
            </a:extLst>
          </p:cNvPr>
          <p:cNvSpPr>
            <a:spLocks xmlns:a="http://schemas.openxmlformats.org/drawingml/2006/main" noGrp="1"/>
          </p:cNvSpPr>
          <p:nvPr/>
        </p:nvSpPr>
        <p:spPr>
          <a:xfrm xmlns:a="http://schemas.openxmlformats.org/drawingml/2006/main">
            <a:off x="13906500" y="6800850"/>
            <a:ext cx="3619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01010"/>
                </a:solidFill>
                <a:latin typeface="Pretendard"/>
                <a:ea typeface="Pretendard"/>
                <a:cs typeface="Pretendard"/>
              </a:defRPr>
            </a:defPPr>
            <a:lvl1pPr algn="l">
              <a:defRPr sz="2700" b="1">
                <a:solidFill>
                  <a:srgbClr val="101010"/>
                </a:solidFill>
                <a:latin typeface="Pretendard"/>
                <a:ea typeface="Pretendard"/>
                <a:cs typeface="Pretendard"/>
              </a:defRPr>
            </a:lvl1pPr>
            <a:lvl2pPr algn="l">
              <a:defRPr sz="2700" b="1">
                <a:solidFill>
                  <a:srgbClr val="101010"/>
                </a:solidFill>
                <a:latin typeface="Pretendard"/>
                <a:ea typeface="Pretendard"/>
                <a:cs typeface="Pretendard"/>
              </a:defRPr>
            </a:lvl2pPr>
            <a:lvl3pPr algn="l">
              <a:defRPr sz="2700" b="1">
                <a:solidFill>
                  <a:srgbClr val="101010"/>
                </a:solidFill>
                <a:latin typeface="Pretendard"/>
                <a:ea typeface="Pretendard"/>
                <a:cs typeface="Pretendard"/>
              </a:defRPr>
            </a:lvl3pPr>
            <a:lvl4pPr algn="l">
              <a:defRPr sz="2700" b="1">
                <a:solidFill>
                  <a:srgbClr val="101010"/>
                </a:solidFill>
                <a:latin typeface="Pretendard"/>
                <a:ea typeface="Pretendard"/>
                <a:cs typeface="Pretendard"/>
              </a:defRPr>
            </a:lvl4pPr>
            <a:lvl5pPr algn="l">
              <a:defRPr sz="2700" b="1">
                <a:solidFill>
                  <a:srgbClr val="101010"/>
                </a:solidFill>
                <a:latin typeface="Pretendard"/>
                <a:ea typeface="Pretendard"/>
                <a:cs typeface="Pretendard"/>
              </a:defRPr>
            </a:lvl5pPr>
            <a:lvl6pPr algn="l">
              <a:defRPr sz="2700" b="1">
                <a:solidFill>
                  <a:srgbClr val="101010"/>
                </a:solidFill>
                <a:latin typeface="Pretendard"/>
                <a:ea typeface="Pretendard"/>
                <a:cs typeface="Pretendard"/>
              </a:defRPr>
            </a:lvl6pPr>
            <a:lvl7pPr algn="l">
              <a:defRPr sz="2700" b="1">
                <a:solidFill>
                  <a:srgbClr val="101010"/>
                </a:solidFill>
                <a:latin typeface="Pretendard"/>
                <a:ea typeface="Pretendard"/>
                <a:cs typeface="Pretendard"/>
              </a:defRPr>
            </a:lvl7pPr>
            <a:lvl8pPr algn="l">
              <a:defRPr sz="2700" b="1">
                <a:solidFill>
                  <a:srgbClr val="101010"/>
                </a:solidFill>
                <a:latin typeface="Pretendard"/>
                <a:ea typeface="Pretendard"/>
                <a:cs typeface="Pretendard"/>
              </a:defRPr>
            </a:lvl8pPr>
            <a:lvl9pPr algn="l">
              <a:defRPr sz="2700" b="1">
                <a:solidFill>
                  <a:srgbClr val="101010"/>
                </a:solidFill>
                <a:latin typeface="Pretendard"/>
                <a:ea typeface="Pretendard"/>
                <a:cs typeface="Pretendard"/>
              </a:defRPr>
            </a:lvl9pPr>
          </a:lstStyle>
          <a:p xmlns:a="http://schemas.openxmlformats.org/drawingml/2006/main">
            <a:pPr algn="l">
              <a:defRPr sz="2700" b="1">
                <a:solidFill>
                  <a:srgbClr val="101010"/>
                </a:solidFill>
                <a:latin typeface="Pretendard"/>
                <a:ea typeface="Pretendard"/>
                <a:cs typeface="Pretendard"/>
              </a:defRPr>
            </a:pPr>
            <a:r>
              <a:rPr sz="2700" b="1">
                <a:solidFill>
                  <a:srgbClr val="101010"/>
                </a:solidFill>
                <a:latin typeface="Pretendard"/>
                <a:ea typeface="Pretendard"/>
                <a:cs typeface="Pretendard"/>
              </a:rPr>
              <a:t>향후 개선과 느낀 점</a:t>
            </a:r>
          </a:p>
        </p:txBody>
      </p:sp>
      <p:sp>
        <p:nvSpPr>
          <p:cNvPr id="60" name="실제 기업 활용 방향">
            <a:extLst xmlns:a="http://schemas.openxmlformats.org/drawingml/2006/main">
              <a:ext uri="{FF2B5EF4-FFF2-40B4-BE49-F238E27FC236}">
                <a16:creationId xmlns:a16="http://schemas.microsoft.com/office/drawing/2014/main" id="{DCA68205-744E-46EB-86FD-40C2976D75F4}"/>
              </a:ext>
            </a:extLst>
          </p:cNvPr>
          <p:cNvSpPr>
            <a:spLocks xmlns:a="http://schemas.openxmlformats.org/drawingml/2006/main" noGrp="1"/>
          </p:cNvSpPr>
          <p:nvPr/>
        </p:nvSpPr>
        <p:spPr>
          <a:xfrm xmlns:a="http://schemas.openxmlformats.org/drawingml/2006/main">
            <a:off x="13087350" y="8077200"/>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실제 기업 활용 방향</a:t>
            </a:r>
          </a:p>
        </p:txBody>
      </p:sp>
      <p:sp>
        <p:nvSpPr>
          <p:cNvPr id="61" name="검증과 기술 선택의 교훈">
            <a:extLst xmlns:a="http://schemas.openxmlformats.org/drawingml/2006/main">
              <a:ext uri="{FF2B5EF4-FFF2-40B4-BE49-F238E27FC236}">
                <a16:creationId xmlns:a16="http://schemas.microsoft.com/office/drawing/2014/main" id="{83A50229-11CA-443F-89EB-5F375ACB20B0}"/>
              </a:ext>
            </a:extLst>
          </p:cNvPr>
          <p:cNvSpPr>
            <a:spLocks xmlns:a="http://schemas.openxmlformats.org/drawingml/2006/main" noGrp="1"/>
          </p:cNvSpPr>
          <p:nvPr/>
        </p:nvSpPr>
        <p:spPr>
          <a:xfrm xmlns:a="http://schemas.openxmlformats.org/drawingml/2006/main">
            <a:off x="13087350" y="8639175"/>
            <a:ext cx="4381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686868"/>
                </a:solidFill>
                <a:latin typeface="Pretendard"/>
                <a:ea typeface="Pretendard"/>
                <a:cs typeface="Pretendard"/>
              </a:defRPr>
            </a:defPPr>
            <a:lvl1pPr algn="l">
              <a:defRPr sz="2175" b="0">
                <a:solidFill>
                  <a:srgbClr val="686868"/>
                </a:solidFill>
                <a:latin typeface="Pretendard"/>
                <a:ea typeface="Pretendard"/>
                <a:cs typeface="Pretendard"/>
              </a:defRPr>
            </a:lvl1pPr>
            <a:lvl2pPr algn="l">
              <a:defRPr sz="2175" b="0">
                <a:solidFill>
                  <a:srgbClr val="686868"/>
                </a:solidFill>
                <a:latin typeface="Pretendard"/>
                <a:ea typeface="Pretendard"/>
                <a:cs typeface="Pretendard"/>
              </a:defRPr>
            </a:lvl2pPr>
            <a:lvl3pPr algn="l">
              <a:defRPr sz="2175" b="0">
                <a:solidFill>
                  <a:srgbClr val="686868"/>
                </a:solidFill>
                <a:latin typeface="Pretendard"/>
                <a:ea typeface="Pretendard"/>
                <a:cs typeface="Pretendard"/>
              </a:defRPr>
            </a:lvl3pPr>
            <a:lvl4pPr algn="l">
              <a:defRPr sz="2175" b="0">
                <a:solidFill>
                  <a:srgbClr val="686868"/>
                </a:solidFill>
                <a:latin typeface="Pretendard"/>
                <a:ea typeface="Pretendard"/>
                <a:cs typeface="Pretendard"/>
              </a:defRPr>
            </a:lvl4pPr>
            <a:lvl5pPr algn="l">
              <a:defRPr sz="2175" b="0">
                <a:solidFill>
                  <a:srgbClr val="686868"/>
                </a:solidFill>
                <a:latin typeface="Pretendard"/>
                <a:ea typeface="Pretendard"/>
                <a:cs typeface="Pretendard"/>
              </a:defRPr>
            </a:lvl5pPr>
            <a:lvl6pPr algn="l">
              <a:defRPr sz="2175" b="0">
                <a:solidFill>
                  <a:srgbClr val="686868"/>
                </a:solidFill>
                <a:latin typeface="Pretendard"/>
                <a:ea typeface="Pretendard"/>
                <a:cs typeface="Pretendard"/>
              </a:defRPr>
            </a:lvl6pPr>
            <a:lvl7pPr algn="l">
              <a:defRPr sz="2175" b="0">
                <a:solidFill>
                  <a:srgbClr val="686868"/>
                </a:solidFill>
                <a:latin typeface="Pretendard"/>
                <a:ea typeface="Pretendard"/>
                <a:cs typeface="Pretendard"/>
              </a:defRPr>
            </a:lvl7pPr>
            <a:lvl8pPr algn="l">
              <a:defRPr sz="2175" b="0">
                <a:solidFill>
                  <a:srgbClr val="686868"/>
                </a:solidFill>
                <a:latin typeface="Pretendard"/>
                <a:ea typeface="Pretendard"/>
                <a:cs typeface="Pretendard"/>
              </a:defRPr>
            </a:lvl8pPr>
            <a:lvl9pPr algn="l">
              <a:defRPr sz="2175" b="0">
                <a:solidFill>
                  <a:srgbClr val="686868"/>
                </a:solidFill>
                <a:latin typeface="Pretendard"/>
                <a:ea typeface="Pretendard"/>
                <a:cs typeface="Pretendard"/>
              </a:defRPr>
            </a:lvl9pPr>
          </a:lstStyle>
          <a:p xmlns:a="http://schemas.openxmlformats.org/drawingml/2006/main">
            <a:pPr algn="l">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검증과 기술 선택의 교훈</a:t>
            </a:r>
          </a:p>
        </p:txBody>
      </p:sp>
    </p:spTree>
    <p:extLst>
      <p:ext uri="{BB962C8B-B14F-4D97-AF65-F5344CB8AC3E}">
        <p14:creationId xmlns:p14="http://schemas.microsoft.com/office/powerpoint/2010/main" val="1639852189"/>
      </p:ext>
    </p:extLst>
  </p:cSld>
</p:sld>
</file>

<file path=ppt/slides/slide3.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b22104b6976e4c19">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9084426559464361">
            <a:extLst>
              <a:ext uri="{96DAC541-7B7A-43D3-8B79-37D633B846F1}">
                <asvg:svgBlip xmlns:asvg="http://schemas.microsoft.com/office/drawing/2016/SVG/main" r:embed="Rd84bb9df151042e4"/>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d8c036a5c00d46f1">
            <a:alphaModFix amt="75000"/>
            <a:extLst>
              <a:ext uri="{96DAC541-7B7A-43D3-8B79-37D633B846F1}">
                <asvg:svgBlip xmlns:asvg="http://schemas.microsoft.com/office/drawing/2016/SVG/main" r:embed="R2c4fbe4db3bf4cd8"/>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5ae660596b164b02">
            <a:extLst>
              <a:ext uri="{96DAC541-7B7A-43D3-8B79-37D633B846F1}">
                <asvg:svgBlip xmlns:asvg="http://schemas.microsoft.com/office/drawing/2016/SVG/main" r:embed="R269f4079b22444ec"/>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e2a90d6cafc94444">
            <a:extLst>
              <a:ext uri="{96DAC541-7B7A-43D3-8B79-37D633B846F1}">
                <asvg:svgBlip xmlns:asvg="http://schemas.microsoft.com/office/drawing/2016/SVG/main" r:embed="R19310d82d7da4475"/>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07d70e8e80234d27">
            <a:extLst>
              <a:ext uri="{96DAC541-7B7A-43D3-8B79-37D633B846F1}">
                <asvg:svgBlip xmlns:asvg="http://schemas.microsoft.com/office/drawing/2016/SVG/main" r:embed="Rb59b69c01b184756"/>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f35cb1bfb81c45c6"/>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d29cf3f9d0554338">
            <a:extLst>
              <a:ext uri="{96DAC541-7B7A-43D3-8B79-37D633B846F1}">
                <asvg:svgBlip xmlns:asvg="http://schemas.microsoft.com/office/drawing/2016/SVG/main" r:embed="R1e94855a10754823"/>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40db4c11fb594161">
            <a:extLst>
              <a:ext uri="{96DAC541-7B7A-43D3-8B79-37D633B846F1}">
                <asvg:svgBlip xmlns:asvg="http://schemas.microsoft.com/office/drawing/2016/SVG/main" r:embed="R350196e3ad3749c6"/>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fa8ed7b02cb54404">
            <a:extLst>
              <a:ext uri="{96DAC541-7B7A-43D3-8B79-37D633B846F1}">
                <asvg:svgBlip xmlns:asvg="http://schemas.microsoft.com/office/drawing/2016/SVG/main" r:embed="R4604f5b7e8864207"/>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c482daddbfce4bf5">
            <a:extLst>
              <a:ext uri="{96DAC541-7B7A-43D3-8B79-37D633B846F1}">
                <asvg:svgBlip xmlns:asvg="http://schemas.microsoft.com/office/drawing/2016/SVG/main" r:embed="R56eed0a057ba4c70"/>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c482daddbfce4bf5">
            <a:extLst>
              <a:ext uri="{96DAC541-7B7A-43D3-8B79-37D633B846F1}">
                <asvg:svgBlip xmlns:asvg="http://schemas.microsoft.com/office/drawing/2016/SVG/main" r:embed="R56eed0a057ba4c70"/>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c482daddbfce4bf5">
            <a:extLst>
              <a:ext uri="{96DAC541-7B7A-43D3-8B79-37D633B846F1}">
                <asvg:svgBlip xmlns:asvg="http://schemas.microsoft.com/office/drawing/2016/SVG/main" r:embed="R56eed0a057ba4c70"/>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c482daddbfce4bf5">
            <a:extLst>
              <a:ext uri="{96DAC541-7B7A-43D3-8B79-37D633B846F1}">
                <asvg:svgBlip xmlns:asvg="http://schemas.microsoft.com/office/drawing/2016/SVG/main" r:embed="R56eed0a057ba4c70"/>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647aa330b0e74191">
            <a:extLst>
              <a:ext uri="{96DAC541-7B7A-43D3-8B79-37D633B846F1}">
                <asvg:svgBlip xmlns:asvg="http://schemas.microsoft.com/office/drawing/2016/SVG/main" r:embed="R0b3dd7c61b8645e9"/>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DCE64630-56CB-4D89-819A-B61287C2D309}"/>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3">
            <a:extLst xmlns:a="http://schemas.openxmlformats.org/drawingml/2006/main">
              <a:ext uri="{FF2B5EF4-FFF2-40B4-BE49-F238E27FC236}">
                <a16:creationId xmlns:a16="http://schemas.microsoft.com/office/drawing/2014/main" id="{EBDA4515-40F0-4BC1-957D-445830448A14}"/>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03</a:t>
            </a:r>
          </a:p>
        </p:txBody>
      </p:sp>
      <p:sp>
        <p:nvSpPr>
          <p:cNvPr id="20" name="기존 서비스 | Base AI Agent">
            <a:extLst xmlns:a="http://schemas.openxmlformats.org/drawingml/2006/main">
              <a:ext uri="{FF2B5EF4-FFF2-40B4-BE49-F238E27FC236}">
                <a16:creationId xmlns:a16="http://schemas.microsoft.com/office/drawing/2014/main" id="{CA697CDD-11BE-4385-B519-8E2B3A95ABEB}"/>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기존 서비스 | Base AI Agent</a:t>
            </a:r>
          </a:p>
        </p:txBody>
      </p:sp>
      <p:sp>
        <p:nvSpPr>
          <p:cNvPr id="21" name="">
            <a:extLst xmlns:a="http://schemas.openxmlformats.org/drawingml/2006/main">
              <a:ext uri="{FF2B5EF4-FFF2-40B4-BE49-F238E27FC236}">
                <a16:creationId xmlns:a16="http://schemas.microsoft.com/office/drawing/2014/main" id="{C130C735-40C6-4CAB-A7E3-7BF45052B2B1}"/>
              </a:ext>
            </a:extLst>
          </p:cNvPr>
          <p:cNvSpPr>
            <a:spLocks xmlns:a="http://schemas.openxmlformats.org/drawingml/2006/main" noGrp="1"/>
          </p:cNvSpPr>
          <p:nvPr/>
        </p:nvSpPr>
        <p:spPr>
          <a:xfrm xmlns:a="http://schemas.openxmlformats.org/drawingml/2006/main">
            <a:off x="2095500" y="2857500"/>
            <a:ext cx="7524750" cy="6381750"/>
          </a:xfrm>
          <a:prstGeom xmlns:a="http://schemas.openxmlformats.org/drawingml/2006/main" prst="roundRect">
            <a:avLst>
              <a:gd name="adj" fmla="val 2985"/>
            </a:avLst>
          </a:prstGeom>
          <a:solidFill xmlns:a="http://schemas.openxmlformats.org/drawingml/2006/main">
            <a:srgbClr val="FFFFFF"/>
          </a:solidFill>
          <a:ln xmlns:a="http://schemas.openxmlformats.org/drawingml/2006/main" w="10478">
            <a:solidFill>
              <a:srgbClr val="BCBEC4"/>
            </a:solidFill>
          </a:ln>
        </p:spPr>
      </p:sp>
      <p:pic>
        <p:nvPicPr>
          <p:cNvPr id="22" name="">
            <a:extLst xmlns:a="http://schemas.openxmlformats.org/drawingml/2006/main">
              <a:ext uri="{FF2B5EF4-FFF2-40B4-BE49-F238E27FC236}">
                <a16:creationId xmlns:a16="http://schemas.microsoft.com/office/drawing/2014/main" id="{C61E592F-D8E9-48ED-852A-F5345E31064A}"/>
              </a:ext>
            </a:extLst>
          </p:cNvPr>
          <p:cNvPicPr>
            <a:picLocks xmlns:a="http://schemas.openxmlformats.org/drawingml/2006/main" noChangeAspect="1"/>
          </p:cNvPicPr>
          <p:nvPr/>
        </p:nvPicPr>
        <p:blipFill>
          <a:blip xmlns:r="http://schemas.openxmlformats.org/officeDocument/2006/relationships" xmlns:a="http://schemas.openxmlformats.org/drawingml/2006/main" r:embed="R887d9fdee9324ce6"/>
          <a:stretch xmlns:a="http://schemas.openxmlformats.org/drawingml/2006/main"/>
        </p:blipFill>
        <p:spPr>
          <a:xfrm xmlns:a="http://schemas.openxmlformats.org/drawingml/2006/main">
            <a:off x="2343150" y="3530090"/>
            <a:ext cx="7029450" cy="3664969"/>
          </a:xfrm>
          <a:prstGeom xmlns:a="http://schemas.openxmlformats.org/drawingml/2006/main" prst="rect">
            <a:avLst/>
          </a:prstGeom>
        </p:spPr>
      </p:pic>
      <p:sp>
        <p:nvSpPr>
          <p:cNvPr id="23" name="샘플 모니터링 데이터와 Runbook을&#10;활용하는 실습용 에이전트">
            <a:extLst xmlns:a="http://schemas.openxmlformats.org/drawingml/2006/main">
              <a:ext uri="{FF2B5EF4-FFF2-40B4-BE49-F238E27FC236}">
                <a16:creationId xmlns:a16="http://schemas.microsoft.com/office/drawing/2014/main" id="{CAC5649D-D970-4CD9-BED3-1D3060994FD7}"/>
              </a:ext>
            </a:extLst>
          </p:cNvPr>
          <p:cNvSpPr>
            <a:spLocks xmlns:a="http://schemas.openxmlformats.org/drawingml/2006/main" noGrp="1"/>
          </p:cNvSpPr>
          <p:nvPr/>
        </p:nvSpPr>
        <p:spPr>
          <a:xfrm xmlns:a="http://schemas.openxmlformats.org/drawingml/2006/main">
            <a:off x="2524125" y="7877175"/>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475" b="1">
                <a:solidFill>
                  <a:srgbClr val="101010"/>
                </a:solidFill>
                <a:latin typeface="Pretendard"/>
                <a:ea typeface="Pretendard"/>
                <a:cs typeface="Pretendard"/>
              </a:defRPr>
            </a:defPPr>
            <a:lvl1pPr algn="ctr">
              <a:defRPr sz="2475" b="1">
                <a:solidFill>
                  <a:srgbClr val="101010"/>
                </a:solidFill>
                <a:latin typeface="Pretendard"/>
                <a:ea typeface="Pretendard"/>
                <a:cs typeface="Pretendard"/>
              </a:defRPr>
            </a:lvl1pPr>
            <a:lvl2pPr algn="ctr">
              <a:defRPr sz="2475" b="1">
                <a:solidFill>
                  <a:srgbClr val="101010"/>
                </a:solidFill>
                <a:latin typeface="Pretendard"/>
                <a:ea typeface="Pretendard"/>
                <a:cs typeface="Pretendard"/>
              </a:defRPr>
            </a:lvl2pPr>
            <a:lvl3pPr algn="ctr">
              <a:defRPr sz="2475" b="1">
                <a:solidFill>
                  <a:srgbClr val="101010"/>
                </a:solidFill>
                <a:latin typeface="Pretendard"/>
                <a:ea typeface="Pretendard"/>
                <a:cs typeface="Pretendard"/>
              </a:defRPr>
            </a:lvl3pPr>
            <a:lvl4pPr algn="ctr">
              <a:defRPr sz="2475" b="1">
                <a:solidFill>
                  <a:srgbClr val="101010"/>
                </a:solidFill>
                <a:latin typeface="Pretendard"/>
                <a:ea typeface="Pretendard"/>
                <a:cs typeface="Pretendard"/>
              </a:defRPr>
            </a:lvl4pPr>
            <a:lvl5pPr algn="ctr">
              <a:defRPr sz="2475" b="1">
                <a:solidFill>
                  <a:srgbClr val="101010"/>
                </a:solidFill>
                <a:latin typeface="Pretendard"/>
                <a:ea typeface="Pretendard"/>
                <a:cs typeface="Pretendard"/>
              </a:defRPr>
            </a:lvl5pPr>
            <a:lvl6pPr algn="ctr">
              <a:defRPr sz="2475" b="1">
                <a:solidFill>
                  <a:srgbClr val="101010"/>
                </a:solidFill>
                <a:latin typeface="Pretendard"/>
                <a:ea typeface="Pretendard"/>
                <a:cs typeface="Pretendard"/>
              </a:defRPr>
            </a:lvl6pPr>
            <a:lvl7pPr algn="ctr">
              <a:defRPr sz="2475" b="1">
                <a:solidFill>
                  <a:srgbClr val="101010"/>
                </a:solidFill>
                <a:latin typeface="Pretendard"/>
                <a:ea typeface="Pretendard"/>
                <a:cs typeface="Pretendard"/>
              </a:defRPr>
            </a:lvl7pPr>
            <a:lvl8pPr algn="ctr">
              <a:defRPr sz="2475" b="1">
                <a:solidFill>
                  <a:srgbClr val="101010"/>
                </a:solidFill>
                <a:latin typeface="Pretendard"/>
                <a:ea typeface="Pretendard"/>
                <a:cs typeface="Pretendard"/>
              </a:defRPr>
            </a:lvl8pPr>
            <a:lvl9pPr algn="ctr">
              <a:defRPr sz="2475" b="1">
                <a:solidFill>
                  <a:srgbClr val="101010"/>
                </a:solidFill>
                <a:latin typeface="Pretendard"/>
                <a:ea typeface="Pretendard"/>
                <a:cs typeface="Pretendard"/>
              </a:defRPr>
            </a:lvl9pPr>
          </a:lstStyle>
          <a:p xmlns:a="http://schemas.openxmlformats.org/drawingml/2006/main">
            <a:pPr algn="ctr">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샘플 모니터링 데이터와 Runbook을</a:t>
            </a:r>
          </a:p>
          <a:p xmlns:a="http://schemas.openxmlformats.org/drawingml/2006/main">
            <a:pPr algn="ctr">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활용하는 실습용 에이전트</a:t>
            </a:r>
          </a:p>
        </p:txBody>
      </p:sp>
      <p:sp>
        <p:nvSpPr>
          <p:cNvPr id="24" name="시스템 상태를 점검하고&#10;장애 대응 방법을 안내하는&#10;AI Agent">
            <a:extLst xmlns:a="http://schemas.openxmlformats.org/drawingml/2006/main">
              <a:ext uri="{FF2B5EF4-FFF2-40B4-BE49-F238E27FC236}">
                <a16:creationId xmlns:a16="http://schemas.microsoft.com/office/drawing/2014/main" id="{66AA09AB-4651-44CB-BBE8-94B8FA7094AD}"/>
              </a:ext>
            </a:extLst>
          </p:cNvPr>
          <p:cNvSpPr>
            <a:spLocks xmlns:a="http://schemas.openxmlformats.org/drawingml/2006/main" noGrp="1"/>
          </p:cNvSpPr>
          <p:nvPr/>
        </p:nvSpPr>
        <p:spPr>
          <a:xfrm xmlns:a="http://schemas.openxmlformats.org/drawingml/2006/main">
            <a:off x="10048875" y="2914650"/>
            <a:ext cx="747712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900" b="1">
                <a:solidFill>
                  <a:srgbClr val="101010"/>
                </a:solidFill>
                <a:latin typeface="Pretendard"/>
                <a:ea typeface="Pretendard"/>
                <a:cs typeface="Pretendard"/>
              </a:defRPr>
            </a:defPPr>
            <a:lvl1pPr algn="l">
              <a:defRPr sz="3900" b="1">
                <a:solidFill>
                  <a:srgbClr val="101010"/>
                </a:solidFill>
                <a:latin typeface="Pretendard"/>
                <a:ea typeface="Pretendard"/>
                <a:cs typeface="Pretendard"/>
              </a:defRPr>
            </a:lvl1pPr>
            <a:lvl2pPr algn="l">
              <a:defRPr sz="3900" b="1">
                <a:solidFill>
                  <a:srgbClr val="101010"/>
                </a:solidFill>
                <a:latin typeface="Pretendard"/>
                <a:ea typeface="Pretendard"/>
                <a:cs typeface="Pretendard"/>
              </a:defRPr>
            </a:lvl2pPr>
            <a:lvl3pPr algn="l">
              <a:defRPr sz="3900" b="1">
                <a:solidFill>
                  <a:srgbClr val="101010"/>
                </a:solidFill>
                <a:latin typeface="Pretendard"/>
                <a:ea typeface="Pretendard"/>
                <a:cs typeface="Pretendard"/>
              </a:defRPr>
            </a:lvl3pPr>
            <a:lvl4pPr algn="l">
              <a:defRPr sz="3900" b="1">
                <a:solidFill>
                  <a:srgbClr val="101010"/>
                </a:solidFill>
                <a:latin typeface="Pretendard"/>
                <a:ea typeface="Pretendard"/>
                <a:cs typeface="Pretendard"/>
              </a:defRPr>
            </a:lvl4pPr>
            <a:lvl5pPr algn="l">
              <a:defRPr sz="3900" b="1">
                <a:solidFill>
                  <a:srgbClr val="101010"/>
                </a:solidFill>
                <a:latin typeface="Pretendard"/>
                <a:ea typeface="Pretendard"/>
                <a:cs typeface="Pretendard"/>
              </a:defRPr>
            </a:lvl5pPr>
            <a:lvl6pPr algn="l">
              <a:defRPr sz="3900" b="1">
                <a:solidFill>
                  <a:srgbClr val="101010"/>
                </a:solidFill>
                <a:latin typeface="Pretendard"/>
                <a:ea typeface="Pretendard"/>
                <a:cs typeface="Pretendard"/>
              </a:defRPr>
            </a:lvl6pPr>
            <a:lvl7pPr algn="l">
              <a:defRPr sz="3900" b="1">
                <a:solidFill>
                  <a:srgbClr val="101010"/>
                </a:solidFill>
                <a:latin typeface="Pretendard"/>
                <a:ea typeface="Pretendard"/>
                <a:cs typeface="Pretendard"/>
              </a:defRPr>
            </a:lvl7pPr>
            <a:lvl8pPr algn="l">
              <a:defRPr sz="3900" b="1">
                <a:solidFill>
                  <a:srgbClr val="101010"/>
                </a:solidFill>
                <a:latin typeface="Pretendard"/>
                <a:ea typeface="Pretendard"/>
                <a:cs typeface="Pretendard"/>
              </a:defRPr>
            </a:lvl8pPr>
            <a:lvl9pPr algn="l">
              <a:defRPr sz="3900" b="1">
                <a:solidFill>
                  <a:srgbClr val="101010"/>
                </a:solidFill>
                <a:latin typeface="Pretendard"/>
                <a:ea typeface="Pretendard"/>
                <a:cs typeface="Pretendard"/>
              </a:defRPr>
            </a:lvl9pPr>
          </a:lstStyle>
          <a:p xmlns:a="http://schemas.openxmlformats.org/drawingml/2006/main">
            <a:pPr algn="l">
              <a:defRPr sz="3900" b="1">
                <a:solidFill>
                  <a:srgbClr val="101010"/>
                </a:solidFill>
                <a:latin typeface="Pretendard"/>
                <a:ea typeface="Pretendard"/>
                <a:cs typeface="Pretendard"/>
              </a:defRPr>
            </a:pPr>
            <a:r>
              <a:rPr sz="3900" b="1">
                <a:solidFill>
                  <a:srgbClr val="101010"/>
                </a:solidFill>
                <a:latin typeface="Pretendard"/>
                <a:ea typeface="Pretendard"/>
                <a:cs typeface="Pretendard"/>
              </a:rPr>
              <a:t>시스템 상태를 점검하고</a:t>
            </a:r>
          </a:p>
          <a:p xmlns:a="http://schemas.openxmlformats.org/drawingml/2006/main">
            <a:pPr algn="l">
              <a:defRPr sz="3900" b="1">
                <a:solidFill>
                  <a:srgbClr val="101010"/>
                </a:solidFill>
                <a:latin typeface="Pretendard"/>
                <a:ea typeface="Pretendard"/>
                <a:cs typeface="Pretendard"/>
              </a:defRPr>
            </a:pPr>
            <a:r>
              <a:rPr sz="3900" b="1">
                <a:solidFill>
                  <a:srgbClr val="101010"/>
                </a:solidFill>
                <a:latin typeface="Pretendard"/>
                <a:ea typeface="Pretendard"/>
                <a:cs typeface="Pretendard"/>
              </a:rPr>
              <a:t>장애 대응 방법을 안내하는</a:t>
            </a:r>
          </a:p>
          <a:p xmlns:a="http://schemas.openxmlformats.org/drawingml/2006/main">
            <a:pPr algn="l">
              <a:defRPr sz="3900" b="1">
                <a:solidFill>
                  <a:srgbClr val="101010"/>
                </a:solidFill>
                <a:latin typeface="Pretendard"/>
                <a:ea typeface="Pretendard"/>
                <a:cs typeface="Pretendard"/>
              </a:defRPr>
            </a:pPr>
            <a:r>
              <a:rPr sz="3900" b="1">
                <a:solidFill>
                  <a:srgbClr val="101010"/>
                </a:solidFill>
                <a:latin typeface="Pretendard"/>
                <a:ea typeface="Pretendard"/>
                <a:cs typeface="Pretendard"/>
              </a:rPr>
              <a:t>AI Agent</a:t>
            </a:r>
          </a:p>
        </p:txBody>
      </p:sp>
      <p:sp>
        <p:nvSpPr>
          <p:cNvPr id="25" name="요청 처리">
            <a:extLst xmlns:a="http://schemas.openxmlformats.org/drawingml/2006/main">
              <a:ext uri="{FF2B5EF4-FFF2-40B4-BE49-F238E27FC236}">
                <a16:creationId xmlns:a16="http://schemas.microsoft.com/office/drawing/2014/main" id="{D2107C0E-0D9E-4507-B998-F21A34556072}"/>
              </a:ext>
            </a:extLst>
          </p:cNvPr>
          <p:cNvSpPr>
            <a:spLocks xmlns:a="http://schemas.openxmlformats.org/drawingml/2006/main" noGrp="1"/>
          </p:cNvSpPr>
          <p:nvPr/>
        </p:nvSpPr>
        <p:spPr>
          <a:xfrm xmlns:a="http://schemas.openxmlformats.org/drawingml/2006/main">
            <a:off x="10096500" y="5276850"/>
            <a:ext cx="685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75BEA"/>
                </a:solidFill>
                <a:latin typeface="Pretendard"/>
                <a:ea typeface="Pretendard"/>
                <a:cs typeface="Pretendard"/>
              </a:defRPr>
            </a:defPPr>
            <a:lvl1pPr algn="l">
              <a:defRPr sz="2325" b="1">
                <a:solidFill>
                  <a:srgbClr val="075BEA"/>
                </a:solidFill>
                <a:latin typeface="Pretendard"/>
                <a:ea typeface="Pretendard"/>
                <a:cs typeface="Pretendard"/>
              </a:defRPr>
            </a:lvl1pPr>
            <a:lvl2pPr algn="l">
              <a:defRPr sz="2325" b="1">
                <a:solidFill>
                  <a:srgbClr val="075BEA"/>
                </a:solidFill>
                <a:latin typeface="Pretendard"/>
                <a:ea typeface="Pretendard"/>
                <a:cs typeface="Pretendard"/>
              </a:defRPr>
            </a:lvl2pPr>
            <a:lvl3pPr algn="l">
              <a:defRPr sz="2325" b="1">
                <a:solidFill>
                  <a:srgbClr val="075BEA"/>
                </a:solidFill>
                <a:latin typeface="Pretendard"/>
                <a:ea typeface="Pretendard"/>
                <a:cs typeface="Pretendard"/>
              </a:defRPr>
            </a:lvl3pPr>
            <a:lvl4pPr algn="l">
              <a:defRPr sz="2325" b="1">
                <a:solidFill>
                  <a:srgbClr val="075BEA"/>
                </a:solidFill>
                <a:latin typeface="Pretendard"/>
                <a:ea typeface="Pretendard"/>
                <a:cs typeface="Pretendard"/>
              </a:defRPr>
            </a:lvl4pPr>
            <a:lvl5pPr algn="l">
              <a:defRPr sz="2325" b="1">
                <a:solidFill>
                  <a:srgbClr val="075BEA"/>
                </a:solidFill>
                <a:latin typeface="Pretendard"/>
                <a:ea typeface="Pretendard"/>
                <a:cs typeface="Pretendard"/>
              </a:defRPr>
            </a:lvl5pPr>
            <a:lvl6pPr algn="l">
              <a:defRPr sz="2325" b="1">
                <a:solidFill>
                  <a:srgbClr val="075BEA"/>
                </a:solidFill>
                <a:latin typeface="Pretendard"/>
                <a:ea typeface="Pretendard"/>
                <a:cs typeface="Pretendard"/>
              </a:defRPr>
            </a:lvl6pPr>
            <a:lvl7pPr algn="l">
              <a:defRPr sz="2325" b="1">
                <a:solidFill>
                  <a:srgbClr val="075BEA"/>
                </a:solidFill>
                <a:latin typeface="Pretendard"/>
                <a:ea typeface="Pretendard"/>
                <a:cs typeface="Pretendard"/>
              </a:defRPr>
            </a:lvl7pPr>
            <a:lvl8pPr algn="l">
              <a:defRPr sz="2325" b="1">
                <a:solidFill>
                  <a:srgbClr val="075BEA"/>
                </a:solidFill>
                <a:latin typeface="Pretendard"/>
                <a:ea typeface="Pretendard"/>
                <a:cs typeface="Pretendard"/>
              </a:defRPr>
            </a:lvl8pPr>
            <a:lvl9pPr algn="l">
              <a:defRPr sz="2325" b="1">
                <a:solidFill>
                  <a:srgbClr val="075BEA"/>
                </a:solidFill>
                <a:latin typeface="Pretendard"/>
                <a:ea typeface="Pretendard"/>
                <a:cs typeface="Pretendard"/>
              </a:defRPr>
            </a:lvl9pPr>
          </a:lstStyle>
          <a:p xmlns:a="http://schemas.openxmlformats.org/drawingml/2006/main">
            <a:pPr algn="l">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요청 처리</a:t>
            </a:r>
          </a:p>
        </p:txBody>
      </p:sp>
      <p:sp>
        <p:nvSpPr>
          <p:cNvPr id="26" name="">
            <a:extLst xmlns:a="http://schemas.openxmlformats.org/drawingml/2006/main">
              <a:ext uri="{FF2B5EF4-FFF2-40B4-BE49-F238E27FC236}">
                <a16:creationId xmlns:a16="http://schemas.microsoft.com/office/drawing/2014/main" id="{19668DCC-1512-40F5-A21F-E15B8B5F5C8D}"/>
              </a:ext>
            </a:extLst>
          </p:cNvPr>
          <p:cNvSpPr>
            <a:spLocks xmlns:a="http://schemas.openxmlformats.org/drawingml/2006/main" noGrp="1"/>
          </p:cNvSpPr>
          <p:nvPr/>
        </p:nvSpPr>
        <p:spPr>
          <a:xfrm xmlns:a="http://schemas.openxmlformats.org/drawingml/2006/main">
            <a:off x="10048875" y="5734050"/>
            <a:ext cx="7524750" cy="7620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0478">
            <a:solidFill>
              <a:srgbClr val="BCBEC4"/>
            </a:solidFill>
          </a:ln>
        </p:spPr>
      </p:sp>
      <p:sp>
        <p:nvSpPr>
          <p:cNvPr id="27" name="Vue → FastAPI → LangGraph">
            <a:extLst xmlns:a="http://schemas.openxmlformats.org/drawingml/2006/main">
              <a:ext uri="{FF2B5EF4-FFF2-40B4-BE49-F238E27FC236}">
                <a16:creationId xmlns:a16="http://schemas.microsoft.com/office/drawing/2014/main" id="{195AAB33-4A50-4D4C-9E59-AD863B66481F}"/>
              </a:ext>
            </a:extLst>
          </p:cNvPr>
          <p:cNvSpPr>
            <a:spLocks xmlns:a="http://schemas.openxmlformats.org/drawingml/2006/main" noGrp="1"/>
          </p:cNvSpPr>
          <p:nvPr/>
        </p:nvSpPr>
        <p:spPr>
          <a:xfrm xmlns:a="http://schemas.openxmlformats.org/drawingml/2006/main">
            <a:off x="10287000" y="5934075"/>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01010"/>
                </a:solidFill>
                <a:latin typeface="Pretendard"/>
                <a:ea typeface="Pretendard"/>
                <a:cs typeface="Pretendard"/>
              </a:defRPr>
            </a:defPPr>
            <a:lvl1pPr algn="l">
              <a:defRPr sz="2325" b="0">
                <a:solidFill>
                  <a:srgbClr val="101010"/>
                </a:solidFill>
                <a:latin typeface="Pretendard"/>
                <a:ea typeface="Pretendard"/>
                <a:cs typeface="Pretendard"/>
              </a:defRPr>
            </a:lvl1pPr>
            <a:lvl2pPr algn="l">
              <a:defRPr sz="2325" b="0">
                <a:solidFill>
                  <a:srgbClr val="101010"/>
                </a:solidFill>
                <a:latin typeface="Pretendard"/>
                <a:ea typeface="Pretendard"/>
                <a:cs typeface="Pretendard"/>
              </a:defRPr>
            </a:lvl2pPr>
            <a:lvl3pPr algn="l">
              <a:defRPr sz="2325" b="0">
                <a:solidFill>
                  <a:srgbClr val="101010"/>
                </a:solidFill>
                <a:latin typeface="Pretendard"/>
                <a:ea typeface="Pretendard"/>
                <a:cs typeface="Pretendard"/>
              </a:defRPr>
            </a:lvl3pPr>
            <a:lvl4pPr algn="l">
              <a:defRPr sz="2325" b="0">
                <a:solidFill>
                  <a:srgbClr val="101010"/>
                </a:solidFill>
                <a:latin typeface="Pretendard"/>
                <a:ea typeface="Pretendard"/>
                <a:cs typeface="Pretendard"/>
              </a:defRPr>
            </a:lvl4pPr>
            <a:lvl5pPr algn="l">
              <a:defRPr sz="2325" b="0">
                <a:solidFill>
                  <a:srgbClr val="101010"/>
                </a:solidFill>
                <a:latin typeface="Pretendard"/>
                <a:ea typeface="Pretendard"/>
                <a:cs typeface="Pretendard"/>
              </a:defRPr>
            </a:lvl5pPr>
            <a:lvl6pPr algn="l">
              <a:defRPr sz="2325" b="0">
                <a:solidFill>
                  <a:srgbClr val="101010"/>
                </a:solidFill>
                <a:latin typeface="Pretendard"/>
                <a:ea typeface="Pretendard"/>
                <a:cs typeface="Pretendard"/>
              </a:defRPr>
            </a:lvl6pPr>
            <a:lvl7pPr algn="l">
              <a:defRPr sz="2325" b="0">
                <a:solidFill>
                  <a:srgbClr val="101010"/>
                </a:solidFill>
                <a:latin typeface="Pretendard"/>
                <a:ea typeface="Pretendard"/>
                <a:cs typeface="Pretendard"/>
              </a:defRPr>
            </a:lvl7pPr>
            <a:lvl8pPr algn="l">
              <a:defRPr sz="2325" b="0">
                <a:solidFill>
                  <a:srgbClr val="101010"/>
                </a:solidFill>
                <a:latin typeface="Pretendard"/>
                <a:ea typeface="Pretendard"/>
                <a:cs typeface="Pretendard"/>
              </a:defRPr>
            </a:lvl8pPr>
            <a:lvl9pPr algn="l">
              <a:defRPr sz="2325" b="0">
                <a:solidFill>
                  <a:srgbClr val="101010"/>
                </a:solidFill>
                <a:latin typeface="Pretendard"/>
                <a:ea typeface="Pretendard"/>
                <a:cs typeface="Pretendard"/>
              </a:defRPr>
            </a:lvl9pPr>
          </a:lstStyle>
          <a:p xmlns:a="http://schemas.openxmlformats.org/drawingml/2006/main">
            <a:pPr algn="l">
              <a:defRPr sz="2325" b="0">
                <a:solidFill>
                  <a:srgbClr val="101010"/>
                </a:solidFill>
                <a:latin typeface="Pretendard"/>
                <a:ea typeface="Pretendard"/>
                <a:cs typeface="Pretendard"/>
              </a:defRPr>
            </a:pPr>
            <a:r>
              <a:rPr sz="2325" b="0">
                <a:solidFill>
                  <a:srgbClr val="101010"/>
                </a:solidFill>
                <a:latin typeface="Pretendard"/>
                <a:ea typeface="Pretendard"/>
                <a:cs typeface="Pretendard"/>
              </a:rPr>
              <a:t>Vue → FastAPI → LangGraph</a:t>
            </a:r>
          </a:p>
        </p:txBody>
      </p:sp>
      <p:sp>
        <p:nvSpPr>
          <p:cNvPr id="28" name="데이터 조회">
            <a:extLst xmlns:a="http://schemas.openxmlformats.org/drawingml/2006/main">
              <a:ext uri="{FF2B5EF4-FFF2-40B4-BE49-F238E27FC236}">
                <a16:creationId xmlns:a16="http://schemas.microsoft.com/office/drawing/2014/main" id="{B2F4F15E-2180-4147-B1ED-B3E54E6BA6D0}"/>
              </a:ext>
            </a:extLst>
          </p:cNvPr>
          <p:cNvSpPr>
            <a:spLocks xmlns:a="http://schemas.openxmlformats.org/drawingml/2006/main" noGrp="1"/>
          </p:cNvSpPr>
          <p:nvPr/>
        </p:nvSpPr>
        <p:spPr>
          <a:xfrm xmlns:a="http://schemas.openxmlformats.org/drawingml/2006/main">
            <a:off x="10096500" y="6591300"/>
            <a:ext cx="685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75BEA"/>
                </a:solidFill>
                <a:latin typeface="Pretendard"/>
                <a:ea typeface="Pretendard"/>
                <a:cs typeface="Pretendard"/>
              </a:defRPr>
            </a:defPPr>
            <a:lvl1pPr algn="l">
              <a:defRPr sz="2325" b="1">
                <a:solidFill>
                  <a:srgbClr val="075BEA"/>
                </a:solidFill>
                <a:latin typeface="Pretendard"/>
                <a:ea typeface="Pretendard"/>
                <a:cs typeface="Pretendard"/>
              </a:defRPr>
            </a:lvl1pPr>
            <a:lvl2pPr algn="l">
              <a:defRPr sz="2325" b="1">
                <a:solidFill>
                  <a:srgbClr val="075BEA"/>
                </a:solidFill>
                <a:latin typeface="Pretendard"/>
                <a:ea typeface="Pretendard"/>
                <a:cs typeface="Pretendard"/>
              </a:defRPr>
            </a:lvl2pPr>
            <a:lvl3pPr algn="l">
              <a:defRPr sz="2325" b="1">
                <a:solidFill>
                  <a:srgbClr val="075BEA"/>
                </a:solidFill>
                <a:latin typeface="Pretendard"/>
                <a:ea typeface="Pretendard"/>
                <a:cs typeface="Pretendard"/>
              </a:defRPr>
            </a:lvl3pPr>
            <a:lvl4pPr algn="l">
              <a:defRPr sz="2325" b="1">
                <a:solidFill>
                  <a:srgbClr val="075BEA"/>
                </a:solidFill>
                <a:latin typeface="Pretendard"/>
                <a:ea typeface="Pretendard"/>
                <a:cs typeface="Pretendard"/>
              </a:defRPr>
            </a:lvl4pPr>
            <a:lvl5pPr algn="l">
              <a:defRPr sz="2325" b="1">
                <a:solidFill>
                  <a:srgbClr val="075BEA"/>
                </a:solidFill>
                <a:latin typeface="Pretendard"/>
                <a:ea typeface="Pretendard"/>
                <a:cs typeface="Pretendard"/>
              </a:defRPr>
            </a:lvl5pPr>
            <a:lvl6pPr algn="l">
              <a:defRPr sz="2325" b="1">
                <a:solidFill>
                  <a:srgbClr val="075BEA"/>
                </a:solidFill>
                <a:latin typeface="Pretendard"/>
                <a:ea typeface="Pretendard"/>
                <a:cs typeface="Pretendard"/>
              </a:defRPr>
            </a:lvl6pPr>
            <a:lvl7pPr algn="l">
              <a:defRPr sz="2325" b="1">
                <a:solidFill>
                  <a:srgbClr val="075BEA"/>
                </a:solidFill>
                <a:latin typeface="Pretendard"/>
                <a:ea typeface="Pretendard"/>
                <a:cs typeface="Pretendard"/>
              </a:defRPr>
            </a:lvl7pPr>
            <a:lvl8pPr algn="l">
              <a:defRPr sz="2325" b="1">
                <a:solidFill>
                  <a:srgbClr val="075BEA"/>
                </a:solidFill>
                <a:latin typeface="Pretendard"/>
                <a:ea typeface="Pretendard"/>
                <a:cs typeface="Pretendard"/>
              </a:defRPr>
            </a:lvl8pPr>
            <a:lvl9pPr algn="l">
              <a:defRPr sz="2325" b="1">
                <a:solidFill>
                  <a:srgbClr val="075BEA"/>
                </a:solidFill>
                <a:latin typeface="Pretendard"/>
                <a:ea typeface="Pretendard"/>
                <a:cs typeface="Pretendard"/>
              </a:defRPr>
            </a:lvl9pPr>
          </a:lstStyle>
          <a:p xmlns:a="http://schemas.openxmlformats.org/drawingml/2006/main">
            <a:pPr algn="l">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데이터 조회</a:t>
            </a:r>
          </a:p>
        </p:txBody>
      </p:sp>
      <p:sp>
        <p:nvSpPr>
          <p:cNvPr id="29" name="">
            <a:extLst xmlns:a="http://schemas.openxmlformats.org/drawingml/2006/main">
              <a:ext uri="{FF2B5EF4-FFF2-40B4-BE49-F238E27FC236}">
                <a16:creationId xmlns:a16="http://schemas.microsoft.com/office/drawing/2014/main" id="{AC269202-F518-4916-8997-5127F7BC8CC3}"/>
              </a:ext>
            </a:extLst>
          </p:cNvPr>
          <p:cNvSpPr>
            <a:spLocks xmlns:a="http://schemas.openxmlformats.org/drawingml/2006/main" noGrp="1"/>
          </p:cNvSpPr>
          <p:nvPr/>
        </p:nvSpPr>
        <p:spPr>
          <a:xfrm xmlns:a="http://schemas.openxmlformats.org/drawingml/2006/main">
            <a:off x="10048875" y="7048500"/>
            <a:ext cx="7524750" cy="7620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0478">
            <a:solidFill>
              <a:srgbClr val="BCBEC4"/>
            </a:solidFill>
          </a:ln>
        </p:spPr>
      </p:sp>
      <p:sp>
        <p:nvSpPr>
          <p:cNvPr id="30" name="MCP로 샘플 상태·매뉴얼 조회">
            <a:extLst xmlns:a="http://schemas.openxmlformats.org/drawingml/2006/main">
              <a:ext uri="{FF2B5EF4-FFF2-40B4-BE49-F238E27FC236}">
                <a16:creationId xmlns:a16="http://schemas.microsoft.com/office/drawing/2014/main" id="{76F95DBC-7835-4142-9DB1-1DF73162375F}"/>
              </a:ext>
            </a:extLst>
          </p:cNvPr>
          <p:cNvSpPr>
            <a:spLocks xmlns:a="http://schemas.openxmlformats.org/drawingml/2006/main" noGrp="1"/>
          </p:cNvSpPr>
          <p:nvPr/>
        </p:nvSpPr>
        <p:spPr>
          <a:xfrm xmlns:a="http://schemas.openxmlformats.org/drawingml/2006/main">
            <a:off x="10287000" y="7248525"/>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01010"/>
                </a:solidFill>
                <a:latin typeface="Pretendard"/>
                <a:ea typeface="Pretendard"/>
                <a:cs typeface="Pretendard"/>
              </a:defRPr>
            </a:defPPr>
            <a:lvl1pPr algn="l">
              <a:defRPr sz="2325" b="0">
                <a:solidFill>
                  <a:srgbClr val="101010"/>
                </a:solidFill>
                <a:latin typeface="Pretendard"/>
                <a:ea typeface="Pretendard"/>
                <a:cs typeface="Pretendard"/>
              </a:defRPr>
            </a:lvl1pPr>
            <a:lvl2pPr algn="l">
              <a:defRPr sz="2325" b="0">
                <a:solidFill>
                  <a:srgbClr val="101010"/>
                </a:solidFill>
                <a:latin typeface="Pretendard"/>
                <a:ea typeface="Pretendard"/>
                <a:cs typeface="Pretendard"/>
              </a:defRPr>
            </a:lvl2pPr>
            <a:lvl3pPr algn="l">
              <a:defRPr sz="2325" b="0">
                <a:solidFill>
                  <a:srgbClr val="101010"/>
                </a:solidFill>
                <a:latin typeface="Pretendard"/>
                <a:ea typeface="Pretendard"/>
                <a:cs typeface="Pretendard"/>
              </a:defRPr>
            </a:lvl3pPr>
            <a:lvl4pPr algn="l">
              <a:defRPr sz="2325" b="0">
                <a:solidFill>
                  <a:srgbClr val="101010"/>
                </a:solidFill>
                <a:latin typeface="Pretendard"/>
                <a:ea typeface="Pretendard"/>
                <a:cs typeface="Pretendard"/>
              </a:defRPr>
            </a:lvl4pPr>
            <a:lvl5pPr algn="l">
              <a:defRPr sz="2325" b="0">
                <a:solidFill>
                  <a:srgbClr val="101010"/>
                </a:solidFill>
                <a:latin typeface="Pretendard"/>
                <a:ea typeface="Pretendard"/>
                <a:cs typeface="Pretendard"/>
              </a:defRPr>
            </a:lvl5pPr>
            <a:lvl6pPr algn="l">
              <a:defRPr sz="2325" b="0">
                <a:solidFill>
                  <a:srgbClr val="101010"/>
                </a:solidFill>
                <a:latin typeface="Pretendard"/>
                <a:ea typeface="Pretendard"/>
                <a:cs typeface="Pretendard"/>
              </a:defRPr>
            </a:lvl6pPr>
            <a:lvl7pPr algn="l">
              <a:defRPr sz="2325" b="0">
                <a:solidFill>
                  <a:srgbClr val="101010"/>
                </a:solidFill>
                <a:latin typeface="Pretendard"/>
                <a:ea typeface="Pretendard"/>
                <a:cs typeface="Pretendard"/>
              </a:defRPr>
            </a:lvl7pPr>
            <a:lvl8pPr algn="l">
              <a:defRPr sz="2325" b="0">
                <a:solidFill>
                  <a:srgbClr val="101010"/>
                </a:solidFill>
                <a:latin typeface="Pretendard"/>
                <a:ea typeface="Pretendard"/>
                <a:cs typeface="Pretendard"/>
              </a:defRPr>
            </a:lvl8pPr>
            <a:lvl9pPr algn="l">
              <a:defRPr sz="2325" b="0">
                <a:solidFill>
                  <a:srgbClr val="101010"/>
                </a:solidFill>
                <a:latin typeface="Pretendard"/>
                <a:ea typeface="Pretendard"/>
                <a:cs typeface="Pretendard"/>
              </a:defRPr>
            </a:lvl9pPr>
          </a:lstStyle>
          <a:p xmlns:a="http://schemas.openxmlformats.org/drawingml/2006/main">
            <a:pPr algn="l">
              <a:defRPr sz="2325" b="0">
                <a:solidFill>
                  <a:srgbClr val="101010"/>
                </a:solidFill>
                <a:latin typeface="Pretendard"/>
                <a:ea typeface="Pretendard"/>
                <a:cs typeface="Pretendard"/>
              </a:defRPr>
            </a:pPr>
            <a:r>
              <a:rPr sz="2325" b="0">
                <a:solidFill>
                  <a:srgbClr val="101010"/>
                </a:solidFill>
                <a:latin typeface="Pretendard"/>
                <a:ea typeface="Pretendard"/>
                <a:cs typeface="Pretendard"/>
              </a:rPr>
              <a:t>MCP로 샘플 상태·매뉴얼 조회</a:t>
            </a:r>
          </a:p>
        </p:txBody>
      </p:sp>
      <p:sp>
        <p:nvSpPr>
          <p:cNvPr id="31" name="기존 기반">
            <a:extLst xmlns:a="http://schemas.openxmlformats.org/drawingml/2006/main">
              <a:ext uri="{FF2B5EF4-FFF2-40B4-BE49-F238E27FC236}">
                <a16:creationId xmlns:a16="http://schemas.microsoft.com/office/drawing/2014/main" id="{2E50488F-F8A4-40CA-8EA2-47F9F015298E}"/>
              </a:ext>
            </a:extLst>
          </p:cNvPr>
          <p:cNvSpPr>
            <a:spLocks xmlns:a="http://schemas.openxmlformats.org/drawingml/2006/main" noGrp="1"/>
          </p:cNvSpPr>
          <p:nvPr/>
        </p:nvSpPr>
        <p:spPr>
          <a:xfrm xmlns:a="http://schemas.openxmlformats.org/drawingml/2006/main">
            <a:off x="10096500" y="7905750"/>
            <a:ext cx="685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75BEA"/>
                </a:solidFill>
                <a:latin typeface="Pretendard"/>
                <a:ea typeface="Pretendard"/>
                <a:cs typeface="Pretendard"/>
              </a:defRPr>
            </a:defPPr>
            <a:lvl1pPr algn="l">
              <a:defRPr sz="2325" b="1">
                <a:solidFill>
                  <a:srgbClr val="075BEA"/>
                </a:solidFill>
                <a:latin typeface="Pretendard"/>
                <a:ea typeface="Pretendard"/>
                <a:cs typeface="Pretendard"/>
              </a:defRPr>
            </a:lvl1pPr>
            <a:lvl2pPr algn="l">
              <a:defRPr sz="2325" b="1">
                <a:solidFill>
                  <a:srgbClr val="075BEA"/>
                </a:solidFill>
                <a:latin typeface="Pretendard"/>
                <a:ea typeface="Pretendard"/>
                <a:cs typeface="Pretendard"/>
              </a:defRPr>
            </a:lvl2pPr>
            <a:lvl3pPr algn="l">
              <a:defRPr sz="2325" b="1">
                <a:solidFill>
                  <a:srgbClr val="075BEA"/>
                </a:solidFill>
                <a:latin typeface="Pretendard"/>
                <a:ea typeface="Pretendard"/>
                <a:cs typeface="Pretendard"/>
              </a:defRPr>
            </a:lvl3pPr>
            <a:lvl4pPr algn="l">
              <a:defRPr sz="2325" b="1">
                <a:solidFill>
                  <a:srgbClr val="075BEA"/>
                </a:solidFill>
                <a:latin typeface="Pretendard"/>
                <a:ea typeface="Pretendard"/>
                <a:cs typeface="Pretendard"/>
              </a:defRPr>
            </a:lvl4pPr>
            <a:lvl5pPr algn="l">
              <a:defRPr sz="2325" b="1">
                <a:solidFill>
                  <a:srgbClr val="075BEA"/>
                </a:solidFill>
                <a:latin typeface="Pretendard"/>
                <a:ea typeface="Pretendard"/>
                <a:cs typeface="Pretendard"/>
              </a:defRPr>
            </a:lvl5pPr>
            <a:lvl6pPr algn="l">
              <a:defRPr sz="2325" b="1">
                <a:solidFill>
                  <a:srgbClr val="075BEA"/>
                </a:solidFill>
                <a:latin typeface="Pretendard"/>
                <a:ea typeface="Pretendard"/>
                <a:cs typeface="Pretendard"/>
              </a:defRPr>
            </a:lvl6pPr>
            <a:lvl7pPr algn="l">
              <a:defRPr sz="2325" b="1">
                <a:solidFill>
                  <a:srgbClr val="075BEA"/>
                </a:solidFill>
                <a:latin typeface="Pretendard"/>
                <a:ea typeface="Pretendard"/>
                <a:cs typeface="Pretendard"/>
              </a:defRPr>
            </a:lvl7pPr>
            <a:lvl8pPr algn="l">
              <a:defRPr sz="2325" b="1">
                <a:solidFill>
                  <a:srgbClr val="075BEA"/>
                </a:solidFill>
                <a:latin typeface="Pretendard"/>
                <a:ea typeface="Pretendard"/>
                <a:cs typeface="Pretendard"/>
              </a:defRPr>
            </a:lvl8pPr>
            <a:lvl9pPr algn="l">
              <a:defRPr sz="2325" b="1">
                <a:solidFill>
                  <a:srgbClr val="075BEA"/>
                </a:solidFill>
                <a:latin typeface="Pretendard"/>
                <a:ea typeface="Pretendard"/>
                <a:cs typeface="Pretendard"/>
              </a:defRPr>
            </a:lvl9pPr>
          </a:lstStyle>
          <a:p xmlns:a="http://schemas.openxmlformats.org/drawingml/2006/main">
            <a:pPr algn="l">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기존 기반</a:t>
            </a:r>
          </a:p>
        </p:txBody>
      </p:sp>
      <p:sp>
        <p:nvSpPr>
          <p:cNvPr id="32" name="">
            <a:extLst xmlns:a="http://schemas.openxmlformats.org/drawingml/2006/main">
              <a:ext uri="{FF2B5EF4-FFF2-40B4-BE49-F238E27FC236}">
                <a16:creationId xmlns:a16="http://schemas.microsoft.com/office/drawing/2014/main" id="{C5AC93E9-1025-4F4E-9FD5-2B22FF805DE7}"/>
              </a:ext>
            </a:extLst>
          </p:cNvPr>
          <p:cNvSpPr>
            <a:spLocks xmlns:a="http://schemas.openxmlformats.org/drawingml/2006/main" noGrp="1"/>
          </p:cNvSpPr>
          <p:nvPr/>
        </p:nvSpPr>
        <p:spPr>
          <a:xfrm xmlns:a="http://schemas.openxmlformats.org/drawingml/2006/main">
            <a:off x="10048875" y="8362950"/>
            <a:ext cx="7524750" cy="7620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10478">
            <a:solidFill>
              <a:srgbClr val="BCBEC4"/>
            </a:solidFill>
          </a:ln>
        </p:spPr>
      </p:sp>
      <p:sp>
        <p:nvSpPr>
          <p:cNvPr id="33" name="SQLite·의존성 주입·LangSmith">
            <a:extLst xmlns:a="http://schemas.openxmlformats.org/drawingml/2006/main">
              <a:ext uri="{FF2B5EF4-FFF2-40B4-BE49-F238E27FC236}">
                <a16:creationId xmlns:a16="http://schemas.microsoft.com/office/drawing/2014/main" id="{9D880BF7-CB9D-4A39-A431-41204CFBC229}"/>
              </a:ext>
            </a:extLst>
          </p:cNvPr>
          <p:cNvSpPr>
            <a:spLocks xmlns:a="http://schemas.openxmlformats.org/drawingml/2006/main" noGrp="1"/>
          </p:cNvSpPr>
          <p:nvPr/>
        </p:nvSpPr>
        <p:spPr>
          <a:xfrm xmlns:a="http://schemas.openxmlformats.org/drawingml/2006/main">
            <a:off x="10287000" y="8562975"/>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01010"/>
                </a:solidFill>
                <a:latin typeface="Pretendard"/>
                <a:ea typeface="Pretendard"/>
                <a:cs typeface="Pretendard"/>
              </a:defRPr>
            </a:defPPr>
            <a:lvl1pPr algn="l">
              <a:defRPr sz="2325" b="0">
                <a:solidFill>
                  <a:srgbClr val="101010"/>
                </a:solidFill>
                <a:latin typeface="Pretendard"/>
                <a:ea typeface="Pretendard"/>
                <a:cs typeface="Pretendard"/>
              </a:defRPr>
            </a:lvl1pPr>
            <a:lvl2pPr algn="l">
              <a:defRPr sz="2325" b="0">
                <a:solidFill>
                  <a:srgbClr val="101010"/>
                </a:solidFill>
                <a:latin typeface="Pretendard"/>
                <a:ea typeface="Pretendard"/>
                <a:cs typeface="Pretendard"/>
              </a:defRPr>
            </a:lvl2pPr>
            <a:lvl3pPr algn="l">
              <a:defRPr sz="2325" b="0">
                <a:solidFill>
                  <a:srgbClr val="101010"/>
                </a:solidFill>
                <a:latin typeface="Pretendard"/>
                <a:ea typeface="Pretendard"/>
                <a:cs typeface="Pretendard"/>
              </a:defRPr>
            </a:lvl3pPr>
            <a:lvl4pPr algn="l">
              <a:defRPr sz="2325" b="0">
                <a:solidFill>
                  <a:srgbClr val="101010"/>
                </a:solidFill>
                <a:latin typeface="Pretendard"/>
                <a:ea typeface="Pretendard"/>
                <a:cs typeface="Pretendard"/>
              </a:defRPr>
            </a:lvl4pPr>
            <a:lvl5pPr algn="l">
              <a:defRPr sz="2325" b="0">
                <a:solidFill>
                  <a:srgbClr val="101010"/>
                </a:solidFill>
                <a:latin typeface="Pretendard"/>
                <a:ea typeface="Pretendard"/>
                <a:cs typeface="Pretendard"/>
              </a:defRPr>
            </a:lvl5pPr>
            <a:lvl6pPr algn="l">
              <a:defRPr sz="2325" b="0">
                <a:solidFill>
                  <a:srgbClr val="101010"/>
                </a:solidFill>
                <a:latin typeface="Pretendard"/>
                <a:ea typeface="Pretendard"/>
                <a:cs typeface="Pretendard"/>
              </a:defRPr>
            </a:lvl6pPr>
            <a:lvl7pPr algn="l">
              <a:defRPr sz="2325" b="0">
                <a:solidFill>
                  <a:srgbClr val="101010"/>
                </a:solidFill>
                <a:latin typeface="Pretendard"/>
                <a:ea typeface="Pretendard"/>
                <a:cs typeface="Pretendard"/>
              </a:defRPr>
            </a:lvl7pPr>
            <a:lvl8pPr algn="l">
              <a:defRPr sz="2325" b="0">
                <a:solidFill>
                  <a:srgbClr val="101010"/>
                </a:solidFill>
                <a:latin typeface="Pretendard"/>
                <a:ea typeface="Pretendard"/>
                <a:cs typeface="Pretendard"/>
              </a:defRPr>
            </a:lvl8pPr>
            <a:lvl9pPr algn="l">
              <a:defRPr sz="2325" b="0">
                <a:solidFill>
                  <a:srgbClr val="101010"/>
                </a:solidFill>
                <a:latin typeface="Pretendard"/>
                <a:ea typeface="Pretendard"/>
                <a:cs typeface="Pretendard"/>
              </a:defRPr>
            </a:lvl9pPr>
          </a:lstStyle>
          <a:p xmlns:a="http://schemas.openxmlformats.org/drawingml/2006/main">
            <a:pPr algn="l">
              <a:defRPr sz="2325" b="0">
                <a:solidFill>
                  <a:srgbClr val="101010"/>
                </a:solidFill>
                <a:latin typeface="Pretendard"/>
                <a:ea typeface="Pretendard"/>
                <a:cs typeface="Pretendard"/>
              </a:defRPr>
            </a:pPr>
            <a:r>
              <a:rPr sz="2325" b="0">
                <a:solidFill>
                  <a:srgbClr val="101010"/>
                </a:solidFill>
                <a:latin typeface="Pretendard"/>
                <a:ea typeface="Pretendard"/>
                <a:cs typeface="Pretendard"/>
              </a:rPr>
              <a:t>SQLite·의존성 주입·LangSmith</a:t>
            </a:r>
          </a:p>
        </p:txBody>
      </p:sp>
      <p:sp>
        <p:nvSpPr>
          <p:cNvPr id="34" name="원본 화면: ee32f7e · fake 생성 모델 · 실제 회사 시스템의 장애 진단 화">
            <a:extLst xmlns:a="http://schemas.openxmlformats.org/drawingml/2006/main">
              <a:ext uri="{FF2B5EF4-FFF2-40B4-BE49-F238E27FC236}">
                <a16:creationId xmlns:a16="http://schemas.microsoft.com/office/drawing/2014/main" id="{737D19B2-AAEC-462A-9DC4-8913CF594B80}"/>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원본 화면: ee32f7e · fake 생성 모델 · 실제 회사 시스템의 장애 진단 화면이 아님</a:t>
            </a:r>
          </a:p>
        </p:txBody>
      </p:sp>
    </p:spTree>
    <p:extLst>
      <p:ext uri="{BB962C8B-B14F-4D97-AF65-F5344CB8AC3E}">
        <p14:creationId xmlns:p14="http://schemas.microsoft.com/office/powerpoint/2010/main" val="1639852189"/>
      </p:ext>
    </p:extLst>
  </p:cSld>
</p:sld>
</file>

<file path=ppt/slides/slide4.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064504bf9a6f45d8">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9254338396a64d4f">
            <a:extLst>
              <a:ext uri="{96DAC541-7B7A-43D3-8B79-37D633B846F1}">
                <asvg:svgBlip xmlns:asvg="http://schemas.microsoft.com/office/drawing/2016/SVG/main" r:embed="R9fdb2218d7b04a23"/>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7c29bf72f4b149bf">
            <a:alphaModFix amt="75000"/>
            <a:extLst>
              <a:ext uri="{96DAC541-7B7A-43D3-8B79-37D633B846F1}">
                <asvg:svgBlip xmlns:asvg="http://schemas.microsoft.com/office/drawing/2016/SVG/main" r:embed="R0358e2d7f89b4db1"/>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3e5a85afdd46448a">
            <a:extLst>
              <a:ext uri="{96DAC541-7B7A-43D3-8B79-37D633B846F1}">
                <asvg:svgBlip xmlns:asvg="http://schemas.microsoft.com/office/drawing/2016/SVG/main" r:embed="Rb5a539183c8147b8"/>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d76c4041a94f413f">
            <a:extLst>
              <a:ext uri="{96DAC541-7B7A-43D3-8B79-37D633B846F1}">
                <asvg:svgBlip xmlns:asvg="http://schemas.microsoft.com/office/drawing/2016/SVG/main" r:embed="Rf32608284d074e7c"/>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38604477e8df40df">
            <a:extLst>
              <a:ext uri="{96DAC541-7B7A-43D3-8B79-37D633B846F1}">
                <asvg:svgBlip xmlns:asvg="http://schemas.microsoft.com/office/drawing/2016/SVG/main" r:embed="R50a4857f6aaf4c92"/>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c22ff2f193834f95"/>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b2374ac0518d44ff">
            <a:extLst>
              <a:ext uri="{96DAC541-7B7A-43D3-8B79-37D633B846F1}">
                <asvg:svgBlip xmlns:asvg="http://schemas.microsoft.com/office/drawing/2016/SVG/main" r:embed="Re342ef031e904f87"/>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dbfc938f460d4296">
            <a:extLst>
              <a:ext uri="{96DAC541-7B7A-43D3-8B79-37D633B846F1}">
                <asvg:svgBlip xmlns:asvg="http://schemas.microsoft.com/office/drawing/2016/SVG/main" r:embed="R61891380d8a94109"/>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fb055ef2949c4158">
            <a:extLst>
              <a:ext uri="{96DAC541-7B7A-43D3-8B79-37D633B846F1}">
                <asvg:svgBlip xmlns:asvg="http://schemas.microsoft.com/office/drawing/2016/SVG/main" r:embed="R8ee5fcbb24cd402b"/>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3db9a98eee9240a7">
            <a:extLst>
              <a:ext uri="{96DAC541-7B7A-43D3-8B79-37D633B846F1}">
                <asvg:svgBlip xmlns:asvg="http://schemas.microsoft.com/office/drawing/2016/SVG/main" r:embed="Rae6f5851a57a4a0d"/>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3db9a98eee9240a7">
            <a:extLst>
              <a:ext uri="{96DAC541-7B7A-43D3-8B79-37D633B846F1}">
                <asvg:svgBlip xmlns:asvg="http://schemas.microsoft.com/office/drawing/2016/SVG/main" r:embed="Rae6f5851a57a4a0d"/>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3db9a98eee9240a7">
            <a:extLst>
              <a:ext uri="{96DAC541-7B7A-43D3-8B79-37D633B846F1}">
                <asvg:svgBlip xmlns:asvg="http://schemas.microsoft.com/office/drawing/2016/SVG/main" r:embed="Rae6f5851a57a4a0d"/>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3db9a98eee9240a7">
            <a:extLst>
              <a:ext uri="{96DAC541-7B7A-43D3-8B79-37D633B846F1}">
                <asvg:svgBlip xmlns:asvg="http://schemas.microsoft.com/office/drawing/2016/SVG/main" r:embed="Rae6f5851a57a4a0d"/>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982e4b6afa494cae">
            <a:extLst>
              <a:ext uri="{96DAC541-7B7A-43D3-8B79-37D633B846F1}">
                <asvg:svgBlip xmlns:asvg="http://schemas.microsoft.com/office/drawing/2016/SVG/main" r:embed="R5a1d08f161ed4806"/>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716A08AA-6829-4CF6-A11C-D8252424BE3F}"/>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4">
            <a:extLst xmlns:a="http://schemas.openxmlformats.org/drawingml/2006/main">
              <a:ext uri="{FF2B5EF4-FFF2-40B4-BE49-F238E27FC236}">
                <a16:creationId xmlns:a16="http://schemas.microsoft.com/office/drawing/2014/main" id="{E69DF027-0A20-44FE-AE34-066C888DEC1F}"/>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04</a:t>
            </a:r>
          </a:p>
        </p:txBody>
      </p:sp>
      <p:sp>
        <p:nvSpPr>
          <p:cNvPr id="20" name="기존 코드의 문제점 1 · 2">
            <a:extLst xmlns:a="http://schemas.openxmlformats.org/drawingml/2006/main">
              <a:ext uri="{FF2B5EF4-FFF2-40B4-BE49-F238E27FC236}">
                <a16:creationId xmlns:a16="http://schemas.microsoft.com/office/drawing/2014/main" id="{4F782B6E-3C82-4AB0-A1FF-C9ADD522B42E}"/>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기존 코드의 문제점 1 · 2</a:t>
            </a:r>
          </a:p>
        </p:txBody>
      </p:sp>
      <p:sp>
        <p:nvSpPr>
          <p:cNvPr id="21" name="">
            <a:extLst xmlns:a="http://schemas.openxmlformats.org/drawingml/2006/main">
              <a:ext uri="{FF2B5EF4-FFF2-40B4-BE49-F238E27FC236}">
                <a16:creationId xmlns:a16="http://schemas.microsoft.com/office/drawing/2014/main" id="{1E7959F1-B1DE-4FE8-9C04-31F0B2BCC8DD}"/>
              </a:ext>
            </a:extLst>
          </p:cNvPr>
          <p:cNvSpPr>
            <a:spLocks xmlns:a="http://schemas.openxmlformats.org/drawingml/2006/main" noGrp="1"/>
          </p:cNvSpPr>
          <p:nvPr/>
        </p:nvSpPr>
        <p:spPr>
          <a:xfrm xmlns:a="http://schemas.openxmlformats.org/drawingml/2006/main">
            <a:off x="2095500" y="2857500"/>
            <a:ext cx="7524750" cy="6381750"/>
          </a:xfrm>
          <a:prstGeom xmlns:a="http://schemas.openxmlformats.org/drawingml/2006/main" prst="roundRect">
            <a:avLst>
              <a:gd name="adj" fmla="val 2985"/>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175B849F-DF5C-44EB-89D9-64C09D0F3210}"/>
              </a:ext>
            </a:extLst>
          </p:cNvPr>
          <p:cNvSpPr>
            <a:spLocks xmlns:a="http://schemas.openxmlformats.org/drawingml/2006/main" noGrp="1"/>
          </p:cNvSpPr>
          <p:nvPr/>
        </p:nvSpPr>
        <p:spPr>
          <a:xfrm xmlns:a="http://schemas.openxmlformats.org/drawingml/2006/main">
            <a:off x="10048875" y="2857500"/>
            <a:ext cx="7524750" cy="6381750"/>
          </a:xfrm>
          <a:prstGeom xmlns:a="http://schemas.openxmlformats.org/drawingml/2006/main" prst="roundRect">
            <a:avLst>
              <a:gd name="adj" fmla="val 2985"/>
            </a:avLst>
          </a:prstGeom>
          <a:solidFill xmlns:a="http://schemas.openxmlformats.org/drawingml/2006/main">
            <a:srgbClr val="FFFFFF"/>
          </a:solidFill>
          <a:ln xmlns:a="http://schemas.openxmlformats.org/drawingml/2006/main" w="10478">
            <a:solidFill>
              <a:srgbClr val="BCBEC4"/>
            </a:solidFill>
          </a:ln>
        </p:spPr>
      </p:sp>
      <p:sp>
        <p:nvSpPr>
          <p:cNvPr id="23" name="">
            <a:extLst xmlns:a="http://schemas.openxmlformats.org/drawingml/2006/main">
              <a:ext uri="{FF2B5EF4-FFF2-40B4-BE49-F238E27FC236}">
                <a16:creationId xmlns:a16="http://schemas.microsoft.com/office/drawing/2014/main" id="{DD5A2BB3-4E46-4E11-8FF7-689E697F03BD}"/>
              </a:ext>
            </a:extLst>
          </p:cNvPr>
          <p:cNvSpPr>
            <a:spLocks xmlns:a="http://schemas.openxmlformats.org/drawingml/2006/main" noGrp="1"/>
          </p:cNvSpPr>
          <p:nvPr/>
        </p:nvSpPr>
        <p:spPr>
          <a:xfrm xmlns:a="http://schemas.openxmlformats.org/drawingml/2006/main">
            <a:off x="2428875" y="3190875"/>
            <a:ext cx="781050" cy="704850"/>
          </a:xfrm>
          <a:prstGeom xmlns:a="http://schemas.openxmlformats.org/drawingml/2006/main" prst="roundRect">
            <a:avLst>
              <a:gd name="adj" fmla="val 27027"/>
            </a:avLst>
          </a:prstGeom>
          <a:solidFill xmlns:a="http://schemas.openxmlformats.org/drawingml/2006/main">
            <a:srgbClr val="075BEA"/>
          </a:solidFill>
          <a:ln xmlns:a="http://schemas.openxmlformats.org/drawingml/2006/main" w="10478">
            <a:solidFill>
              <a:srgbClr val="075BEA"/>
            </a:solidFill>
          </a:ln>
        </p:spPr>
      </p:sp>
      <p:sp>
        <p:nvSpPr>
          <p:cNvPr id="24" name="1">
            <a:extLst xmlns:a="http://schemas.openxmlformats.org/drawingml/2006/main">
              <a:ext uri="{FF2B5EF4-FFF2-40B4-BE49-F238E27FC236}">
                <a16:creationId xmlns:a16="http://schemas.microsoft.com/office/drawing/2014/main" id="{5C092B39-4BEB-4FE9-9916-28B03F24D9FF}"/>
              </a:ext>
            </a:extLst>
          </p:cNvPr>
          <p:cNvSpPr>
            <a:spLocks xmlns:a="http://schemas.openxmlformats.org/drawingml/2006/main" noGrp="1"/>
          </p:cNvSpPr>
          <p:nvPr/>
        </p:nvSpPr>
        <p:spPr>
          <a:xfrm xmlns:a="http://schemas.openxmlformats.org/drawingml/2006/main">
            <a:off x="2428875" y="3286125"/>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1</a:t>
            </a:r>
          </a:p>
        </p:txBody>
      </p:sp>
      <p:sp>
        <p:nvSpPr>
          <p:cNvPr id="25" name="">
            <a:extLst xmlns:a="http://schemas.openxmlformats.org/drawingml/2006/main">
              <a:ext uri="{FF2B5EF4-FFF2-40B4-BE49-F238E27FC236}">
                <a16:creationId xmlns:a16="http://schemas.microsoft.com/office/drawing/2014/main" id="{8134A82C-EA67-47BB-9823-AF1621BD1FAC}"/>
              </a:ext>
            </a:extLst>
          </p:cNvPr>
          <p:cNvSpPr>
            <a:spLocks xmlns:a="http://schemas.openxmlformats.org/drawingml/2006/main" noGrp="1"/>
          </p:cNvSpPr>
          <p:nvPr/>
        </p:nvSpPr>
        <p:spPr>
          <a:xfrm xmlns:a="http://schemas.openxmlformats.org/drawingml/2006/main">
            <a:off x="10382250" y="3190875"/>
            <a:ext cx="781050" cy="704850"/>
          </a:xfrm>
          <a:prstGeom xmlns:a="http://schemas.openxmlformats.org/drawingml/2006/main" prst="roundRect">
            <a:avLst>
              <a:gd name="adj" fmla="val 27027"/>
            </a:avLst>
          </a:prstGeom>
          <a:solidFill xmlns:a="http://schemas.openxmlformats.org/drawingml/2006/main">
            <a:srgbClr val="075BEA"/>
          </a:solidFill>
          <a:ln xmlns:a="http://schemas.openxmlformats.org/drawingml/2006/main" w="10478">
            <a:solidFill>
              <a:srgbClr val="075BEA"/>
            </a:solidFill>
          </a:ln>
        </p:spPr>
      </p:sp>
      <p:sp>
        <p:nvSpPr>
          <p:cNvPr id="26" name="2">
            <a:extLst xmlns:a="http://schemas.openxmlformats.org/drawingml/2006/main">
              <a:ext uri="{FF2B5EF4-FFF2-40B4-BE49-F238E27FC236}">
                <a16:creationId xmlns:a16="http://schemas.microsoft.com/office/drawing/2014/main" id="{507ACECF-7B97-4BB8-A6B8-B79F1B1E27F9}"/>
              </a:ext>
            </a:extLst>
          </p:cNvPr>
          <p:cNvSpPr>
            <a:spLocks xmlns:a="http://schemas.openxmlformats.org/drawingml/2006/main" noGrp="1"/>
          </p:cNvSpPr>
          <p:nvPr/>
        </p:nvSpPr>
        <p:spPr>
          <a:xfrm xmlns:a="http://schemas.openxmlformats.org/drawingml/2006/main">
            <a:off x="10382250" y="3286125"/>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2</a:t>
            </a:r>
          </a:p>
        </p:txBody>
      </p:sp>
      <p:sp>
        <p:nvSpPr>
          <p:cNvPr id="27" name="문의 대상 선택 불안정">
            <a:extLst xmlns:a="http://schemas.openxmlformats.org/drawingml/2006/main">
              <a:ext uri="{FF2B5EF4-FFF2-40B4-BE49-F238E27FC236}">
                <a16:creationId xmlns:a16="http://schemas.microsoft.com/office/drawing/2014/main" id="{523FAEEB-57B9-4548-B77C-013FE956953B}"/>
              </a:ext>
            </a:extLst>
          </p:cNvPr>
          <p:cNvSpPr>
            <a:spLocks xmlns:a="http://schemas.openxmlformats.org/drawingml/2006/main" noGrp="1"/>
          </p:cNvSpPr>
          <p:nvPr/>
        </p:nvSpPr>
        <p:spPr>
          <a:xfrm xmlns:a="http://schemas.openxmlformats.org/drawingml/2006/main">
            <a:off x="2428875" y="4162425"/>
            <a:ext cx="683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75" b="1">
                <a:solidFill>
                  <a:srgbClr val="101010"/>
                </a:solidFill>
                <a:latin typeface="Pretendard"/>
                <a:ea typeface="Pretendard"/>
                <a:cs typeface="Pretendard"/>
              </a:defRPr>
            </a:defPPr>
            <a:lvl1pPr algn="l">
              <a:defRPr sz="3375" b="1">
                <a:solidFill>
                  <a:srgbClr val="101010"/>
                </a:solidFill>
                <a:latin typeface="Pretendard"/>
                <a:ea typeface="Pretendard"/>
                <a:cs typeface="Pretendard"/>
              </a:defRPr>
            </a:lvl1pPr>
            <a:lvl2pPr algn="l">
              <a:defRPr sz="3375" b="1">
                <a:solidFill>
                  <a:srgbClr val="101010"/>
                </a:solidFill>
                <a:latin typeface="Pretendard"/>
                <a:ea typeface="Pretendard"/>
                <a:cs typeface="Pretendard"/>
              </a:defRPr>
            </a:lvl2pPr>
            <a:lvl3pPr algn="l">
              <a:defRPr sz="3375" b="1">
                <a:solidFill>
                  <a:srgbClr val="101010"/>
                </a:solidFill>
                <a:latin typeface="Pretendard"/>
                <a:ea typeface="Pretendard"/>
                <a:cs typeface="Pretendard"/>
              </a:defRPr>
            </a:lvl3pPr>
            <a:lvl4pPr algn="l">
              <a:defRPr sz="3375" b="1">
                <a:solidFill>
                  <a:srgbClr val="101010"/>
                </a:solidFill>
                <a:latin typeface="Pretendard"/>
                <a:ea typeface="Pretendard"/>
                <a:cs typeface="Pretendard"/>
              </a:defRPr>
            </a:lvl4pPr>
            <a:lvl5pPr algn="l">
              <a:defRPr sz="3375" b="1">
                <a:solidFill>
                  <a:srgbClr val="101010"/>
                </a:solidFill>
                <a:latin typeface="Pretendard"/>
                <a:ea typeface="Pretendard"/>
                <a:cs typeface="Pretendard"/>
              </a:defRPr>
            </a:lvl5pPr>
            <a:lvl6pPr algn="l">
              <a:defRPr sz="3375" b="1">
                <a:solidFill>
                  <a:srgbClr val="101010"/>
                </a:solidFill>
                <a:latin typeface="Pretendard"/>
                <a:ea typeface="Pretendard"/>
                <a:cs typeface="Pretendard"/>
              </a:defRPr>
            </a:lvl6pPr>
            <a:lvl7pPr algn="l">
              <a:defRPr sz="3375" b="1">
                <a:solidFill>
                  <a:srgbClr val="101010"/>
                </a:solidFill>
                <a:latin typeface="Pretendard"/>
                <a:ea typeface="Pretendard"/>
                <a:cs typeface="Pretendard"/>
              </a:defRPr>
            </a:lvl7pPr>
            <a:lvl8pPr algn="l">
              <a:defRPr sz="3375" b="1">
                <a:solidFill>
                  <a:srgbClr val="101010"/>
                </a:solidFill>
                <a:latin typeface="Pretendard"/>
                <a:ea typeface="Pretendard"/>
                <a:cs typeface="Pretendard"/>
              </a:defRPr>
            </a:lvl8pPr>
            <a:lvl9pPr algn="l">
              <a:defRPr sz="3375" b="1">
                <a:solidFill>
                  <a:srgbClr val="101010"/>
                </a:solidFill>
                <a:latin typeface="Pretendard"/>
                <a:ea typeface="Pretendard"/>
                <a:cs typeface="Pretendard"/>
              </a:defRPr>
            </a:lvl9pPr>
          </a:lstStyle>
          <a:p xmlns:a="http://schemas.openxmlformats.org/drawingml/2006/main">
            <a:pPr algn="l">
              <a:defRPr sz="3375" b="1">
                <a:solidFill>
                  <a:srgbClr val="101010"/>
                </a:solidFill>
                <a:latin typeface="Pretendard"/>
                <a:ea typeface="Pretendard"/>
                <a:cs typeface="Pretendard"/>
              </a:defRPr>
            </a:pPr>
            <a:r>
              <a:rPr sz="3375" b="1">
                <a:solidFill>
                  <a:srgbClr val="101010"/>
                </a:solidFill>
                <a:latin typeface="Pretendard"/>
                <a:ea typeface="Pretendard"/>
                <a:cs typeface="Pretendard"/>
              </a:rPr>
              <a:t>문의 대상 선택 불안정</a:t>
            </a:r>
          </a:p>
        </p:txBody>
      </p:sp>
      <p:sp>
        <p:nvSpPr>
          <p:cNvPr id="28" name="">
            <a:extLst xmlns:a="http://schemas.openxmlformats.org/drawingml/2006/main">
              <a:ext uri="{FF2B5EF4-FFF2-40B4-BE49-F238E27FC236}">
                <a16:creationId xmlns:a16="http://schemas.microsoft.com/office/drawing/2014/main" id="{FFA56E0D-8E5B-447F-8103-B5C2A831E0E8}"/>
              </a:ext>
            </a:extLst>
          </p:cNvPr>
          <p:cNvSpPr>
            <a:spLocks xmlns:a="http://schemas.openxmlformats.org/drawingml/2006/main" noGrp="1"/>
          </p:cNvSpPr>
          <p:nvPr/>
        </p:nvSpPr>
        <p:spPr>
          <a:xfrm xmlns:a="http://schemas.openxmlformats.org/drawingml/2006/main">
            <a:off x="2428875" y="5067300"/>
            <a:ext cx="6838950" cy="1695450"/>
          </a:xfrm>
          <a:prstGeom xmlns:a="http://schemas.openxmlformats.org/drawingml/2006/main" prst="roundRect">
            <a:avLst>
              <a:gd name="adj" fmla="val 11236"/>
            </a:avLst>
          </a:prstGeom>
          <a:solidFill xmlns:a="http://schemas.openxmlformats.org/drawingml/2006/main">
            <a:srgbClr val="202127"/>
          </a:solidFill>
          <a:ln xmlns:a="http://schemas.openxmlformats.org/drawingml/2006/main" w="10478">
            <a:solidFill>
              <a:srgbClr val="202127"/>
            </a:solidFill>
          </a:ln>
        </p:spPr>
      </p:sp>
      <p:sp>
        <p:nvSpPr>
          <p:cNvPr id="29" name="&quot;사용자 요청에 등장한 시스템마다 agent=research task를 하나씩 세워라 ">
            <a:extLst xmlns:a="http://schemas.openxmlformats.org/drawingml/2006/main">
              <a:ext uri="{FF2B5EF4-FFF2-40B4-BE49-F238E27FC236}">
                <a16:creationId xmlns:a16="http://schemas.microsoft.com/office/drawing/2014/main" id="{8F7DADFE-1348-4DFD-BEEB-5E1477E31BD0}"/>
              </a:ext>
            </a:extLst>
          </p:cNvPr>
          <p:cNvSpPr>
            <a:spLocks xmlns:a="http://schemas.openxmlformats.org/drawingml/2006/main" noGrp="1"/>
          </p:cNvSpPr>
          <p:nvPr/>
        </p:nvSpPr>
        <p:spPr>
          <a:xfrm xmlns:a="http://schemas.openxmlformats.org/drawingml/2006/main">
            <a:off x="2638425" y="5238750"/>
            <a:ext cx="64198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9EBFD"/>
                </a:solidFill>
                <a:latin typeface="Pretendard"/>
                <a:ea typeface="Pretendard"/>
                <a:cs typeface="Pretendard"/>
              </a:defRPr>
            </a:defPPr>
            <a:lvl1pPr algn="l">
              <a:defRPr sz="1725" b="0">
                <a:solidFill>
                  <a:srgbClr val="D9EBFD"/>
                </a:solidFill>
                <a:latin typeface="Pretendard"/>
                <a:ea typeface="Pretendard"/>
                <a:cs typeface="Pretendard"/>
              </a:defRPr>
            </a:lvl1pPr>
            <a:lvl2pPr algn="l">
              <a:defRPr sz="1725" b="0">
                <a:solidFill>
                  <a:srgbClr val="D9EBFD"/>
                </a:solidFill>
                <a:latin typeface="Pretendard"/>
                <a:ea typeface="Pretendard"/>
                <a:cs typeface="Pretendard"/>
              </a:defRPr>
            </a:lvl2pPr>
            <a:lvl3pPr algn="l">
              <a:defRPr sz="1725" b="0">
                <a:solidFill>
                  <a:srgbClr val="D9EBFD"/>
                </a:solidFill>
                <a:latin typeface="Pretendard"/>
                <a:ea typeface="Pretendard"/>
                <a:cs typeface="Pretendard"/>
              </a:defRPr>
            </a:lvl3pPr>
            <a:lvl4pPr algn="l">
              <a:defRPr sz="1725" b="0">
                <a:solidFill>
                  <a:srgbClr val="D9EBFD"/>
                </a:solidFill>
                <a:latin typeface="Pretendard"/>
                <a:ea typeface="Pretendard"/>
                <a:cs typeface="Pretendard"/>
              </a:defRPr>
            </a:lvl4pPr>
            <a:lvl5pPr algn="l">
              <a:defRPr sz="1725" b="0">
                <a:solidFill>
                  <a:srgbClr val="D9EBFD"/>
                </a:solidFill>
                <a:latin typeface="Pretendard"/>
                <a:ea typeface="Pretendard"/>
                <a:cs typeface="Pretendard"/>
              </a:defRPr>
            </a:lvl5pPr>
            <a:lvl6pPr algn="l">
              <a:defRPr sz="1725" b="0">
                <a:solidFill>
                  <a:srgbClr val="D9EBFD"/>
                </a:solidFill>
                <a:latin typeface="Pretendard"/>
                <a:ea typeface="Pretendard"/>
                <a:cs typeface="Pretendard"/>
              </a:defRPr>
            </a:lvl6pPr>
            <a:lvl7pPr algn="l">
              <a:defRPr sz="1725" b="0">
                <a:solidFill>
                  <a:srgbClr val="D9EBFD"/>
                </a:solidFill>
                <a:latin typeface="Pretendard"/>
                <a:ea typeface="Pretendard"/>
                <a:cs typeface="Pretendard"/>
              </a:defRPr>
            </a:lvl7pPr>
            <a:lvl8pPr algn="l">
              <a:defRPr sz="1725" b="0">
                <a:solidFill>
                  <a:srgbClr val="D9EBFD"/>
                </a:solidFill>
                <a:latin typeface="Pretendard"/>
                <a:ea typeface="Pretendard"/>
                <a:cs typeface="Pretendard"/>
              </a:defRPr>
            </a:lvl8pPr>
            <a:lvl9pPr algn="l">
              <a:defRPr sz="1725" b="0">
                <a:solidFill>
                  <a:srgbClr val="D9EBFD"/>
                </a:solidFill>
                <a:latin typeface="Pretendard"/>
                <a:ea typeface="Pretendard"/>
                <a:cs typeface="Pretendard"/>
              </a:defRPr>
            </a:lvl9pPr>
          </a:lstStyle>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"사용자 요청에 등장한 시스템마다 agent=research task를 하나씩 세워라 "</a:t>
            </a:r>
          </a:p>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f"(알려진 시스템: {', '.join(sorted(KNOWN_SYSTEMS))} — 특정 시스템이 "</a:t>
            </a:r>
          </a:p>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"언급되지 않았으면 auth-service를 기본으로 조사하라). "</a:t>
            </a:r>
          </a:p>
        </p:txBody>
      </p:sp>
      <p:sp>
        <p:nvSpPr>
          <p:cNvPr id="30" name="agent/ollama_llm.py · ee32f7e · 174–176행">
            <a:extLst xmlns:a="http://schemas.openxmlformats.org/drawingml/2006/main">
              <a:ext uri="{FF2B5EF4-FFF2-40B4-BE49-F238E27FC236}">
                <a16:creationId xmlns:a16="http://schemas.microsoft.com/office/drawing/2014/main" id="{E7166972-1EFB-4A0C-A147-836FFBB78CB6}"/>
              </a:ext>
            </a:extLst>
          </p:cNvPr>
          <p:cNvSpPr>
            <a:spLocks xmlns:a="http://schemas.openxmlformats.org/drawingml/2006/main" noGrp="1"/>
          </p:cNvSpPr>
          <p:nvPr/>
        </p:nvSpPr>
        <p:spPr>
          <a:xfrm xmlns:a="http://schemas.openxmlformats.org/drawingml/2006/main">
            <a:off x="2428875" y="6858000"/>
            <a:ext cx="683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86868"/>
                </a:solidFill>
                <a:latin typeface="Pretendard"/>
                <a:ea typeface="Pretendard"/>
                <a:cs typeface="Pretendard"/>
              </a:defRPr>
            </a:defPPr>
            <a:lvl1pPr algn="l">
              <a:defRPr sz="1650" b="0">
                <a:solidFill>
                  <a:srgbClr val="686868"/>
                </a:solidFill>
                <a:latin typeface="Pretendard"/>
                <a:ea typeface="Pretendard"/>
                <a:cs typeface="Pretendard"/>
              </a:defRPr>
            </a:lvl1pPr>
            <a:lvl2pPr algn="l">
              <a:defRPr sz="1650" b="0">
                <a:solidFill>
                  <a:srgbClr val="686868"/>
                </a:solidFill>
                <a:latin typeface="Pretendard"/>
                <a:ea typeface="Pretendard"/>
                <a:cs typeface="Pretendard"/>
              </a:defRPr>
            </a:lvl2pPr>
            <a:lvl3pPr algn="l">
              <a:defRPr sz="1650" b="0">
                <a:solidFill>
                  <a:srgbClr val="686868"/>
                </a:solidFill>
                <a:latin typeface="Pretendard"/>
                <a:ea typeface="Pretendard"/>
                <a:cs typeface="Pretendard"/>
              </a:defRPr>
            </a:lvl3pPr>
            <a:lvl4pPr algn="l">
              <a:defRPr sz="1650" b="0">
                <a:solidFill>
                  <a:srgbClr val="686868"/>
                </a:solidFill>
                <a:latin typeface="Pretendard"/>
                <a:ea typeface="Pretendard"/>
                <a:cs typeface="Pretendard"/>
              </a:defRPr>
            </a:lvl4pPr>
            <a:lvl5pPr algn="l">
              <a:defRPr sz="1650" b="0">
                <a:solidFill>
                  <a:srgbClr val="686868"/>
                </a:solidFill>
                <a:latin typeface="Pretendard"/>
                <a:ea typeface="Pretendard"/>
                <a:cs typeface="Pretendard"/>
              </a:defRPr>
            </a:lvl5pPr>
            <a:lvl6pPr algn="l">
              <a:defRPr sz="1650" b="0">
                <a:solidFill>
                  <a:srgbClr val="686868"/>
                </a:solidFill>
                <a:latin typeface="Pretendard"/>
                <a:ea typeface="Pretendard"/>
                <a:cs typeface="Pretendard"/>
              </a:defRPr>
            </a:lvl6pPr>
            <a:lvl7pPr algn="l">
              <a:defRPr sz="1650" b="0">
                <a:solidFill>
                  <a:srgbClr val="686868"/>
                </a:solidFill>
                <a:latin typeface="Pretendard"/>
                <a:ea typeface="Pretendard"/>
                <a:cs typeface="Pretendard"/>
              </a:defRPr>
            </a:lvl7pPr>
            <a:lvl8pPr algn="l">
              <a:defRPr sz="1650" b="0">
                <a:solidFill>
                  <a:srgbClr val="686868"/>
                </a:solidFill>
                <a:latin typeface="Pretendard"/>
                <a:ea typeface="Pretendard"/>
                <a:cs typeface="Pretendard"/>
              </a:defRPr>
            </a:lvl8pPr>
            <a:lvl9pPr algn="l">
              <a:defRPr sz="1650" b="0">
                <a:solidFill>
                  <a:srgbClr val="686868"/>
                </a:solidFill>
                <a:latin typeface="Pretendard"/>
                <a:ea typeface="Pretendard"/>
                <a:cs typeface="Pretendard"/>
              </a:defRPr>
            </a:lvl9pPr>
          </a:lstStyle>
          <a:p xmlns:a="http://schemas.openxmlformats.org/drawingml/2006/main">
            <a:pPr algn="l">
              <a:defRPr sz="1650" b="0">
                <a:solidFill>
                  <a:srgbClr val="686868"/>
                </a:solidFill>
                <a:latin typeface="Pretendard"/>
                <a:ea typeface="Pretendard"/>
                <a:cs typeface="Pretendard"/>
              </a:defRPr>
            </a:pPr>
            <a:r>
              <a:rPr sz="1650" b="0">
                <a:solidFill>
                  <a:srgbClr val="686868"/>
                </a:solidFill>
                <a:latin typeface="Pretendard"/>
                <a:ea typeface="Pretendard"/>
                <a:cs typeface="Pretendard"/>
              </a:rPr>
              <a:t>agent/ollama_llm.py · ee32f7e · 174–176행</a:t>
            </a:r>
          </a:p>
        </p:txBody>
      </p:sp>
      <p:sp>
        <p:nvSpPr>
          <p:cNvPr id="31" name="서비스를 말하지 않으면&#10;auth-service를 기본으로 조사">
            <a:extLst xmlns:a="http://schemas.openxmlformats.org/drawingml/2006/main">
              <a:ext uri="{FF2B5EF4-FFF2-40B4-BE49-F238E27FC236}">
                <a16:creationId xmlns:a16="http://schemas.microsoft.com/office/drawing/2014/main" id="{8BAFC1C1-4DA8-4D2C-A5C3-C3F5080F0C38}"/>
              </a:ext>
            </a:extLst>
          </p:cNvPr>
          <p:cNvSpPr>
            <a:spLocks xmlns:a="http://schemas.openxmlformats.org/drawingml/2006/main" noGrp="1"/>
          </p:cNvSpPr>
          <p:nvPr/>
        </p:nvSpPr>
        <p:spPr>
          <a:xfrm xmlns:a="http://schemas.openxmlformats.org/drawingml/2006/main">
            <a:off x="2428875" y="7496175"/>
            <a:ext cx="6838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01010"/>
                </a:solidFill>
                <a:latin typeface="Pretendard"/>
                <a:ea typeface="Pretendard"/>
                <a:cs typeface="Pretendard"/>
              </a:defRPr>
            </a:defPPr>
            <a:lvl1pPr algn="l">
              <a:defRPr sz="2775" b="1">
                <a:solidFill>
                  <a:srgbClr val="101010"/>
                </a:solidFill>
                <a:latin typeface="Pretendard"/>
                <a:ea typeface="Pretendard"/>
                <a:cs typeface="Pretendard"/>
              </a:defRPr>
            </a:lvl1pPr>
            <a:lvl2pPr algn="l">
              <a:defRPr sz="2775" b="1">
                <a:solidFill>
                  <a:srgbClr val="101010"/>
                </a:solidFill>
                <a:latin typeface="Pretendard"/>
                <a:ea typeface="Pretendard"/>
                <a:cs typeface="Pretendard"/>
              </a:defRPr>
            </a:lvl2pPr>
            <a:lvl3pPr algn="l">
              <a:defRPr sz="2775" b="1">
                <a:solidFill>
                  <a:srgbClr val="101010"/>
                </a:solidFill>
                <a:latin typeface="Pretendard"/>
                <a:ea typeface="Pretendard"/>
                <a:cs typeface="Pretendard"/>
              </a:defRPr>
            </a:lvl3pPr>
            <a:lvl4pPr algn="l">
              <a:defRPr sz="2775" b="1">
                <a:solidFill>
                  <a:srgbClr val="101010"/>
                </a:solidFill>
                <a:latin typeface="Pretendard"/>
                <a:ea typeface="Pretendard"/>
                <a:cs typeface="Pretendard"/>
              </a:defRPr>
            </a:lvl4pPr>
            <a:lvl5pPr algn="l">
              <a:defRPr sz="2775" b="1">
                <a:solidFill>
                  <a:srgbClr val="101010"/>
                </a:solidFill>
                <a:latin typeface="Pretendard"/>
                <a:ea typeface="Pretendard"/>
                <a:cs typeface="Pretendard"/>
              </a:defRPr>
            </a:lvl5pPr>
            <a:lvl6pPr algn="l">
              <a:defRPr sz="2775" b="1">
                <a:solidFill>
                  <a:srgbClr val="101010"/>
                </a:solidFill>
                <a:latin typeface="Pretendard"/>
                <a:ea typeface="Pretendard"/>
                <a:cs typeface="Pretendard"/>
              </a:defRPr>
            </a:lvl6pPr>
            <a:lvl7pPr algn="l">
              <a:defRPr sz="2775" b="1">
                <a:solidFill>
                  <a:srgbClr val="101010"/>
                </a:solidFill>
                <a:latin typeface="Pretendard"/>
                <a:ea typeface="Pretendard"/>
                <a:cs typeface="Pretendard"/>
              </a:defRPr>
            </a:lvl7pPr>
            <a:lvl8pPr algn="l">
              <a:defRPr sz="2775" b="1">
                <a:solidFill>
                  <a:srgbClr val="101010"/>
                </a:solidFill>
                <a:latin typeface="Pretendard"/>
                <a:ea typeface="Pretendard"/>
                <a:cs typeface="Pretendard"/>
              </a:defRPr>
            </a:lvl8pPr>
            <a:lvl9pPr algn="l">
              <a:defRPr sz="2775" b="1">
                <a:solidFill>
                  <a:srgbClr val="101010"/>
                </a:solidFill>
                <a:latin typeface="Pretendard"/>
                <a:ea typeface="Pretendard"/>
                <a:cs typeface="Pretendard"/>
              </a:defRPr>
            </a:lvl9pPr>
          </a:lstStyle>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서비스를 말하지 않으면</a:t>
            </a:r>
          </a:p>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auth-service를 기본으로 조사</a:t>
            </a:r>
          </a:p>
        </p:txBody>
      </p:sp>
      <p:sp>
        <p:nvSpPr>
          <p:cNvPr id="32" name="문의 정보 정리 부족">
            <a:extLst xmlns:a="http://schemas.openxmlformats.org/drawingml/2006/main">
              <a:ext uri="{FF2B5EF4-FFF2-40B4-BE49-F238E27FC236}">
                <a16:creationId xmlns:a16="http://schemas.microsoft.com/office/drawing/2014/main" id="{D3F7C91F-9913-46E9-8F9A-B2FF40C432B5}"/>
              </a:ext>
            </a:extLst>
          </p:cNvPr>
          <p:cNvSpPr>
            <a:spLocks xmlns:a="http://schemas.openxmlformats.org/drawingml/2006/main" noGrp="1"/>
          </p:cNvSpPr>
          <p:nvPr/>
        </p:nvSpPr>
        <p:spPr>
          <a:xfrm xmlns:a="http://schemas.openxmlformats.org/drawingml/2006/main">
            <a:off x="10382250" y="4162425"/>
            <a:ext cx="6838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75" b="1">
                <a:solidFill>
                  <a:srgbClr val="101010"/>
                </a:solidFill>
                <a:latin typeface="Pretendard"/>
                <a:ea typeface="Pretendard"/>
                <a:cs typeface="Pretendard"/>
              </a:defRPr>
            </a:defPPr>
            <a:lvl1pPr algn="l">
              <a:defRPr sz="3375" b="1">
                <a:solidFill>
                  <a:srgbClr val="101010"/>
                </a:solidFill>
                <a:latin typeface="Pretendard"/>
                <a:ea typeface="Pretendard"/>
                <a:cs typeface="Pretendard"/>
              </a:defRPr>
            </a:lvl1pPr>
            <a:lvl2pPr algn="l">
              <a:defRPr sz="3375" b="1">
                <a:solidFill>
                  <a:srgbClr val="101010"/>
                </a:solidFill>
                <a:latin typeface="Pretendard"/>
                <a:ea typeface="Pretendard"/>
                <a:cs typeface="Pretendard"/>
              </a:defRPr>
            </a:lvl2pPr>
            <a:lvl3pPr algn="l">
              <a:defRPr sz="3375" b="1">
                <a:solidFill>
                  <a:srgbClr val="101010"/>
                </a:solidFill>
                <a:latin typeface="Pretendard"/>
                <a:ea typeface="Pretendard"/>
                <a:cs typeface="Pretendard"/>
              </a:defRPr>
            </a:lvl3pPr>
            <a:lvl4pPr algn="l">
              <a:defRPr sz="3375" b="1">
                <a:solidFill>
                  <a:srgbClr val="101010"/>
                </a:solidFill>
                <a:latin typeface="Pretendard"/>
                <a:ea typeface="Pretendard"/>
                <a:cs typeface="Pretendard"/>
              </a:defRPr>
            </a:lvl4pPr>
            <a:lvl5pPr algn="l">
              <a:defRPr sz="3375" b="1">
                <a:solidFill>
                  <a:srgbClr val="101010"/>
                </a:solidFill>
                <a:latin typeface="Pretendard"/>
                <a:ea typeface="Pretendard"/>
                <a:cs typeface="Pretendard"/>
              </a:defRPr>
            </a:lvl5pPr>
            <a:lvl6pPr algn="l">
              <a:defRPr sz="3375" b="1">
                <a:solidFill>
                  <a:srgbClr val="101010"/>
                </a:solidFill>
                <a:latin typeface="Pretendard"/>
                <a:ea typeface="Pretendard"/>
                <a:cs typeface="Pretendard"/>
              </a:defRPr>
            </a:lvl6pPr>
            <a:lvl7pPr algn="l">
              <a:defRPr sz="3375" b="1">
                <a:solidFill>
                  <a:srgbClr val="101010"/>
                </a:solidFill>
                <a:latin typeface="Pretendard"/>
                <a:ea typeface="Pretendard"/>
                <a:cs typeface="Pretendard"/>
              </a:defRPr>
            </a:lvl7pPr>
            <a:lvl8pPr algn="l">
              <a:defRPr sz="3375" b="1">
                <a:solidFill>
                  <a:srgbClr val="101010"/>
                </a:solidFill>
                <a:latin typeface="Pretendard"/>
                <a:ea typeface="Pretendard"/>
                <a:cs typeface="Pretendard"/>
              </a:defRPr>
            </a:lvl8pPr>
            <a:lvl9pPr algn="l">
              <a:defRPr sz="3375" b="1">
                <a:solidFill>
                  <a:srgbClr val="101010"/>
                </a:solidFill>
                <a:latin typeface="Pretendard"/>
                <a:ea typeface="Pretendard"/>
                <a:cs typeface="Pretendard"/>
              </a:defRPr>
            </a:lvl9pPr>
          </a:lstStyle>
          <a:p xmlns:a="http://schemas.openxmlformats.org/drawingml/2006/main">
            <a:pPr algn="l">
              <a:defRPr sz="3375" b="1">
                <a:solidFill>
                  <a:srgbClr val="101010"/>
                </a:solidFill>
                <a:latin typeface="Pretendard"/>
                <a:ea typeface="Pretendard"/>
                <a:cs typeface="Pretendard"/>
              </a:defRPr>
            </a:pPr>
            <a:r>
              <a:rPr sz="3375" b="1">
                <a:solidFill>
                  <a:srgbClr val="101010"/>
                </a:solidFill>
                <a:latin typeface="Pretendard"/>
                <a:ea typeface="Pretendard"/>
                <a:cs typeface="Pretendard"/>
              </a:rPr>
              <a:t>문의 정보 정리 부족</a:t>
            </a:r>
          </a:p>
        </p:txBody>
      </p:sp>
      <p:sp>
        <p:nvSpPr>
          <p:cNvPr id="33" name="">
            <a:extLst xmlns:a="http://schemas.openxmlformats.org/drawingml/2006/main">
              <a:ext uri="{FF2B5EF4-FFF2-40B4-BE49-F238E27FC236}">
                <a16:creationId xmlns:a16="http://schemas.microsoft.com/office/drawing/2014/main" id="{7B4D73E0-DEBA-4CF7-BE90-349801897E4D}"/>
              </a:ext>
            </a:extLst>
          </p:cNvPr>
          <p:cNvSpPr>
            <a:spLocks xmlns:a="http://schemas.openxmlformats.org/drawingml/2006/main" noGrp="1"/>
          </p:cNvSpPr>
          <p:nvPr/>
        </p:nvSpPr>
        <p:spPr>
          <a:xfrm xmlns:a="http://schemas.openxmlformats.org/drawingml/2006/main">
            <a:off x="10382250" y="5067300"/>
            <a:ext cx="6838950" cy="1695450"/>
          </a:xfrm>
          <a:prstGeom xmlns:a="http://schemas.openxmlformats.org/drawingml/2006/main" prst="roundRect">
            <a:avLst>
              <a:gd name="adj" fmla="val 11236"/>
            </a:avLst>
          </a:prstGeom>
          <a:solidFill xmlns:a="http://schemas.openxmlformats.org/drawingml/2006/main">
            <a:srgbClr val="202127"/>
          </a:solidFill>
          <a:ln xmlns:a="http://schemas.openxmlformats.org/drawingml/2006/main" w="10478">
            <a:solidFill>
              <a:srgbClr val="202127"/>
            </a:solidFill>
          </a:ln>
        </p:spPr>
      </p:sp>
      <p:sp>
        <p:nvSpPr>
          <p:cNvPr id="34" name="procedure = await deps.mcp.get_prompt(&#10;    &quot;inci">
            <a:extLst xmlns:a="http://schemas.openxmlformats.org/drawingml/2006/main">
              <a:ext uri="{FF2B5EF4-FFF2-40B4-BE49-F238E27FC236}">
                <a16:creationId xmlns:a16="http://schemas.microsoft.com/office/drawing/2014/main" id="{70D7825D-87A5-433F-8D37-D9D1EB3F925F}"/>
              </a:ext>
            </a:extLst>
          </p:cNvPr>
          <p:cNvSpPr>
            <a:spLocks xmlns:a="http://schemas.openxmlformats.org/drawingml/2006/main" noGrp="1"/>
          </p:cNvSpPr>
          <p:nvPr/>
        </p:nvSpPr>
        <p:spPr>
          <a:xfrm xmlns:a="http://schemas.openxmlformats.org/drawingml/2006/main">
            <a:off x="10591800" y="5238750"/>
            <a:ext cx="64198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D9EBFD"/>
                </a:solidFill>
                <a:latin typeface="Pretendard"/>
                <a:ea typeface="Pretendard"/>
                <a:cs typeface="Pretendard"/>
              </a:defRPr>
            </a:defPPr>
            <a:lvl1pPr algn="l">
              <a:defRPr sz="1575" b="0">
                <a:solidFill>
                  <a:srgbClr val="D9EBFD"/>
                </a:solidFill>
                <a:latin typeface="Pretendard"/>
                <a:ea typeface="Pretendard"/>
                <a:cs typeface="Pretendard"/>
              </a:defRPr>
            </a:lvl1pPr>
            <a:lvl2pPr algn="l">
              <a:defRPr sz="1575" b="0">
                <a:solidFill>
                  <a:srgbClr val="D9EBFD"/>
                </a:solidFill>
                <a:latin typeface="Pretendard"/>
                <a:ea typeface="Pretendard"/>
                <a:cs typeface="Pretendard"/>
              </a:defRPr>
            </a:lvl2pPr>
            <a:lvl3pPr algn="l">
              <a:defRPr sz="1575" b="0">
                <a:solidFill>
                  <a:srgbClr val="D9EBFD"/>
                </a:solidFill>
                <a:latin typeface="Pretendard"/>
                <a:ea typeface="Pretendard"/>
                <a:cs typeface="Pretendard"/>
              </a:defRPr>
            </a:lvl3pPr>
            <a:lvl4pPr algn="l">
              <a:defRPr sz="1575" b="0">
                <a:solidFill>
                  <a:srgbClr val="D9EBFD"/>
                </a:solidFill>
                <a:latin typeface="Pretendard"/>
                <a:ea typeface="Pretendard"/>
                <a:cs typeface="Pretendard"/>
              </a:defRPr>
            </a:lvl4pPr>
            <a:lvl5pPr algn="l">
              <a:defRPr sz="1575" b="0">
                <a:solidFill>
                  <a:srgbClr val="D9EBFD"/>
                </a:solidFill>
                <a:latin typeface="Pretendard"/>
                <a:ea typeface="Pretendard"/>
                <a:cs typeface="Pretendard"/>
              </a:defRPr>
            </a:lvl5pPr>
            <a:lvl6pPr algn="l">
              <a:defRPr sz="1575" b="0">
                <a:solidFill>
                  <a:srgbClr val="D9EBFD"/>
                </a:solidFill>
                <a:latin typeface="Pretendard"/>
                <a:ea typeface="Pretendard"/>
                <a:cs typeface="Pretendard"/>
              </a:defRPr>
            </a:lvl6pPr>
            <a:lvl7pPr algn="l">
              <a:defRPr sz="1575" b="0">
                <a:solidFill>
                  <a:srgbClr val="D9EBFD"/>
                </a:solidFill>
                <a:latin typeface="Pretendard"/>
                <a:ea typeface="Pretendard"/>
                <a:cs typeface="Pretendard"/>
              </a:defRPr>
            </a:lvl7pPr>
            <a:lvl8pPr algn="l">
              <a:defRPr sz="1575" b="0">
                <a:solidFill>
                  <a:srgbClr val="D9EBFD"/>
                </a:solidFill>
                <a:latin typeface="Pretendard"/>
                <a:ea typeface="Pretendard"/>
                <a:cs typeface="Pretendard"/>
              </a:defRPr>
            </a:lvl8pPr>
            <a:lvl9pPr algn="l">
              <a:defRPr sz="1575" b="0">
                <a:solidFill>
                  <a:srgbClr val="D9EBFD"/>
                </a:solidFill>
                <a:latin typeface="Pretendard"/>
                <a:ea typeface="Pretendard"/>
                <a:cs typeface="Pretendard"/>
              </a:defRPr>
            </a:lvl9pPr>
          </a:lstStyle>
          <a:p xmlns:a="http://schemas.openxmlformats.org/drawingml/2006/main">
            <a:pPr algn="l">
              <a:defRPr sz="1575" b="0">
                <a:solidFill>
                  <a:srgbClr val="D9EBFD"/>
                </a:solidFill>
                <a:latin typeface="Pretendard"/>
                <a:ea typeface="Pretendard"/>
                <a:cs typeface="Pretendard"/>
              </a:defRPr>
            </a:pPr>
            <a:r>
              <a:rPr sz="1575" b="0">
                <a:solidFill>
                  <a:srgbClr val="D9EBFD"/>
                </a:solidFill>
                <a:latin typeface="Pretendard"/>
                <a:ea typeface="Pretendard"/>
                <a:cs typeface="Pretendard"/>
              </a:rPr>
              <a:t>procedure = await deps.mcp.get_prompt(</a:t>
            </a:r>
          </a:p>
          <a:p xmlns:a="http://schemas.openxmlformats.org/drawingml/2006/main">
            <a:pPr algn="l">
              <a:defRPr sz="1575" b="0">
                <a:solidFill>
                  <a:srgbClr val="D9EBFD"/>
                </a:solidFill>
                <a:latin typeface="Pretendard"/>
                <a:ea typeface="Pretendard"/>
                <a:cs typeface="Pretendard"/>
              </a:defRPr>
            </a:pPr>
            <a:r>
              <a:rPr sz="1575" b="0">
                <a:solidFill>
                  <a:srgbClr val="D9EBFD"/>
                </a:solidFill>
                <a:latin typeface="Pretendard"/>
                <a:ea typeface="Pretendard"/>
                <a:cs typeface="Pretendard"/>
              </a:rPr>
              <a:t>    "incident_analysis_prompt",</a:t>
            </a:r>
          </a:p>
          <a:p xmlns:a="http://schemas.openxmlformats.org/drawingml/2006/main">
            <a:pPr algn="l">
              <a:defRPr sz="1575" b="0">
                <a:solidFill>
                  <a:srgbClr val="D9EBFD"/>
                </a:solidFill>
                <a:latin typeface="Pretendard"/>
                <a:ea typeface="Pretendard"/>
                <a:cs typeface="Pretendard"/>
              </a:defRPr>
            </a:pPr>
            <a:r>
              <a:rPr sz="1575" b="0">
                <a:solidFill>
                  <a:srgbClr val="D9EBFD"/>
                </a:solidFill>
                <a:latin typeface="Pretendard"/>
                <a:ea typeface="Pretendard"/>
                <a:cs typeface="Pretendard"/>
              </a:rPr>
              <a:t>    {"system_name": _extract_system_name(state["query"]), "symptom": state["query"]},</a:t>
            </a:r>
          </a:p>
          <a:p xmlns:a="http://schemas.openxmlformats.org/drawingml/2006/main">
            <a:pPr algn="l">
              <a:defRPr sz="1575" b="0">
                <a:solidFill>
                  <a:srgbClr val="D9EBFD"/>
                </a:solidFill>
                <a:latin typeface="Pretendard"/>
                <a:ea typeface="Pretendard"/>
                <a:cs typeface="Pretendard"/>
              </a:defRPr>
            </a:pPr>
            <a:r>
              <a:rPr sz="1575" b="0">
                <a:solidFill>
                  <a:srgbClr val="D9EBFD"/>
                </a:solidFill>
                <a:latin typeface="Pretendard"/>
                <a:ea typeface="Pretendard"/>
                <a:cs typeface="Pretendard"/>
              </a:rPr>
              <a:t>    server=prompt_server,</a:t>
            </a:r>
          </a:p>
          <a:p xmlns:a="http://schemas.openxmlformats.org/drawingml/2006/main">
            <a:pPr algn="l">
              <a:defRPr sz="1575" b="0">
                <a:solidFill>
                  <a:srgbClr val="D9EBFD"/>
                </a:solidFill>
                <a:latin typeface="Pretendard"/>
                <a:ea typeface="Pretendard"/>
                <a:cs typeface="Pretendard"/>
              </a:defRPr>
            </a:pPr>
            <a:r>
              <a:rPr sz="1575" b="0">
                <a:solidFill>
                  <a:srgbClr val="D9EBFD"/>
                </a:solidFill>
                <a:latin typeface="Pretendard"/>
                <a:ea typeface="Pretendard"/>
                <a:cs typeface="Pretendard"/>
              </a:rPr>
              <a:t>)</a:t>
            </a:r>
          </a:p>
        </p:txBody>
      </p:sp>
      <p:sp>
        <p:nvSpPr>
          <p:cNvPr id="35" name="agent/graph.py · ee32f7e · 108–112행">
            <a:extLst xmlns:a="http://schemas.openxmlformats.org/drawingml/2006/main">
              <a:ext uri="{FF2B5EF4-FFF2-40B4-BE49-F238E27FC236}">
                <a16:creationId xmlns:a16="http://schemas.microsoft.com/office/drawing/2014/main" id="{F02CD611-14D8-4F55-8A7B-06C2D60080ED}"/>
              </a:ext>
            </a:extLst>
          </p:cNvPr>
          <p:cNvSpPr>
            <a:spLocks xmlns:a="http://schemas.openxmlformats.org/drawingml/2006/main" noGrp="1"/>
          </p:cNvSpPr>
          <p:nvPr/>
        </p:nvSpPr>
        <p:spPr>
          <a:xfrm xmlns:a="http://schemas.openxmlformats.org/drawingml/2006/main">
            <a:off x="10382250" y="6858000"/>
            <a:ext cx="683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86868"/>
                </a:solidFill>
                <a:latin typeface="Pretendard"/>
                <a:ea typeface="Pretendard"/>
                <a:cs typeface="Pretendard"/>
              </a:defRPr>
            </a:defPPr>
            <a:lvl1pPr algn="l">
              <a:defRPr sz="1650" b="0">
                <a:solidFill>
                  <a:srgbClr val="686868"/>
                </a:solidFill>
                <a:latin typeface="Pretendard"/>
                <a:ea typeface="Pretendard"/>
                <a:cs typeface="Pretendard"/>
              </a:defRPr>
            </a:lvl1pPr>
            <a:lvl2pPr algn="l">
              <a:defRPr sz="1650" b="0">
                <a:solidFill>
                  <a:srgbClr val="686868"/>
                </a:solidFill>
                <a:latin typeface="Pretendard"/>
                <a:ea typeface="Pretendard"/>
                <a:cs typeface="Pretendard"/>
              </a:defRPr>
            </a:lvl2pPr>
            <a:lvl3pPr algn="l">
              <a:defRPr sz="1650" b="0">
                <a:solidFill>
                  <a:srgbClr val="686868"/>
                </a:solidFill>
                <a:latin typeface="Pretendard"/>
                <a:ea typeface="Pretendard"/>
                <a:cs typeface="Pretendard"/>
              </a:defRPr>
            </a:lvl3pPr>
            <a:lvl4pPr algn="l">
              <a:defRPr sz="1650" b="0">
                <a:solidFill>
                  <a:srgbClr val="686868"/>
                </a:solidFill>
                <a:latin typeface="Pretendard"/>
                <a:ea typeface="Pretendard"/>
                <a:cs typeface="Pretendard"/>
              </a:defRPr>
            </a:lvl4pPr>
            <a:lvl5pPr algn="l">
              <a:defRPr sz="1650" b="0">
                <a:solidFill>
                  <a:srgbClr val="686868"/>
                </a:solidFill>
                <a:latin typeface="Pretendard"/>
                <a:ea typeface="Pretendard"/>
                <a:cs typeface="Pretendard"/>
              </a:defRPr>
            </a:lvl5pPr>
            <a:lvl6pPr algn="l">
              <a:defRPr sz="1650" b="0">
                <a:solidFill>
                  <a:srgbClr val="686868"/>
                </a:solidFill>
                <a:latin typeface="Pretendard"/>
                <a:ea typeface="Pretendard"/>
                <a:cs typeface="Pretendard"/>
              </a:defRPr>
            </a:lvl6pPr>
            <a:lvl7pPr algn="l">
              <a:defRPr sz="1650" b="0">
                <a:solidFill>
                  <a:srgbClr val="686868"/>
                </a:solidFill>
                <a:latin typeface="Pretendard"/>
                <a:ea typeface="Pretendard"/>
                <a:cs typeface="Pretendard"/>
              </a:defRPr>
            </a:lvl7pPr>
            <a:lvl8pPr algn="l">
              <a:defRPr sz="1650" b="0">
                <a:solidFill>
                  <a:srgbClr val="686868"/>
                </a:solidFill>
                <a:latin typeface="Pretendard"/>
                <a:ea typeface="Pretendard"/>
                <a:cs typeface="Pretendard"/>
              </a:defRPr>
            </a:lvl8pPr>
            <a:lvl9pPr algn="l">
              <a:defRPr sz="1650" b="0">
                <a:solidFill>
                  <a:srgbClr val="686868"/>
                </a:solidFill>
                <a:latin typeface="Pretendard"/>
                <a:ea typeface="Pretendard"/>
                <a:cs typeface="Pretendard"/>
              </a:defRPr>
            </a:lvl9pPr>
          </a:lstStyle>
          <a:p xmlns:a="http://schemas.openxmlformats.org/drawingml/2006/main">
            <a:pPr algn="l">
              <a:defRPr sz="1650" b="0">
                <a:solidFill>
                  <a:srgbClr val="686868"/>
                </a:solidFill>
                <a:latin typeface="Pretendard"/>
                <a:ea typeface="Pretendard"/>
                <a:cs typeface="Pretendard"/>
              </a:defRPr>
            </a:pPr>
            <a:r>
              <a:rPr sz="1650" b="0">
                <a:solidFill>
                  <a:srgbClr val="686868"/>
                </a:solidFill>
                <a:latin typeface="Pretendard"/>
                <a:ea typeface="Pretendard"/>
                <a:cs typeface="Pretendard"/>
              </a:rPr>
              <a:t>agent/graph.py · ee32f7e · 108–112행</a:t>
            </a:r>
          </a:p>
        </p:txBody>
      </p:sp>
      <p:sp>
        <p:nvSpPr>
          <p:cNvPr id="36" name="질문 전체를 증상으로 전달&#10;시각·오류·환경은 따로 정리하지 않음">
            <a:extLst xmlns:a="http://schemas.openxmlformats.org/drawingml/2006/main">
              <a:ext uri="{FF2B5EF4-FFF2-40B4-BE49-F238E27FC236}">
                <a16:creationId xmlns:a16="http://schemas.microsoft.com/office/drawing/2014/main" id="{35909B28-1D97-4AA7-8EC2-FE60378B1074}"/>
              </a:ext>
            </a:extLst>
          </p:cNvPr>
          <p:cNvSpPr>
            <a:spLocks xmlns:a="http://schemas.openxmlformats.org/drawingml/2006/main" noGrp="1"/>
          </p:cNvSpPr>
          <p:nvPr/>
        </p:nvSpPr>
        <p:spPr>
          <a:xfrm xmlns:a="http://schemas.openxmlformats.org/drawingml/2006/main">
            <a:off x="10382250" y="7496175"/>
            <a:ext cx="6838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101010"/>
                </a:solidFill>
                <a:latin typeface="Pretendard"/>
                <a:ea typeface="Pretendard"/>
                <a:cs typeface="Pretendard"/>
              </a:defRPr>
            </a:defPPr>
            <a:lvl1pPr algn="l">
              <a:defRPr sz="2550" b="1">
                <a:solidFill>
                  <a:srgbClr val="101010"/>
                </a:solidFill>
                <a:latin typeface="Pretendard"/>
                <a:ea typeface="Pretendard"/>
                <a:cs typeface="Pretendard"/>
              </a:defRPr>
            </a:lvl1pPr>
            <a:lvl2pPr algn="l">
              <a:defRPr sz="2550" b="1">
                <a:solidFill>
                  <a:srgbClr val="101010"/>
                </a:solidFill>
                <a:latin typeface="Pretendard"/>
                <a:ea typeface="Pretendard"/>
                <a:cs typeface="Pretendard"/>
              </a:defRPr>
            </a:lvl2pPr>
            <a:lvl3pPr algn="l">
              <a:defRPr sz="2550" b="1">
                <a:solidFill>
                  <a:srgbClr val="101010"/>
                </a:solidFill>
                <a:latin typeface="Pretendard"/>
                <a:ea typeface="Pretendard"/>
                <a:cs typeface="Pretendard"/>
              </a:defRPr>
            </a:lvl3pPr>
            <a:lvl4pPr algn="l">
              <a:defRPr sz="2550" b="1">
                <a:solidFill>
                  <a:srgbClr val="101010"/>
                </a:solidFill>
                <a:latin typeface="Pretendard"/>
                <a:ea typeface="Pretendard"/>
                <a:cs typeface="Pretendard"/>
              </a:defRPr>
            </a:lvl4pPr>
            <a:lvl5pPr algn="l">
              <a:defRPr sz="2550" b="1">
                <a:solidFill>
                  <a:srgbClr val="101010"/>
                </a:solidFill>
                <a:latin typeface="Pretendard"/>
                <a:ea typeface="Pretendard"/>
                <a:cs typeface="Pretendard"/>
              </a:defRPr>
            </a:lvl5pPr>
            <a:lvl6pPr algn="l">
              <a:defRPr sz="2550" b="1">
                <a:solidFill>
                  <a:srgbClr val="101010"/>
                </a:solidFill>
                <a:latin typeface="Pretendard"/>
                <a:ea typeface="Pretendard"/>
                <a:cs typeface="Pretendard"/>
              </a:defRPr>
            </a:lvl6pPr>
            <a:lvl7pPr algn="l">
              <a:defRPr sz="2550" b="1">
                <a:solidFill>
                  <a:srgbClr val="101010"/>
                </a:solidFill>
                <a:latin typeface="Pretendard"/>
                <a:ea typeface="Pretendard"/>
                <a:cs typeface="Pretendard"/>
              </a:defRPr>
            </a:lvl7pPr>
            <a:lvl8pPr algn="l">
              <a:defRPr sz="2550" b="1">
                <a:solidFill>
                  <a:srgbClr val="101010"/>
                </a:solidFill>
                <a:latin typeface="Pretendard"/>
                <a:ea typeface="Pretendard"/>
                <a:cs typeface="Pretendard"/>
              </a:defRPr>
            </a:lvl8pPr>
            <a:lvl9pPr algn="l">
              <a:defRPr sz="2550" b="1">
                <a:solidFill>
                  <a:srgbClr val="101010"/>
                </a:solidFill>
                <a:latin typeface="Pretendard"/>
                <a:ea typeface="Pretendard"/>
                <a:cs typeface="Pretendard"/>
              </a:defRPr>
            </a:lvl9pPr>
          </a:lstStyle>
          <a:p xmlns:a="http://schemas.openxmlformats.org/drawingml/2006/main">
            <a:pPr algn="l">
              <a:defRPr sz="2550" b="1">
                <a:solidFill>
                  <a:srgbClr val="101010"/>
                </a:solidFill>
                <a:latin typeface="Pretendard"/>
                <a:ea typeface="Pretendard"/>
                <a:cs typeface="Pretendard"/>
              </a:defRPr>
            </a:pPr>
            <a:r>
              <a:rPr sz="2550" b="1">
                <a:solidFill>
                  <a:srgbClr val="101010"/>
                </a:solidFill>
                <a:latin typeface="Pretendard"/>
                <a:ea typeface="Pretendard"/>
                <a:cs typeface="Pretendard"/>
              </a:rPr>
              <a:t>질문 전체를 증상으로 전달</a:t>
            </a:r>
          </a:p>
          <a:p xmlns:a="http://schemas.openxmlformats.org/drawingml/2006/main">
            <a:pPr algn="l">
              <a:defRPr sz="2550" b="1">
                <a:solidFill>
                  <a:srgbClr val="101010"/>
                </a:solidFill>
                <a:latin typeface="Pretendard"/>
                <a:ea typeface="Pretendard"/>
                <a:cs typeface="Pretendard"/>
              </a:defRPr>
            </a:pPr>
            <a:r>
              <a:rPr sz="2550" b="1">
                <a:solidFill>
                  <a:srgbClr val="101010"/>
                </a:solidFill>
                <a:latin typeface="Pretendard"/>
                <a:ea typeface="Pretendard"/>
                <a:cs typeface="Pretendard"/>
              </a:rPr>
              <a:t>시각·오류·환경은 따로 정리하지 않음</a:t>
            </a:r>
          </a:p>
        </p:txBody>
      </p:sp>
      <p:sp>
        <p:nvSpPr>
          <p:cNvPr id="37" name="대상 확인과 문의 정보 정리를 사용자·관리자에게 맡기는 구조였다">
            <a:extLst xmlns:a="http://schemas.openxmlformats.org/drawingml/2006/main">
              <a:ext uri="{FF2B5EF4-FFF2-40B4-BE49-F238E27FC236}">
                <a16:creationId xmlns:a16="http://schemas.microsoft.com/office/drawing/2014/main" id="{97B5E8D2-7894-4A93-9C11-931731BB5609}"/>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대상 확인과 문의 정보 정리를 사용자·관리자에게 맡기는 구조였다</a:t>
            </a:r>
          </a:p>
        </p:txBody>
      </p:sp>
    </p:spTree>
    <p:extLst>
      <p:ext uri="{BB962C8B-B14F-4D97-AF65-F5344CB8AC3E}">
        <p14:creationId xmlns:p14="http://schemas.microsoft.com/office/powerpoint/2010/main" val="1639852189"/>
      </p:ext>
    </p:extLst>
  </p:cSld>
</p:sld>
</file>

<file path=ppt/slides/slide5.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433564e7e18e4e20">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7565ac040e5a4ce6">
            <a:extLst>
              <a:ext uri="{96DAC541-7B7A-43D3-8B79-37D633B846F1}">
                <asvg:svgBlip xmlns:asvg="http://schemas.microsoft.com/office/drawing/2016/SVG/main" r:embed="Reda15f2f0bff4f46"/>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62f7329adbba405c">
            <a:alphaModFix amt="75000"/>
            <a:extLst>
              <a:ext uri="{96DAC541-7B7A-43D3-8B79-37D633B846F1}">
                <asvg:svgBlip xmlns:asvg="http://schemas.microsoft.com/office/drawing/2016/SVG/main" r:embed="Rf44563a6229e4c77"/>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878e35f0f8f94317">
            <a:extLst>
              <a:ext uri="{96DAC541-7B7A-43D3-8B79-37D633B846F1}">
                <asvg:svgBlip xmlns:asvg="http://schemas.microsoft.com/office/drawing/2016/SVG/main" r:embed="R1722dfa623624bae"/>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7724f341b3494bfa">
            <a:extLst>
              <a:ext uri="{96DAC541-7B7A-43D3-8B79-37D633B846F1}">
                <asvg:svgBlip xmlns:asvg="http://schemas.microsoft.com/office/drawing/2016/SVG/main" r:embed="Rc0209cc4d84940a7"/>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51df6cc376674587">
            <a:extLst>
              <a:ext uri="{96DAC541-7B7A-43D3-8B79-37D633B846F1}">
                <asvg:svgBlip xmlns:asvg="http://schemas.microsoft.com/office/drawing/2016/SVG/main" r:embed="R65441407a09743e9"/>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399cd9b252124cd8"/>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f44ae2a6a4364f9e">
            <a:extLst>
              <a:ext uri="{96DAC541-7B7A-43D3-8B79-37D633B846F1}">
                <asvg:svgBlip xmlns:asvg="http://schemas.microsoft.com/office/drawing/2016/SVG/main" r:embed="Re1d04d8b47da4f29"/>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36b63988ed0f4130">
            <a:extLst>
              <a:ext uri="{96DAC541-7B7A-43D3-8B79-37D633B846F1}">
                <asvg:svgBlip xmlns:asvg="http://schemas.microsoft.com/office/drawing/2016/SVG/main" r:embed="Rb9dfae24c6754954"/>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8ca94ff56f034931">
            <a:extLst>
              <a:ext uri="{96DAC541-7B7A-43D3-8B79-37D633B846F1}">
                <asvg:svgBlip xmlns:asvg="http://schemas.microsoft.com/office/drawing/2016/SVG/main" r:embed="Rc899ff881c65481b"/>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a438a38003764216">
            <a:extLst>
              <a:ext uri="{96DAC541-7B7A-43D3-8B79-37D633B846F1}">
                <asvg:svgBlip xmlns:asvg="http://schemas.microsoft.com/office/drawing/2016/SVG/main" r:embed="Rb17b5705058c4bbe"/>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a438a38003764216">
            <a:extLst>
              <a:ext uri="{96DAC541-7B7A-43D3-8B79-37D633B846F1}">
                <asvg:svgBlip xmlns:asvg="http://schemas.microsoft.com/office/drawing/2016/SVG/main" r:embed="Rb17b5705058c4bbe"/>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a438a38003764216">
            <a:extLst>
              <a:ext uri="{96DAC541-7B7A-43D3-8B79-37D633B846F1}">
                <asvg:svgBlip xmlns:asvg="http://schemas.microsoft.com/office/drawing/2016/SVG/main" r:embed="Rb17b5705058c4bbe"/>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a438a38003764216">
            <a:extLst>
              <a:ext uri="{96DAC541-7B7A-43D3-8B79-37D633B846F1}">
                <asvg:svgBlip xmlns:asvg="http://schemas.microsoft.com/office/drawing/2016/SVG/main" r:embed="Rb17b5705058c4bbe"/>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eee931ab760a4862">
            <a:extLst>
              <a:ext uri="{96DAC541-7B7A-43D3-8B79-37D633B846F1}">
                <asvg:svgBlip xmlns:asvg="http://schemas.microsoft.com/office/drawing/2016/SVG/main" r:embed="Raad26b9a92da4250"/>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9FE4DD02-8DD0-40CC-9D55-FA73D27037F0}"/>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5">
            <a:extLst xmlns:a="http://schemas.openxmlformats.org/drawingml/2006/main">
              <a:ext uri="{FF2B5EF4-FFF2-40B4-BE49-F238E27FC236}">
                <a16:creationId xmlns:a16="http://schemas.microsoft.com/office/drawing/2014/main" id="{15197CFB-D7BD-44D6-A9F7-81DC89FF41CB}"/>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05</a:t>
            </a:r>
          </a:p>
        </p:txBody>
      </p:sp>
      <p:sp>
        <p:nvSpPr>
          <p:cNvPr id="20" name="기존 코드의 문제점 3 · 4">
            <a:extLst xmlns:a="http://schemas.openxmlformats.org/drawingml/2006/main">
              <a:ext uri="{FF2B5EF4-FFF2-40B4-BE49-F238E27FC236}">
                <a16:creationId xmlns:a16="http://schemas.microsoft.com/office/drawing/2014/main" id="{A93C285C-F350-4FEE-BC06-3F5D5E4BE20E}"/>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기존 코드의 문제점 3 · 4</a:t>
            </a:r>
          </a:p>
        </p:txBody>
      </p:sp>
      <p:sp>
        <p:nvSpPr>
          <p:cNvPr id="21" name="">
            <a:extLst xmlns:a="http://schemas.openxmlformats.org/drawingml/2006/main">
              <a:ext uri="{FF2B5EF4-FFF2-40B4-BE49-F238E27FC236}">
                <a16:creationId xmlns:a16="http://schemas.microsoft.com/office/drawing/2014/main" id="{2F18E8E4-1791-43CB-813A-DD0EC8B4D1B0}"/>
              </a:ext>
            </a:extLst>
          </p:cNvPr>
          <p:cNvSpPr>
            <a:spLocks xmlns:a="http://schemas.openxmlformats.org/drawingml/2006/main" noGrp="1"/>
          </p:cNvSpPr>
          <p:nvPr/>
        </p:nvSpPr>
        <p:spPr>
          <a:xfrm xmlns:a="http://schemas.openxmlformats.org/drawingml/2006/main">
            <a:off x="2095500" y="2857500"/>
            <a:ext cx="7524750" cy="6381750"/>
          </a:xfrm>
          <a:prstGeom xmlns:a="http://schemas.openxmlformats.org/drawingml/2006/main" prst="roundRect">
            <a:avLst>
              <a:gd name="adj" fmla="val 2985"/>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C5D83F1A-E1EE-4A25-BAFB-53D96C711A64}"/>
              </a:ext>
            </a:extLst>
          </p:cNvPr>
          <p:cNvSpPr>
            <a:spLocks xmlns:a="http://schemas.openxmlformats.org/drawingml/2006/main" noGrp="1"/>
          </p:cNvSpPr>
          <p:nvPr/>
        </p:nvSpPr>
        <p:spPr>
          <a:xfrm xmlns:a="http://schemas.openxmlformats.org/drawingml/2006/main">
            <a:off x="10048875" y="2857500"/>
            <a:ext cx="7524750" cy="6381750"/>
          </a:xfrm>
          <a:prstGeom xmlns:a="http://schemas.openxmlformats.org/drawingml/2006/main" prst="roundRect">
            <a:avLst>
              <a:gd name="adj" fmla="val 2985"/>
            </a:avLst>
          </a:prstGeom>
          <a:solidFill xmlns:a="http://schemas.openxmlformats.org/drawingml/2006/main">
            <a:srgbClr val="FFFFFF"/>
          </a:solidFill>
          <a:ln xmlns:a="http://schemas.openxmlformats.org/drawingml/2006/main" w="10478">
            <a:solidFill>
              <a:srgbClr val="BCBEC4"/>
            </a:solidFill>
          </a:ln>
        </p:spPr>
      </p:sp>
      <p:sp>
        <p:nvSpPr>
          <p:cNvPr id="23" name="">
            <a:extLst xmlns:a="http://schemas.openxmlformats.org/drawingml/2006/main">
              <a:ext uri="{FF2B5EF4-FFF2-40B4-BE49-F238E27FC236}">
                <a16:creationId xmlns:a16="http://schemas.microsoft.com/office/drawing/2014/main" id="{584B787F-7071-4F47-8D14-FAA10A1B6C48}"/>
              </a:ext>
            </a:extLst>
          </p:cNvPr>
          <p:cNvSpPr>
            <a:spLocks xmlns:a="http://schemas.openxmlformats.org/drawingml/2006/main" noGrp="1"/>
          </p:cNvSpPr>
          <p:nvPr/>
        </p:nvSpPr>
        <p:spPr>
          <a:xfrm xmlns:a="http://schemas.openxmlformats.org/drawingml/2006/main">
            <a:off x="2428875" y="3143250"/>
            <a:ext cx="781050" cy="704850"/>
          </a:xfrm>
          <a:prstGeom xmlns:a="http://schemas.openxmlformats.org/drawingml/2006/main" prst="roundRect">
            <a:avLst>
              <a:gd name="adj" fmla="val 27027"/>
            </a:avLst>
          </a:prstGeom>
          <a:solidFill xmlns:a="http://schemas.openxmlformats.org/drawingml/2006/main">
            <a:srgbClr val="075BEA"/>
          </a:solidFill>
          <a:ln xmlns:a="http://schemas.openxmlformats.org/drawingml/2006/main" w="10478">
            <a:solidFill>
              <a:srgbClr val="075BEA"/>
            </a:solidFill>
          </a:ln>
        </p:spPr>
      </p:sp>
      <p:sp>
        <p:nvSpPr>
          <p:cNvPr id="24" name="3">
            <a:extLst xmlns:a="http://schemas.openxmlformats.org/drawingml/2006/main">
              <a:ext uri="{FF2B5EF4-FFF2-40B4-BE49-F238E27FC236}">
                <a16:creationId xmlns:a16="http://schemas.microsoft.com/office/drawing/2014/main" id="{4DA97332-9871-4E02-AC9A-A9A57D4DEB67}"/>
              </a:ext>
            </a:extLst>
          </p:cNvPr>
          <p:cNvSpPr>
            <a:spLocks xmlns:a="http://schemas.openxmlformats.org/drawingml/2006/main" noGrp="1"/>
          </p:cNvSpPr>
          <p:nvPr/>
        </p:nvSpPr>
        <p:spPr>
          <a:xfrm xmlns:a="http://schemas.openxmlformats.org/drawingml/2006/main">
            <a:off x="2428875" y="3238500"/>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3</a:t>
            </a:r>
          </a:p>
        </p:txBody>
      </p:sp>
      <p:sp>
        <p:nvSpPr>
          <p:cNvPr id="25" name="">
            <a:extLst xmlns:a="http://schemas.openxmlformats.org/drawingml/2006/main">
              <a:ext uri="{FF2B5EF4-FFF2-40B4-BE49-F238E27FC236}">
                <a16:creationId xmlns:a16="http://schemas.microsoft.com/office/drawing/2014/main" id="{33BD1E93-0498-4DB5-B5E4-440596B586D3}"/>
              </a:ext>
            </a:extLst>
          </p:cNvPr>
          <p:cNvSpPr>
            <a:spLocks xmlns:a="http://schemas.openxmlformats.org/drawingml/2006/main" noGrp="1"/>
          </p:cNvSpPr>
          <p:nvPr/>
        </p:nvSpPr>
        <p:spPr>
          <a:xfrm xmlns:a="http://schemas.openxmlformats.org/drawingml/2006/main">
            <a:off x="10382250" y="3143250"/>
            <a:ext cx="781050" cy="704850"/>
          </a:xfrm>
          <a:prstGeom xmlns:a="http://schemas.openxmlformats.org/drawingml/2006/main" prst="roundRect">
            <a:avLst>
              <a:gd name="adj" fmla="val 27027"/>
            </a:avLst>
          </a:prstGeom>
          <a:solidFill xmlns:a="http://schemas.openxmlformats.org/drawingml/2006/main">
            <a:srgbClr val="075BEA"/>
          </a:solidFill>
          <a:ln xmlns:a="http://schemas.openxmlformats.org/drawingml/2006/main" w="10478">
            <a:solidFill>
              <a:srgbClr val="075BEA"/>
            </a:solidFill>
          </a:ln>
        </p:spPr>
      </p:sp>
      <p:sp>
        <p:nvSpPr>
          <p:cNvPr id="26" name="4">
            <a:extLst xmlns:a="http://schemas.openxmlformats.org/drawingml/2006/main">
              <a:ext uri="{FF2B5EF4-FFF2-40B4-BE49-F238E27FC236}">
                <a16:creationId xmlns:a16="http://schemas.microsoft.com/office/drawing/2014/main" id="{94470BA3-4E01-4C32-BB3B-111A7BD1E913}"/>
              </a:ext>
            </a:extLst>
          </p:cNvPr>
          <p:cNvSpPr>
            <a:spLocks xmlns:a="http://schemas.openxmlformats.org/drawingml/2006/main" noGrp="1"/>
          </p:cNvSpPr>
          <p:nvPr/>
        </p:nvSpPr>
        <p:spPr>
          <a:xfrm xmlns:a="http://schemas.openxmlformats.org/drawingml/2006/main">
            <a:off x="10382250" y="3238500"/>
            <a:ext cx="781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4</a:t>
            </a:r>
          </a:p>
        </p:txBody>
      </p:sp>
      <p:sp>
        <p:nvSpPr>
          <p:cNvPr id="27" name="문서 검색·답변 검증 한계">
            <a:extLst xmlns:a="http://schemas.openxmlformats.org/drawingml/2006/main">
              <a:ext uri="{FF2B5EF4-FFF2-40B4-BE49-F238E27FC236}">
                <a16:creationId xmlns:a16="http://schemas.microsoft.com/office/drawing/2014/main" id="{48DB1AC3-31F2-4EEE-999C-AD1C749DBFD0}"/>
              </a:ext>
            </a:extLst>
          </p:cNvPr>
          <p:cNvSpPr>
            <a:spLocks xmlns:a="http://schemas.openxmlformats.org/drawingml/2006/main" noGrp="1"/>
          </p:cNvSpPr>
          <p:nvPr/>
        </p:nvSpPr>
        <p:spPr>
          <a:xfrm xmlns:a="http://schemas.openxmlformats.org/drawingml/2006/main">
            <a:off x="2428875" y="4067175"/>
            <a:ext cx="685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75" b="1">
                <a:solidFill>
                  <a:srgbClr val="101010"/>
                </a:solidFill>
                <a:latin typeface="Pretendard"/>
                <a:ea typeface="Pretendard"/>
                <a:cs typeface="Pretendard"/>
              </a:defRPr>
            </a:defPPr>
            <a:lvl1pPr algn="l">
              <a:defRPr sz="3075" b="1">
                <a:solidFill>
                  <a:srgbClr val="101010"/>
                </a:solidFill>
                <a:latin typeface="Pretendard"/>
                <a:ea typeface="Pretendard"/>
                <a:cs typeface="Pretendard"/>
              </a:defRPr>
            </a:lvl1pPr>
            <a:lvl2pPr algn="l">
              <a:defRPr sz="3075" b="1">
                <a:solidFill>
                  <a:srgbClr val="101010"/>
                </a:solidFill>
                <a:latin typeface="Pretendard"/>
                <a:ea typeface="Pretendard"/>
                <a:cs typeface="Pretendard"/>
              </a:defRPr>
            </a:lvl2pPr>
            <a:lvl3pPr algn="l">
              <a:defRPr sz="3075" b="1">
                <a:solidFill>
                  <a:srgbClr val="101010"/>
                </a:solidFill>
                <a:latin typeface="Pretendard"/>
                <a:ea typeface="Pretendard"/>
                <a:cs typeface="Pretendard"/>
              </a:defRPr>
            </a:lvl3pPr>
            <a:lvl4pPr algn="l">
              <a:defRPr sz="3075" b="1">
                <a:solidFill>
                  <a:srgbClr val="101010"/>
                </a:solidFill>
                <a:latin typeface="Pretendard"/>
                <a:ea typeface="Pretendard"/>
                <a:cs typeface="Pretendard"/>
              </a:defRPr>
            </a:lvl4pPr>
            <a:lvl5pPr algn="l">
              <a:defRPr sz="3075" b="1">
                <a:solidFill>
                  <a:srgbClr val="101010"/>
                </a:solidFill>
                <a:latin typeface="Pretendard"/>
                <a:ea typeface="Pretendard"/>
                <a:cs typeface="Pretendard"/>
              </a:defRPr>
            </a:lvl5pPr>
            <a:lvl6pPr algn="l">
              <a:defRPr sz="3075" b="1">
                <a:solidFill>
                  <a:srgbClr val="101010"/>
                </a:solidFill>
                <a:latin typeface="Pretendard"/>
                <a:ea typeface="Pretendard"/>
                <a:cs typeface="Pretendard"/>
              </a:defRPr>
            </a:lvl6pPr>
            <a:lvl7pPr algn="l">
              <a:defRPr sz="3075" b="1">
                <a:solidFill>
                  <a:srgbClr val="101010"/>
                </a:solidFill>
                <a:latin typeface="Pretendard"/>
                <a:ea typeface="Pretendard"/>
                <a:cs typeface="Pretendard"/>
              </a:defRPr>
            </a:lvl7pPr>
            <a:lvl8pPr algn="l">
              <a:defRPr sz="3075" b="1">
                <a:solidFill>
                  <a:srgbClr val="101010"/>
                </a:solidFill>
                <a:latin typeface="Pretendard"/>
                <a:ea typeface="Pretendard"/>
                <a:cs typeface="Pretendard"/>
              </a:defRPr>
            </a:lvl8pPr>
            <a:lvl9pPr algn="l">
              <a:defRPr sz="3075" b="1">
                <a:solidFill>
                  <a:srgbClr val="101010"/>
                </a:solidFill>
                <a:latin typeface="Pretendard"/>
                <a:ea typeface="Pretendard"/>
                <a:cs typeface="Pretendard"/>
              </a:defRPr>
            </a:lvl9pPr>
          </a:lstStyle>
          <a:p xmlns:a="http://schemas.openxmlformats.org/drawingml/2006/main">
            <a:pPr algn="l">
              <a:defRPr sz="3075" b="1">
                <a:solidFill>
                  <a:srgbClr val="101010"/>
                </a:solidFill>
                <a:latin typeface="Pretendard"/>
                <a:ea typeface="Pretendard"/>
                <a:cs typeface="Pretendard"/>
              </a:defRPr>
            </a:pPr>
            <a:r>
              <a:rPr sz="3075" b="1">
                <a:solidFill>
                  <a:srgbClr val="101010"/>
                </a:solidFill>
                <a:latin typeface="Pretendard"/>
                <a:ea typeface="Pretendard"/>
                <a:cs typeface="Pretendard"/>
              </a:rPr>
              <a:t>문서 검색·답변 검증 한계</a:t>
            </a:r>
          </a:p>
        </p:txBody>
      </p:sp>
      <p:sp>
        <p:nvSpPr>
          <p:cNvPr id="28" name="">
            <a:extLst xmlns:a="http://schemas.openxmlformats.org/drawingml/2006/main">
              <a:ext uri="{FF2B5EF4-FFF2-40B4-BE49-F238E27FC236}">
                <a16:creationId xmlns:a16="http://schemas.microsoft.com/office/drawing/2014/main" id="{8A4B88FF-A228-48D4-9573-3280D37FC4A1}"/>
              </a:ext>
            </a:extLst>
          </p:cNvPr>
          <p:cNvSpPr>
            <a:spLocks xmlns:a="http://schemas.openxmlformats.org/drawingml/2006/main" noGrp="1"/>
          </p:cNvSpPr>
          <p:nvPr/>
        </p:nvSpPr>
        <p:spPr>
          <a:xfrm xmlns:a="http://schemas.openxmlformats.org/drawingml/2006/main">
            <a:off x="2428875" y="4924425"/>
            <a:ext cx="6838950" cy="1638300"/>
          </a:xfrm>
          <a:prstGeom xmlns:a="http://schemas.openxmlformats.org/drawingml/2006/main" prst="roundRect">
            <a:avLst>
              <a:gd name="adj" fmla="val 11628"/>
            </a:avLst>
          </a:prstGeom>
          <a:solidFill xmlns:a="http://schemas.openxmlformats.org/drawingml/2006/main">
            <a:srgbClr val="202127"/>
          </a:solidFill>
          <a:ln xmlns:a="http://schemas.openxmlformats.org/drawingml/2006/main" w="10478">
            <a:solidFill>
              <a:srgbClr val="202127"/>
            </a:solidFill>
          </a:ln>
        </p:spPr>
      </p:sp>
      <p:sp>
        <p:nvSpPr>
          <p:cNvPr id="29" name="for keyword, incident_type in _INCIDENT_TYPE_RUL">
            <a:extLst xmlns:a="http://schemas.openxmlformats.org/drawingml/2006/main">
              <a:ext uri="{FF2B5EF4-FFF2-40B4-BE49-F238E27FC236}">
                <a16:creationId xmlns:a16="http://schemas.microsoft.com/office/drawing/2014/main" id="{FCC4F871-B4F4-479E-ACFC-50260448F2F8}"/>
              </a:ext>
            </a:extLst>
          </p:cNvPr>
          <p:cNvSpPr>
            <a:spLocks xmlns:a="http://schemas.openxmlformats.org/drawingml/2006/main" noGrp="1"/>
          </p:cNvSpPr>
          <p:nvPr/>
        </p:nvSpPr>
        <p:spPr>
          <a:xfrm xmlns:a="http://schemas.openxmlformats.org/drawingml/2006/main">
            <a:off x="2638425" y="5095875"/>
            <a:ext cx="64198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D9EBFD"/>
                </a:solidFill>
                <a:latin typeface="Pretendard"/>
                <a:ea typeface="Pretendard"/>
                <a:cs typeface="Pretendard"/>
              </a:defRPr>
            </a:defPPr>
            <a:lvl1pPr algn="l">
              <a:defRPr sz="1800" b="0">
                <a:solidFill>
                  <a:srgbClr val="D9EBFD"/>
                </a:solidFill>
                <a:latin typeface="Pretendard"/>
                <a:ea typeface="Pretendard"/>
                <a:cs typeface="Pretendard"/>
              </a:defRPr>
            </a:lvl1pPr>
            <a:lvl2pPr algn="l">
              <a:defRPr sz="1800" b="0">
                <a:solidFill>
                  <a:srgbClr val="D9EBFD"/>
                </a:solidFill>
                <a:latin typeface="Pretendard"/>
                <a:ea typeface="Pretendard"/>
                <a:cs typeface="Pretendard"/>
              </a:defRPr>
            </a:lvl2pPr>
            <a:lvl3pPr algn="l">
              <a:defRPr sz="1800" b="0">
                <a:solidFill>
                  <a:srgbClr val="D9EBFD"/>
                </a:solidFill>
                <a:latin typeface="Pretendard"/>
                <a:ea typeface="Pretendard"/>
                <a:cs typeface="Pretendard"/>
              </a:defRPr>
            </a:lvl3pPr>
            <a:lvl4pPr algn="l">
              <a:defRPr sz="1800" b="0">
                <a:solidFill>
                  <a:srgbClr val="D9EBFD"/>
                </a:solidFill>
                <a:latin typeface="Pretendard"/>
                <a:ea typeface="Pretendard"/>
                <a:cs typeface="Pretendard"/>
              </a:defRPr>
            </a:lvl4pPr>
            <a:lvl5pPr algn="l">
              <a:defRPr sz="1800" b="0">
                <a:solidFill>
                  <a:srgbClr val="D9EBFD"/>
                </a:solidFill>
                <a:latin typeface="Pretendard"/>
                <a:ea typeface="Pretendard"/>
                <a:cs typeface="Pretendard"/>
              </a:defRPr>
            </a:lvl5pPr>
            <a:lvl6pPr algn="l">
              <a:defRPr sz="1800" b="0">
                <a:solidFill>
                  <a:srgbClr val="D9EBFD"/>
                </a:solidFill>
                <a:latin typeface="Pretendard"/>
                <a:ea typeface="Pretendard"/>
                <a:cs typeface="Pretendard"/>
              </a:defRPr>
            </a:lvl6pPr>
            <a:lvl7pPr algn="l">
              <a:defRPr sz="1800" b="0">
                <a:solidFill>
                  <a:srgbClr val="D9EBFD"/>
                </a:solidFill>
                <a:latin typeface="Pretendard"/>
                <a:ea typeface="Pretendard"/>
                <a:cs typeface="Pretendard"/>
              </a:defRPr>
            </a:lvl7pPr>
            <a:lvl8pPr algn="l">
              <a:defRPr sz="1800" b="0">
                <a:solidFill>
                  <a:srgbClr val="D9EBFD"/>
                </a:solidFill>
                <a:latin typeface="Pretendard"/>
                <a:ea typeface="Pretendard"/>
                <a:cs typeface="Pretendard"/>
              </a:defRPr>
            </a:lvl8pPr>
            <a:lvl9pPr algn="l">
              <a:defRPr sz="1800" b="0">
                <a:solidFill>
                  <a:srgbClr val="D9EBFD"/>
                </a:solidFill>
                <a:latin typeface="Pretendard"/>
                <a:ea typeface="Pretendard"/>
                <a:cs typeface="Pretendard"/>
              </a:defRPr>
            </a:lvl9pPr>
          </a:lstStyle>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for keyword, incident_type in _INCIDENT_TYPE_RULES:</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    if keyword in text:</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        return incident_type</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return "db-down"   # 매칭되는 증상이 없으면 가장 일반적인 장애 대응 절차로 폴백</a:t>
            </a:r>
          </a:p>
        </p:txBody>
      </p:sp>
      <p:sp>
        <p:nvSpPr>
          <p:cNvPr id="30" name="agent/graph.py · ee32f7e · 210–213행">
            <a:extLst xmlns:a="http://schemas.openxmlformats.org/drawingml/2006/main">
              <a:ext uri="{FF2B5EF4-FFF2-40B4-BE49-F238E27FC236}">
                <a16:creationId xmlns:a16="http://schemas.microsoft.com/office/drawing/2014/main" id="{2C2D73E9-A2AB-47DB-9F30-1FE4F20520EE}"/>
              </a:ext>
            </a:extLst>
          </p:cNvPr>
          <p:cNvSpPr>
            <a:spLocks xmlns:a="http://schemas.openxmlformats.org/drawingml/2006/main" noGrp="1"/>
          </p:cNvSpPr>
          <p:nvPr/>
        </p:nvSpPr>
        <p:spPr>
          <a:xfrm xmlns:a="http://schemas.openxmlformats.org/drawingml/2006/main">
            <a:off x="2428875" y="6657975"/>
            <a:ext cx="683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86868"/>
                </a:solidFill>
                <a:latin typeface="Pretendard"/>
                <a:ea typeface="Pretendard"/>
                <a:cs typeface="Pretendard"/>
              </a:defRPr>
            </a:defPPr>
            <a:lvl1pPr algn="l">
              <a:defRPr sz="1650" b="0">
                <a:solidFill>
                  <a:srgbClr val="686868"/>
                </a:solidFill>
                <a:latin typeface="Pretendard"/>
                <a:ea typeface="Pretendard"/>
                <a:cs typeface="Pretendard"/>
              </a:defRPr>
            </a:lvl1pPr>
            <a:lvl2pPr algn="l">
              <a:defRPr sz="1650" b="0">
                <a:solidFill>
                  <a:srgbClr val="686868"/>
                </a:solidFill>
                <a:latin typeface="Pretendard"/>
                <a:ea typeface="Pretendard"/>
                <a:cs typeface="Pretendard"/>
              </a:defRPr>
            </a:lvl2pPr>
            <a:lvl3pPr algn="l">
              <a:defRPr sz="1650" b="0">
                <a:solidFill>
                  <a:srgbClr val="686868"/>
                </a:solidFill>
                <a:latin typeface="Pretendard"/>
                <a:ea typeface="Pretendard"/>
                <a:cs typeface="Pretendard"/>
              </a:defRPr>
            </a:lvl3pPr>
            <a:lvl4pPr algn="l">
              <a:defRPr sz="1650" b="0">
                <a:solidFill>
                  <a:srgbClr val="686868"/>
                </a:solidFill>
                <a:latin typeface="Pretendard"/>
                <a:ea typeface="Pretendard"/>
                <a:cs typeface="Pretendard"/>
              </a:defRPr>
            </a:lvl4pPr>
            <a:lvl5pPr algn="l">
              <a:defRPr sz="1650" b="0">
                <a:solidFill>
                  <a:srgbClr val="686868"/>
                </a:solidFill>
                <a:latin typeface="Pretendard"/>
                <a:ea typeface="Pretendard"/>
                <a:cs typeface="Pretendard"/>
              </a:defRPr>
            </a:lvl5pPr>
            <a:lvl6pPr algn="l">
              <a:defRPr sz="1650" b="0">
                <a:solidFill>
                  <a:srgbClr val="686868"/>
                </a:solidFill>
                <a:latin typeface="Pretendard"/>
                <a:ea typeface="Pretendard"/>
                <a:cs typeface="Pretendard"/>
              </a:defRPr>
            </a:lvl6pPr>
            <a:lvl7pPr algn="l">
              <a:defRPr sz="1650" b="0">
                <a:solidFill>
                  <a:srgbClr val="686868"/>
                </a:solidFill>
                <a:latin typeface="Pretendard"/>
                <a:ea typeface="Pretendard"/>
                <a:cs typeface="Pretendard"/>
              </a:defRPr>
            </a:lvl7pPr>
            <a:lvl8pPr algn="l">
              <a:defRPr sz="1650" b="0">
                <a:solidFill>
                  <a:srgbClr val="686868"/>
                </a:solidFill>
                <a:latin typeface="Pretendard"/>
                <a:ea typeface="Pretendard"/>
                <a:cs typeface="Pretendard"/>
              </a:defRPr>
            </a:lvl8pPr>
            <a:lvl9pPr algn="l">
              <a:defRPr sz="1650" b="0">
                <a:solidFill>
                  <a:srgbClr val="686868"/>
                </a:solidFill>
                <a:latin typeface="Pretendard"/>
                <a:ea typeface="Pretendard"/>
                <a:cs typeface="Pretendard"/>
              </a:defRPr>
            </a:lvl9pPr>
          </a:lstStyle>
          <a:p xmlns:a="http://schemas.openxmlformats.org/drawingml/2006/main">
            <a:pPr algn="l">
              <a:defRPr sz="1650" b="0">
                <a:solidFill>
                  <a:srgbClr val="686868"/>
                </a:solidFill>
                <a:latin typeface="Pretendard"/>
                <a:ea typeface="Pretendard"/>
                <a:cs typeface="Pretendard"/>
              </a:defRPr>
            </a:pPr>
            <a:r>
              <a:rPr sz="1650" b="0">
                <a:solidFill>
                  <a:srgbClr val="686868"/>
                </a:solidFill>
                <a:latin typeface="Pretendard"/>
                <a:ea typeface="Pretendard"/>
                <a:cs typeface="Pretendard"/>
              </a:rPr>
              <a:t>agent/graph.py · ee32f7e · 210–213행</a:t>
            </a:r>
          </a:p>
        </p:txBody>
      </p:sp>
      <p:sp>
        <p:nvSpPr>
          <p:cNvPr id="31" name="매칭 실패에도 DB 장애 매뉴얼 선택">
            <a:extLst xmlns:a="http://schemas.openxmlformats.org/drawingml/2006/main">
              <a:ext uri="{FF2B5EF4-FFF2-40B4-BE49-F238E27FC236}">
                <a16:creationId xmlns:a16="http://schemas.microsoft.com/office/drawing/2014/main" id="{CB8DD7CC-D1FA-43E8-980B-BC982E5BE437}"/>
              </a:ext>
            </a:extLst>
          </p:cNvPr>
          <p:cNvSpPr>
            <a:spLocks xmlns:a="http://schemas.openxmlformats.org/drawingml/2006/main" noGrp="1"/>
          </p:cNvSpPr>
          <p:nvPr/>
        </p:nvSpPr>
        <p:spPr>
          <a:xfrm xmlns:a="http://schemas.openxmlformats.org/drawingml/2006/main">
            <a:off x="2428875" y="7077075"/>
            <a:ext cx="683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101010"/>
                </a:solidFill>
                <a:latin typeface="Pretendard"/>
                <a:ea typeface="Pretendard"/>
                <a:cs typeface="Pretendard"/>
              </a:defRPr>
            </a:defPPr>
            <a:lvl1pPr algn="l">
              <a:defRPr sz="2400" b="1">
                <a:solidFill>
                  <a:srgbClr val="101010"/>
                </a:solidFill>
                <a:latin typeface="Pretendard"/>
                <a:ea typeface="Pretendard"/>
                <a:cs typeface="Pretendard"/>
              </a:defRPr>
            </a:lvl1pPr>
            <a:lvl2pPr algn="l">
              <a:defRPr sz="2400" b="1">
                <a:solidFill>
                  <a:srgbClr val="101010"/>
                </a:solidFill>
                <a:latin typeface="Pretendard"/>
                <a:ea typeface="Pretendard"/>
                <a:cs typeface="Pretendard"/>
              </a:defRPr>
            </a:lvl2pPr>
            <a:lvl3pPr algn="l">
              <a:defRPr sz="2400" b="1">
                <a:solidFill>
                  <a:srgbClr val="101010"/>
                </a:solidFill>
                <a:latin typeface="Pretendard"/>
                <a:ea typeface="Pretendard"/>
                <a:cs typeface="Pretendard"/>
              </a:defRPr>
            </a:lvl3pPr>
            <a:lvl4pPr algn="l">
              <a:defRPr sz="2400" b="1">
                <a:solidFill>
                  <a:srgbClr val="101010"/>
                </a:solidFill>
                <a:latin typeface="Pretendard"/>
                <a:ea typeface="Pretendard"/>
                <a:cs typeface="Pretendard"/>
              </a:defRPr>
            </a:lvl4pPr>
            <a:lvl5pPr algn="l">
              <a:defRPr sz="2400" b="1">
                <a:solidFill>
                  <a:srgbClr val="101010"/>
                </a:solidFill>
                <a:latin typeface="Pretendard"/>
                <a:ea typeface="Pretendard"/>
                <a:cs typeface="Pretendard"/>
              </a:defRPr>
            </a:lvl5pPr>
            <a:lvl6pPr algn="l">
              <a:defRPr sz="2400" b="1">
                <a:solidFill>
                  <a:srgbClr val="101010"/>
                </a:solidFill>
                <a:latin typeface="Pretendard"/>
                <a:ea typeface="Pretendard"/>
                <a:cs typeface="Pretendard"/>
              </a:defRPr>
            </a:lvl6pPr>
            <a:lvl7pPr algn="l">
              <a:defRPr sz="2400" b="1">
                <a:solidFill>
                  <a:srgbClr val="101010"/>
                </a:solidFill>
                <a:latin typeface="Pretendard"/>
                <a:ea typeface="Pretendard"/>
                <a:cs typeface="Pretendard"/>
              </a:defRPr>
            </a:lvl7pPr>
            <a:lvl8pPr algn="l">
              <a:defRPr sz="2400" b="1">
                <a:solidFill>
                  <a:srgbClr val="101010"/>
                </a:solidFill>
                <a:latin typeface="Pretendard"/>
                <a:ea typeface="Pretendard"/>
                <a:cs typeface="Pretendard"/>
              </a:defRPr>
            </a:lvl8pPr>
            <a:lvl9pPr algn="l">
              <a:defRPr sz="2400" b="1">
                <a:solidFill>
                  <a:srgbClr val="101010"/>
                </a:solidFill>
                <a:latin typeface="Pretendard"/>
                <a:ea typeface="Pretendard"/>
                <a:cs typeface="Pretendard"/>
              </a:defRPr>
            </a:lvl9pPr>
          </a:lstStyle>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매칭 실패에도 DB 장애 매뉴얼 선택</a:t>
            </a:r>
          </a:p>
        </p:txBody>
      </p:sp>
      <p:sp>
        <p:nvSpPr>
          <p:cNvPr id="32" name="답변은 길이·번호 위주로 검사하고&#10;3회 실패하면 강제로 통과">
            <a:extLst xmlns:a="http://schemas.openxmlformats.org/drawingml/2006/main">
              <a:ext uri="{FF2B5EF4-FFF2-40B4-BE49-F238E27FC236}">
                <a16:creationId xmlns:a16="http://schemas.microsoft.com/office/drawing/2014/main" id="{A0AC0FED-25F7-4B4B-9991-4560EA6DD86B}"/>
              </a:ext>
            </a:extLst>
          </p:cNvPr>
          <p:cNvSpPr>
            <a:spLocks xmlns:a="http://schemas.openxmlformats.org/drawingml/2006/main" noGrp="1"/>
          </p:cNvSpPr>
          <p:nvPr/>
        </p:nvSpPr>
        <p:spPr>
          <a:xfrm xmlns:a="http://schemas.openxmlformats.org/drawingml/2006/main">
            <a:off x="2428875" y="7858125"/>
            <a:ext cx="6838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101010"/>
                </a:solidFill>
                <a:latin typeface="Pretendard"/>
                <a:ea typeface="Pretendard"/>
                <a:cs typeface="Pretendard"/>
              </a:defRPr>
            </a:defPPr>
            <a:lvl1pPr algn="l">
              <a:defRPr sz="2325" b="0">
                <a:solidFill>
                  <a:srgbClr val="101010"/>
                </a:solidFill>
                <a:latin typeface="Pretendard"/>
                <a:ea typeface="Pretendard"/>
                <a:cs typeface="Pretendard"/>
              </a:defRPr>
            </a:lvl1pPr>
            <a:lvl2pPr algn="l">
              <a:defRPr sz="2325" b="0">
                <a:solidFill>
                  <a:srgbClr val="101010"/>
                </a:solidFill>
                <a:latin typeface="Pretendard"/>
                <a:ea typeface="Pretendard"/>
                <a:cs typeface="Pretendard"/>
              </a:defRPr>
            </a:lvl2pPr>
            <a:lvl3pPr algn="l">
              <a:defRPr sz="2325" b="0">
                <a:solidFill>
                  <a:srgbClr val="101010"/>
                </a:solidFill>
                <a:latin typeface="Pretendard"/>
                <a:ea typeface="Pretendard"/>
                <a:cs typeface="Pretendard"/>
              </a:defRPr>
            </a:lvl3pPr>
            <a:lvl4pPr algn="l">
              <a:defRPr sz="2325" b="0">
                <a:solidFill>
                  <a:srgbClr val="101010"/>
                </a:solidFill>
                <a:latin typeface="Pretendard"/>
                <a:ea typeface="Pretendard"/>
                <a:cs typeface="Pretendard"/>
              </a:defRPr>
            </a:lvl4pPr>
            <a:lvl5pPr algn="l">
              <a:defRPr sz="2325" b="0">
                <a:solidFill>
                  <a:srgbClr val="101010"/>
                </a:solidFill>
                <a:latin typeface="Pretendard"/>
                <a:ea typeface="Pretendard"/>
                <a:cs typeface="Pretendard"/>
              </a:defRPr>
            </a:lvl5pPr>
            <a:lvl6pPr algn="l">
              <a:defRPr sz="2325" b="0">
                <a:solidFill>
                  <a:srgbClr val="101010"/>
                </a:solidFill>
                <a:latin typeface="Pretendard"/>
                <a:ea typeface="Pretendard"/>
                <a:cs typeface="Pretendard"/>
              </a:defRPr>
            </a:lvl6pPr>
            <a:lvl7pPr algn="l">
              <a:defRPr sz="2325" b="0">
                <a:solidFill>
                  <a:srgbClr val="101010"/>
                </a:solidFill>
                <a:latin typeface="Pretendard"/>
                <a:ea typeface="Pretendard"/>
                <a:cs typeface="Pretendard"/>
              </a:defRPr>
            </a:lvl7pPr>
            <a:lvl8pPr algn="l">
              <a:defRPr sz="2325" b="0">
                <a:solidFill>
                  <a:srgbClr val="101010"/>
                </a:solidFill>
                <a:latin typeface="Pretendard"/>
                <a:ea typeface="Pretendard"/>
                <a:cs typeface="Pretendard"/>
              </a:defRPr>
            </a:lvl8pPr>
            <a:lvl9pPr algn="l">
              <a:defRPr sz="2325" b="0">
                <a:solidFill>
                  <a:srgbClr val="101010"/>
                </a:solidFill>
                <a:latin typeface="Pretendard"/>
                <a:ea typeface="Pretendard"/>
                <a:cs typeface="Pretendard"/>
              </a:defRPr>
            </a:lvl9pPr>
          </a:lstStyle>
          <a:p xmlns:a="http://schemas.openxmlformats.org/drawingml/2006/main">
            <a:pPr algn="l">
              <a:defRPr sz="2325" b="0">
                <a:solidFill>
                  <a:srgbClr val="101010"/>
                </a:solidFill>
                <a:latin typeface="Pretendard"/>
                <a:ea typeface="Pretendard"/>
                <a:cs typeface="Pretendard"/>
              </a:defRPr>
            </a:pPr>
            <a:r>
              <a:rPr sz="2325" b="0">
                <a:solidFill>
                  <a:srgbClr val="101010"/>
                </a:solidFill>
                <a:latin typeface="Pretendard"/>
                <a:ea typeface="Pretendard"/>
                <a:cs typeface="Pretendard"/>
              </a:rPr>
              <a:t>답변은 길이·번호 위주로 검사하고</a:t>
            </a:r>
          </a:p>
          <a:p xmlns:a="http://schemas.openxmlformats.org/drawingml/2006/main">
            <a:pPr algn="l">
              <a:defRPr sz="2325" b="0">
                <a:solidFill>
                  <a:srgbClr val="101010"/>
                </a:solidFill>
                <a:latin typeface="Pretendard"/>
                <a:ea typeface="Pretendard"/>
                <a:cs typeface="Pretendard"/>
              </a:defRPr>
            </a:pPr>
            <a:r>
              <a:rPr sz="2325" b="0">
                <a:solidFill>
                  <a:srgbClr val="101010"/>
                </a:solidFill>
                <a:latin typeface="Pretendard"/>
                <a:ea typeface="Pretendard"/>
                <a:cs typeface="Pretendard"/>
              </a:rPr>
              <a:t>3회 실패하면 강제로 통과</a:t>
            </a:r>
          </a:p>
        </p:txBody>
      </p:sp>
      <p:sp>
        <p:nvSpPr>
          <p:cNvPr id="33" name="대화 복원·이력 관리 부족">
            <a:extLst xmlns:a="http://schemas.openxmlformats.org/drawingml/2006/main">
              <a:ext uri="{FF2B5EF4-FFF2-40B4-BE49-F238E27FC236}">
                <a16:creationId xmlns:a16="http://schemas.microsoft.com/office/drawing/2014/main" id="{F76C22B5-331D-40E6-A855-AAFDF52EF6F0}"/>
              </a:ext>
            </a:extLst>
          </p:cNvPr>
          <p:cNvSpPr>
            <a:spLocks xmlns:a="http://schemas.openxmlformats.org/drawingml/2006/main" noGrp="1"/>
          </p:cNvSpPr>
          <p:nvPr/>
        </p:nvSpPr>
        <p:spPr>
          <a:xfrm xmlns:a="http://schemas.openxmlformats.org/drawingml/2006/main">
            <a:off x="10382250" y="4067175"/>
            <a:ext cx="683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75" b="1">
                <a:solidFill>
                  <a:srgbClr val="101010"/>
                </a:solidFill>
                <a:latin typeface="Pretendard"/>
                <a:ea typeface="Pretendard"/>
                <a:cs typeface="Pretendard"/>
              </a:defRPr>
            </a:defPPr>
            <a:lvl1pPr algn="l">
              <a:defRPr sz="3075" b="1">
                <a:solidFill>
                  <a:srgbClr val="101010"/>
                </a:solidFill>
                <a:latin typeface="Pretendard"/>
                <a:ea typeface="Pretendard"/>
                <a:cs typeface="Pretendard"/>
              </a:defRPr>
            </a:lvl1pPr>
            <a:lvl2pPr algn="l">
              <a:defRPr sz="3075" b="1">
                <a:solidFill>
                  <a:srgbClr val="101010"/>
                </a:solidFill>
                <a:latin typeface="Pretendard"/>
                <a:ea typeface="Pretendard"/>
                <a:cs typeface="Pretendard"/>
              </a:defRPr>
            </a:lvl2pPr>
            <a:lvl3pPr algn="l">
              <a:defRPr sz="3075" b="1">
                <a:solidFill>
                  <a:srgbClr val="101010"/>
                </a:solidFill>
                <a:latin typeface="Pretendard"/>
                <a:ea typeface="Pretendard"/>
                <a:cs typeface="Pretendard"/>
              </a:defRPr>
            </a:lvl3pPr>
            <a:lvl4pPr algn="l">
              <a:defRPr sz="3075" b="1">
                <a:solidFill>
                  <a:srgbClr val="101010"/>
                </a:solidFill>
                <a:latin typeface="Pretendard"/>
                <a:ea typeface="Pretendard"/>
                <a:cs typeface="Pretendard"/>
              </a:defRPr>
            </a:lvl4pPr>
            <a:lvl5pPr algn="l">
              <a:defRPr sz="3075" b="1">
                <a:solidFill>
                  <a:srgbClr val="101010"/>
                </a:solidFill>
                <a:latin typeface="Pretendard"/>
                <a:ea typeface="Pretendard"/>
                <a:cs typeface="Pretendard"/>
              </a:defRPr>
            </a:lvl5pPr>
            <a:lvl6pPr algn="l">
              <a:defRPr sz="3075" b="1">
                <a:solidFill>
                  <a:srgbClr val="101010"/>
                </a:solidFill>
                <a:latin typeface="Pretendard"/>
                <a:ea typeface="Pretendard"/>
                <a:cs typeface="Pretendard"/>
              </a:defRPr>
            </a:lvl6pPr>
            <a:lvl7pPr algn="l">
              <a:defRPr sz="3075" b="1">
                <a:solidFill>
                  <a:srgbClr val="101010"/>
                </a:solidFill>
                <a:latin typeface="Pretendard"/>
                <a:ea typeface="Pretendard"/>
                <a:cs typeface="Pretendard"/>
              </a:defRPr>
            </a:lvl7pPr>
            <a:lvl8pPr algn="l">
              <a:defRPr sz="3075" b="1">
                <a:solidFill>
                  <a:srgbClr val="101010"/>
                </a:solidFill>
                <a:latin typeface="Pretendard"/>
                <a:ea typeface="Pretendard"/>
                <a:cs typeface="Pretendard"/>
              </a:defRPr>
            </a:lvl8pPr>
            <a:lvl9pPr algn="l">
              <a:defRPr sz="3075" b="1">
                <a:solidFill>
                  <a:srgbClr val="101010"/>
                </a:solidFill>
                <a:latin typeface="Pretendard"/>
                <a:ea typeface="Pretendard"/>
                <a:cs typeface="Pretendard"/>
              </a:defRPr>
            </a:lvl9pPr>
          </a:lstStyle>
          <a:p xmlns:a="http://schemas.openxmlformats.org/drawingml/2006/main">
            <a:pPr algn="l">
              <a:defRPr sz="3075" b="1">
                <a:solidFill>
                  <a:srgbClr val="101010"/>
                </a:solidFill>
                <a:latin typeface="Pretendard"/>
                <a:ea typeface="Pretendard"/>
                <a:cs typeface="Pretendard"/>
              </a:defRPr>
            </a:pPr>
            <a:r>
              <a:rPr sz="3075" b="1">
                <a:solidFill>
                  <a:srgbClr val="101010"/>
                </a:solidFill>
                <a:latin typeface="Pretendard"/>
                <a:ea typeface="Pretendard"/>
                <a:cs typeface="Pretendard"/>
              </a:rPr>
              <a:t>대화 복원·이력 관리 부족</a:t>
            </a:r>
          </a:p>
        </p:txBody>
      </p:sp>
      <p:sp>
        <p:nvSpPr>
          <p:cNvPr id="34" name="">
            <a:extLst xmlns:a="http://schemas.openxmlformats.org/drawingml/2006/main">
              <a:ext uri="{FF2B5EF4-FFF2-40B4-BE49-F238E27FC236}">
                <a16:creationId xmlns:a16="http://schemas.microsoft.com/office/drawing/2014/main" id="{45CF5635-1F3F-493E-86CD-EC7EFBCD9CA6}"/>
              </a:ext>
            </a:extLst>
          </p:cNvPr>
          <p:cNvSpPr>
            <a:spLocks xmlns:a="http://schemas.openxmlformats.org/drawingml/2006/main" noGrp="1"/>
          </p:cNvSpPr>
          <p:nvPr/>
        </p:nvSpPr>
        <p:spPr>
          <a:xfrm xmlns:a="http://schemas.openxmlformats.org/drawingml/2006/main">
            <a:off x="10382250" y="4924425"/>
            <a:ext cx="6838950" cy="1638300"/>
          </a:xfrm>
          <a:prstGeom xmlns:a="http://schemas.openxmlformats.org/drawingml/2006/main" prst="roundRect">
            <a:avLst>
              <a:gd name="adj" fmla="val 11628"/>
            </a:avLst>
          </a:prstGeom>
          <a:solidFill xmlns:a="http://schemas.openxmlformats.org/drawingml/2006/main">
            <a:srgbClr val="202127"/>
          </a:solidFill>
          <a:ln xmlns:a="http://schemas.openxmlformats.org/drawingml/2006/main" w="10478">
            <a:solidFill>
              <a:srgbClr val="202127"/>
            </a:solidFill>
          </a:ln>
        </p:spPr>
      </p:sp>
      <p:sp>
        <p:nvSpPr>
          <p:cNvPr id="35" name="const log = ref([]);&#10;const input = ref('');&#10;cons">
            <a:extLst xmlns:a="http://schemas.openxmlformats.org/drawingml/2006/main">
              <a:ext uri="{FF2B5EF4-FFF2-40B4-BE49-F238E27FC236}">
                <a16:creationId xmlns:a16="http://schemas.microsoft.com/office/drawing/2014/main" id="{878C9F75-81E0-462E-B748-29859D888517}"/>
              </a:ext>
            </a:extLst>
          </p:cNvPr>
          <p:cNvSpPr>
            <a:spLocks xmlns:a="http://schemas.openxmlformats.org/drawingml/2006/main" noGrp="1"/>
          </p:cNvSpPr>
          <p:nvPr/>
        </p:nvSpPr>
        <p:spPr>
          <a:xfrm xmlns:a="http://schemas.openxmlformats.org/drawingml/2006/main">
            <a:off x="10591800" y="5095875"/>
            <a:ext cx="64198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9EBFD"/>
                </a:solidFill>
                <a:latin typeface="Pretendard"/>
                <a:ea typeface="Pretendard"/>
                <a:cs typeface="Pretendard"/>
              </a:defRPr>
            </a:defPPr>
            <a:lvl1pPr algn="l">
              <a:defRPr sz="1725" b="0">
                <a:solidFill>
                  <a:srgbClr val="D9EBFD"/>
                </a:solidFill>
                <a:latin typeface="Pretendard"/>
                <a:ea typeface="Pretendard"/>
                <a:cs typeface="Pretendard"/>
              </a:defRPr>
            </a:lvl1pPr>
            <a:lvl2pPr algn="l">
              <a:defRPr sz="1725" b="0">
                <a:solidFill>
                  <a:srgbClr val="D9EBFD"/>
                </a:solidFill>
                <a:latin typeface="Pretendard"/>
                <a:ea typeface="Pretendard"/>
                <a:cs typeface="Pretendard"/>
              </a:defRPr>
            </a:lvl2pPr>
            <a:lvl3pPr algn="l">
              <a:defRPr sz="1725" b="0">
                <a:solidFill>
                  <a:srgbClr val="D9EBFD"/>
                </a:solidFill>
                <a:latin typeface="Pretendard"/>
                <a:ea typeface="Pretendard"/>
                <a:cs typeface="Pretendard"/>
              </a:defRPr>
            </a:lvl3pPr>
            <a:lvl4pPr algn="l">
              <a:defRPr sz="1725" b="0">
                <a:solidFill>
                  <a:srgbClr val="D9EBFD"/>
                </a:solidFill>
                <a:latin typeface="Pretendard"/>
                <a:ea typeface="Pretendard"/>
                <a:cs typeface="Pretendard"/>
              </a:defRPr>
            </a:lvl4pPr>
            <a:lvl5pPr algn="l">
              <a:defRPr sz="1725" b="0">
                <a:solidFill>
                  <a:srgbClr val="D9EBFD"/>
                </a:solidFill>
                <a:latin typeface="Pretendard"/>
                <a:ea typeface="Pretendard"/>
                <a:cs typeface="Pretendard"/>
              </a:defRPr>
            </a:lvl5pPr>
            <a:lvl6pPr algn="l">
              <a:defRPr sz="1725" b="0">
                <a:solidFill>
                  <a:srgbClr val="D9EBFD"/>
                </a:solidFill>
                <a:latin typeface="Pretendard"/>
                <a:ea typeface="Pretendard"/>
                <a:cs typeface="Pretendard"/>
              </a:defRPr>
            </a:lvl6pPr>
            <a:lvl7pPr algn="l">
              <a:defRPr sz="1725" b="0">
                <a:solidFill>
                  <a:srgbClr val="D9EBFD"/>
                </a:solidFill>
                <a:latin typeface="Pretendard"/>
                <a:ea typeface="Pretendard"/>
                <a:cs typeface="Pretendard"/>
              </a:defRPr>
            </a:lvl7pPr>
            <a:lvl8pPr algn="l">
              <a:defRPr sz="1725" b="0">
                <a:solidFill>
                  <a:srgbClr val="D9EBFD"/>
                </a:solidFill>
                <a:latin typeface="Pretendard"/>
                <a:ea typeface="Pretendard"/>
                <a:cs typeface="Pretendard"/>
              </a:defRPr>
            </a:lvl8pPr>
            <a:lvl9pPr algn="l">
              <a:defRPr sz="1725" b="0">
                <a:solidFill>
                  <a:srgbClr val="D9EBFD"/>
                </a:solidFill>
                <a:latin typeface="Pretendard"/>
                <a:ea typeface="Pretendard"/>
                <a:cs typeface="Pretendard"/>
              </a:defRPr>
            </a:lvl9pPr>
          </a:lstStyle>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const log = ref([]);</a:t>
            </a:r>
          </a:p>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const input = ref('');</a:t>
            </a:r>
          </a:p>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const sending = ref(false);</a:t>
            </a:r>
          </a:p>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const logEl = ref(null);</a:t>
            </a:r>
          </a:p>
          <a:p xmlns:a="http://schemas.openxmlformats.org/drawingml/2006/main">
            <a:pPr algn="l">
              <a:defRPr sz="1725" b="0">
                <a:solidFill>
                  <a:srgbClr val="D9EBFD"/>
                </a:solidFill>
                <a:latin typeface="Pretendard"/>
                <a:ea typeface="Pretendard"/>
                <a:cs typeface="Pretendard"/>
              </a:defRPr>
            </a:pPr>
            <a:r>
              <a:rPr sz="1725" b="0">
                <a:solidFill>
                  <a:srgbClr val="D9EBFD"/>
                </a:solidFill>
                <a:latin typeface="Pretendard"/>
                <a:ea typeface="Pretendard"/>
                <a:cs typeface="Pretendard"/>
              </a:rPr>
              <a:t>const thread = 't-web-' + Math.random().toString(36).slice(2, 8);</a:t>
            </a:r>
          </a:p>
        </p:txBody>
      </p:sp>
      <p:sp>
        <p:nvSpPr>
          <p:cNvPr id="36" name="web_chat.html · ee32f7e · 132–136행">
            <a:extLst xmlns:a="http://schemas.openxmlformats.org/drawingml/2006/main">
              <a:ext uri="{FF2B5EF4-FFF2-40B4-BE49-F238E27FC236}">
                <a16:creationId xmlns:a16="http://schemas.microsoft.com/office/drawing/2014/main" id="{61B624E9-6E98-416D-BB42-073C7F429A83}"/>
              </a:ext>
            </a:extLst>
          </p:cNvPr>
          <p:cNvSpPr>
            <a:spLocks xmlns:a="http://schemas.openxmlformats.org/drawingml/2006/main" noGrp="1"/>
          </p:cNvSpPr>
          <p:nvPr/>
        </p:nvSpPr>
        <p:spPr>
          <a:xfrm xmlns:a="http://schemas.openxmlformats.org/drawingml/2006/main">
            <a:off x="10382250" y="6657975"/>
            <a:ext cx="683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86868"/>
                </a:solidFill>
                <a:latin typeface="Pretendard"/>
                <a:ea typeface="Pretendard"/>
                <a:cs typeface="Pretendard"/>
              </a:defRPr>
            </a:defPPr>
            <a:lvl1pPr algn="l">
              <a:defRPr sz="1650" b="0">
                <a:solidFill>
                  <a:srgbClr val="686868"/>
                </a:solidFill>
                <a:latin typeface="Pretendard"/>
                <a:ea typeface="Pretendard"/>
                <a:cs typeface="Pretendard"/>
              </a:defRPr>
            </a:lvl1pPr>
            <a:lvl2pPr algn="l">
              <a:defRPr sz="1650" b="0">
                <a:solidFill>
                  <a:srgbClr val="686868"/>
                </a:solidFill>
                <a:latin typeface="Pretendard"/>
                <a:ea typeface="Pretendard"/>
                <a:cs typeface="Pretendard"/>
              </a:defRPr>
            </a:lvl2pPr>
            <a:lvl3pPr algn="l">
              <a:defRPr sz="1650" b="0">
                <a:solidFill>
                  <a:srgbClr val="686868"/>
                </a:solidFill>
                <a:latin typeface="Pretendard"/>
                <a:ea typeface="Pretendard"/>
                <a:cs typeface="Pretendard"/>
              </a:defRPr>
            </a:lvl3pPr>
            <a:lvl4pPr algn="l">
              <a:defRPr sz="1650" b="0">
                <a:solidFill>
                  <a:srgbClr val="686868"/>
                </a:solidFill>
                <a:latin typeface="Pretendard"/>
                <a:ea typeface="Pretendard"/>
                <a:cs typeface="Pretendard"/>
              </a:defRPr>
            </a:lvl4pPr>
            <a:lvl5pPr algn="l">
              <a:defRPr sz="1650" b="0">
                <a:solidFill>
                  <a:srgbClr val="686868"/>
                </a:solidFill>
                <a:latin typeface="Pretendard"/>
                <a:ea typeface="Pretendard"/>
                <a:cs typeface="Pretendard"/>
              </a:defRPr>
            </a:lvl5pPr>
            <a:lvl6pPr algn="l">
              <a:defRPr sz="1650" b="0">
                <a:solidFill>
                  <a:srgbClr val="686868"/>
                </a:solidFill>
                <a:latin typeface="Pretendard"/>
                <a:ea typeface="Pretendard"/>
                <a:cs typeface="Pretendard"/>
              </a:defRPr>
            </a:lvl6pPr>
            <a:lvl7pPr algn="l">
              <a:defRPr sz="1650" b="0">
                <a:solidFill>
                  <a:srgbClr val="686868"/>
                </a:solidFill>
                <a:latin typeface="Pretendard"/>
                <a:ea typeface="Pretendard"/>
                <a:cs typeface="Pretendard"/>
              </a:defRPr>
            </a:lvl7pPr>
            <a:lvl8pPr algn="l">
              <a:defRPr sz="1650" b="0">
                <a:solidFill>
                  <a:srgbClr val="686868"/>
                </a:solidFill>
                <a:latin typeface="Pretendard"/>
                <a:ea typeface="Pretendard"/>
                <a:cs typeface="Pretendard"/>
              </a:defRPr>
            </a:lvl8pPr>
            <a:lvl9pPr algn="l">
              <a:defRPr sz="1650" b="0">
                <a:solidFill>
                  <a:srgbClr val="686868"/>
                </a:solidFill>
                <a:latin typeface="Pretendard"/>
                <a:ea typeface="Pretendard"/>
                <a:cs typeface="Pretendard"/>
              </a:defRPr>
            </a:lvl9pPr>
          </a:lstStyle>
          <a:p xmlns:a="http://schemas.openxmlformats.org/drawingml/2006/main">
            <a:pPr algn="l">
              <a:defRPr sz="1650" b="0">
                <a:solidFill>
                  <a:srgbClr val="686868"/>
                </a:solidFill>
                <a:latin typeface="Pretendard"/>
                <a:ea typeface="Pretendard"/>
                <a:cs typeface="Pretendard"/>
              </a:defRPr>
            </a:pPr>
            <a:r>
              <a:rPr sz="1650" b="0">
                <a:solidFill>
                  <a:srgbClr val="686868"/>
                </a:solidFill>
                <a:latin typeface="Pretendard"/>
                <a:ea typeface="Pretendard"/>
                <a:cs typeface="Pretendard"/>
              </a:rPr>
              <a:t>web_chat.html · ee32f7e · 132–136행</a:t>
            </a:r>
          </a:p>
        </p:txBody>
      </p:sp>
      <p:sp>
        <p:nvSpPr>
          <p:cNvPr id="37" name="새로고침할 때 새 대화로 시작">
            <a:extLst xmlns:a="http://schemas.openxmlformats.org/drawingml/2006/main">
              <a:ext uri="{FF2B5EF4-FFF2-40B4-BE49-F238E27FC236}">
                <a16:creationId xmlns:a16="http://schemas.microsoft.com/office/drawing/2014/main" id="{812A242F-78A0-4147-B762-7BA42F609B90}"/>
              </a:ext>
            </a:extLst>
          </p:cNvPr>
          <p:cNvSpPr>
            <a:spLocks xmlns:a="http://schemas.openxmlformats.org/drawingml/2006/main" noGrp="1"/>
          </p:cNvSpPr>
          <p:nvPr/>
        </p:nvSpPr>
        <p:spPr>
          <a:xfrm xmlns:a="http://schemas.openxmlformats.org/drawingml/2006/main">
            <a:off x="10382250" y="7077075"/>
            <a:ext cx="683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101010"/>
                </a:solidFill>
                <a:latin typeface="Pretendard"/>
                <a:ea typeface="Pretendard"/>
                <a:cs typeface="Pretendard"/>
              </a:defRPr>
            </a:defPPr>
            <a:lvl1pPr algn="l">
              <a:defRPr sz="2550" b="1">
                <a:solidFill>
                  <a:srgbClr val="101010"/>
                </a:solidFill>
                <a:latin typeface="Pretendard"/>
                <a:ea typeface="Pretendard"/>
                <a:cs typeface="Pretendard"/>
              </a:defRPr>
            </a:lvl1pPr>
            <a:lvl2pPr algn="l">
              <a:defRPr sz="2550" b="1">
                <a:solidFill>
                  <a:srgbClr val="101010"/>
                </a:solidFill>
                <a:latin typeface="Pretendard"/>
                <a:ea typeface="Pretendard"/>
                <a:cs typeface="Pretendard"/>
              </a:defRPr>
            </a:lvl2pPr>
            <a:lvl3pPr algn="l">
              <a:defRPr sz="2550" b="1">
                <a:solidFill>
                  <a:srgbClr val="101010"/>
                </a:solidFill>
                <a:latin typeface="Pretendard"/>
                <a:ea typeface="Pretendard"/>
                <a:cs typeface="Pretendard"/>
              </a:defRPr>
            </a:lvl3pPr>
            <a:lvl4pPr algn="l">
              <a:defRPr sz="2550" b="1">
                <a:solidFill>
                  <a:srgbClr val="101010"/>
                </a:solidFill>
                <a:latin typeface="Pretendard"/>
                <a:ea typeface="Pretendard"/>
                <a:cs typeface="Pretendard"/>
              </a:defRPr>
            </a:lvl4pPr>
            <a:lvl5pPr algn="l">
              <a:defRPr sz="2550" b="1">
                <a:solidFill>
                  <a:srgbClr val="101010"/>
                </a:solidFill>
                <a:latin typeface="Pretendard"/>
                <a:ea typeface="Pretendard"/>
                <a:cs typeface="Pretendard"/>
              </a:defRPr>
            </a:lvl5pPr>
            <a:lvl6pPr algn="l">
              <a:defRPr sz="2550" b="1">
                <a:solidFill>
                  <a:srgbClr val="101010"/>
                </a:solidFill>
                <a:latin typeface="Pretendard"/>
                <a:ea typeface="Pretendard"/>
                <a:cs typeface="Pretendard"/>
              </a:defRPr>
            </a:lvl6pPr>
            <a:lvl7pPr algn="l">
              <a:defRPr sz="2550" b="1">
                <a:solidFill>
                  <a:srgbClr val="101010"/>
                </a:solidFill>
                <a:latin typeface="Pretendard"/>
                <a:ea typeface="Pretendard"/>
                <a:cs typeface="Pretendard"/>
              </a:defRPr>
            </a:lvl7pPr>
            <a:lvl8pPr algn="l">
              <a:defRPr sz="2550" b="1">
                <a:solidFill>
                  <a:srgbClr val="101010"/>
                </a:solidFill>
                <a:latin typeface="Pretendard"/>
                <a:ea typeface="Pretendard"/>
                <a:cs typeface="Pretendard"/>
              </a:defRPr>
            </a:lvl8pPr>
            <a:lvl9pPr algn="l">
              <a:defRPr sz="2550" b="1">
                <a:solidFill>
                  <a:srgbClr val="101010"/>
                </a:solidFill>
                <a:latin typeface="Pretendard"/>
                <a:ea typeface="Pretendard"/>
                <a:cs typeface="Pretendard"/>
              </a:defRPr>
            </a:lvl9pPr>
          </a:lstStyle>
          <a:p xmlns:a="http://schemas.openxmlformats.org/drawingml/2006/main">
            <a:pPr algn="l">
              <a:defRPr sz="2550" b="1">
                <a:solidFill>
                  <a:srgbClr val="101010"/>
                </a:solidFill>
                <a:latin typeface="Pretendard"/>
                <a:ea typeface="Pretendard"/>
                <a:cs typeface="Pretendard"/>
              </a:defRPr>
            </a:pPr>
            <a:r>
              <a:rPr sz="2550" b="1">
                <a:solidFill>
                  <a:srgbClr val="101010"/>
                </a:solidFill>
                <a:latin typeface="Pretendard"/>
                <a:ea typeface="Pretendard"/>
                <a:cs typeface="Pretendard"/>
              </a:rPr>
              <a:t>새로고침할 때 새 대화로 시작</a:t>
            </a:r>
          </a:p>
        </p:txBody>
      </p:sp>
      <p:sp>
        <p:nvSpPr>
          <p:cNvPr id="38" name="저장 기능은 있었지만 복원 흐름이 없고&#10;실행 스크립트는 session.db를 삭제">
            <a:extLst xmlns:a="http://schemas.openxmlformats.org/drawingml/2006/main">
              <a:ext uri="{FF2B5EF4-FFF2-40B4-BE49-F238E27FC236}">
                <a16:creationId xmlns:a16="http://schemas.microsoft.com/office/drawing/2014/main" id="{D9664AA1-31E1-4937-91C3-901F33EBADD6}"/>
              </a:ext>
            </a:extLst>
          </p:cNvPr>
          <p:cNvSpPr>
            <a:spLocks xmlns:a="http://schemas.openxmlformats.org/drawingml/2006/main" noGrp="1"/>
          </p:cNvSpPr>
          <p:nvPr/>
        </p:nvSpPr>
        <p:spPr>
          <a:xfrm xmlns:a="http://schemas.openxmlformats.org/drawingml/2006/main">
            <a:off x="10382250" y="7858125"/>
            <a:ext cx="6838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01010"/>
                </a:solidFill>
                <a:latin typeface="Pretendard"/>
                <a:ea typeface="Pretendard"/>
                <a:cs typeface="Pretendard"/>
              </a:defRPr>
            </a:defPPr>
            <a:lvl1pPr algn="l">
              <a:defRPr sz="2250" b="0">
                <a:solidFill>
                  <a:srgbClr val="101010"/>
                </a:solidFill>
                <a:latin typeface="Pretendard"/>
                <a:ea typeface="Pretendard"/>
                <a:cs typeface="Pretendard"/>
              </a:defRPr>
            </a:lvl1pPr>
            <a:lvl2pPr algn="l">
              <a:defRPr sz="2250" b="0">
                <a:solidFill>
                  <a:srgbClr val="101010"/>
                </a:solidFill>
                <a:latin typeface="Pretendard"/>
                <a:ea typeface="Pretendard"/>
                <a:cs typeface="Pretendard"/>
              </a:defRPr>
            </a:lvl2pPr>
            <a:lvl3pPr algn="l">
              <a:defRPr sz="2250" b="0">
                <a:solidFill>
                  <a:srgbClr val="101010"/>
                </a:solidFill>
                <a:latin typeface="Pretendard"/>
                <a:ea typeface="Pretendard"/>
                <a:cs typeface="Pretendard"/>
              </a:defRPr>
            </a:lvl3pPr>
            <a:lvl4pPr algn="l">
              <a:defRPr sz="2250" b="0">
                <a:solidFill>
                  <a:srgbClr val="101010"/>
                </a:solidFill>
                <a:latin typeface="Pretendard"/>
                <a:ea typeface="Pretendard"/>
                <a:cs typeface="Pretendard"/>
              </a:defRPr>
            </a:lvl4pPr>
            <a:lvl5pPr algn="l">
              <a:defRPr sz="2250" b="0">
                <a:solidFill>
                  <a:srgbClr val="101010"/>
                </a:solidFill>
                <a:latin typeface="Pretendard"/>
                <a:ea typeface="Pretendard"/>
                <a:cs typeface="Pretendard"/>
              </a:defRPr>
            </a:lvl5pPr>
            <a:lvl6pPr algn="l">
              <a:defRPr sz="2250" b="0">
                <a:solidFill>
                  <a:srgbClr val="101010"/>
                </a:solidFill>
                <a:latin typeface="Pretendard"/>
                <a:ea typeface="Pretendard"/>
                <a:cs typeface="Pretendard"/>
              </a:defRPr>
            </a:lvl6pPr>
            <a:lvl7pPr algn="l">
              <a:defRPr sz="2250" b="0">
                <a:solidFill>
                  <a:srgbClr val="101010"/>
                </a:solidFill>
                <a:latin typeface="Pretendard"/>
                <a:ea typeface="Pretendard"/>
                <a:cs typeface="Pretendard"/>
              </a:defRPr>
            </a:lvl7pPr>
            <a:lvl8pPr algn="l">
              <a:defRPr sz="2250" b="0">
                <a:solidFill>
                  <a:srgbClr val="101010"/>
                </a:solidFill>
                <a:latin typeface="Pretendard"/>
                <a:ea typeface="Pretendard"/>
                <a:cs typeface="Pretendard"/>
              </a:defRPr>
            </a:lvl8pPr>
            <a:lvl9pPr algn="l">
              <a:defRPr sz="2250" b="0">
                <a:solidFill>
                  <a:srgbClr val="101010"/>
                </a:solidFill>
                <a:latin typeface="Pretendard"/>
                <a:ea typeface="Pretendard"/>
                <a:cs typeface="Pretendard"/>
              </a:defRPr>
            </a:lvl9pPr>
          </a:lstStyle>
          <a:p xmlns:a="http://schemas.openxmlformats.org/drawingml/2006/main">
            <a:pPr algn="l">
              <a:defRPr sz="2250" b="0">
                <a:solidFill>
                  <a:srgbClr val="101010"/>
                </a:solidFill>
                <a:latin typeface="Pretendard"/>
                <a:ea typeface="Pretendard"/>
                <a:cs typeface="Pretendard"/>
              </a:defRPr>
            </a:pPr>
            <a:r>
              <a:rPr sz="2250" b="0">
                <a:solidFill>
                  <a:srgbClr val="101010"/>
                </a:solidFill>
                <a:latin typeface="Pretendard"/>
                <a:ea typeface="Pretendard"/>
                <a:cs typeface="Pretendard"/>
              </a:rPr>
              <a:t>저장 기능은 있었지만 복원 흐름이 없고</a:t>
            </a:r>
          </a:p>
          <a:p xmlns:a="http://schemas.openxmlformats.org/drawingml/2006/main">
            <a:pPr algn="l">
              <a:defRPr sz="2250" b="0">
                <a:solidFill>
                  <a:srgbClr val="101010"/>
                </a:solidFill>
                <a:latin typeface="Pretendard"/>
                <a:ea typeface="Pretendard"/>
                <a:cs typeface="Pretendard"/>
              </a:defRPr>
            </a:pPr>
            <a:r>
              <a:rPr sz="2250" b="0">
                <a:solidFill>
                  <a:srgbClr val="101010"/>
                </a:solidFill>
                <a:latin typeface="Pretendard"/>
                <a:ea typeface="Pretendard"/>
                <a:cs typeface="Pretendard"/>
              </a:rPr>
              <a:t>실행 스크립트는 session.db를 삭제</a:t>
            </a:r>
          </a:p>
        </p:txBody>
      </p:sp>
      <p:sp>
        <p:nvSpPr>
          <p:cNvPr id="39" name="“저장 기능 없음”이 아니라 “대화 복원·문의 단위 관리 부족”으로 구분">
            <a:extLst xmlns:a="http://schemas.openxmlformats.org/drawingml/2006/main">
              <a:ext uri="{FF2B5EF4-FFF2-40B4-BE49-F238E27FC236}">
                <a16:creationId xmlns:a16="http://schemas.microsoft.com/office/drawing/2014/main" id="{0E9470A2-6D28-4AC4-84F5-A15082A69E14}"/>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“저장 기능 없음”이 아니라 “대화 복원·문의 단위 관리 부족”으로 구분</a:t>
            </a:r>
          </a:p>
        </p:txBody>
      </p:sp>
    </p:spTree>
    <p:extLst>
      <p:ext uri="{BB962C8B-B14F-4D97-AF65-F5344CB8AC3E}">
        <p14:creationId xmlns:p14="http://schemas.microsoft.com/office/powerpoint/2010/main" val="1639852189"/>
      </p:ext>
    </p:extLst>
  </p:cSld>
</p:sld>
</file>

<file path=ppt/slides/slide6.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f346fa6c4dc94dd6">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e6eac17f8fa24544">
            <a:extLst>
              <a:ext uri="{96DAC541-7B7A-43D3-8B79-37D633B846F1}">
                <asvg:svgBlip xmlns:asvg="http://schemas.microsoft.com/office/drawing/2016/SVG/main" r:embed="Rede21e40acfb4295"/>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740cb6bed6924629">
            <a:alphaModFix amt="75000"/>
            <a:extLst>
              <a:ext uri="{96DAC541-7B7A-43D3-8B79-37D633B846F1}">
                <asvg:svgBlip xmlns:asvg="http://schemas.microsoft.com/office/drawing/2016/SVG/main" r:embed="R27398bc8f34e4f11"/>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8d6e2766b4eb43da">
            <a:extLst>
              <a:ext uri="{96DAC541-7B7A-43D3-8B79-37D633B846F1}">
                <asvg:svgBlip xmlns:asvg="http://schemas.microsoft.com/office/drawing/2016/SVG/main" r:embed="R26a8318972f44d27"/>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0d41f6add1104b57">
            <a:extLst>
              <a:ext uri="{96DAC541-7B7A-43D3-8B79-37D633B846F1}">
                <asvg:svgBlip xmlns:asvg="http://schemas.microsoft.com/office/drawing/2016/SVG/main" r:embed="R262624b2de08401e"/>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526f80abfb23479d">
            <a:extLst>
              <a:ext uri="{96DAC541-7B7A-43D3-8B79-37D633B846F1}">
                <asvg:svgBlip xmlns:asvg="http://schemas.microsoft.com/office/drawing/2016/SVG/main" r:embed="R372f88b52deb4b44"/>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fc86207f8e184b64"/>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5d9178f74ce24968">
            <a:extLst>
              <a:ext uri="{96DAC541-7B7A-43D3-8B79-37D633B846F1}">
                <asvg:svgBlip xmlns:asvg="http://schemas.microsoft.com/office/drawing/2016/SVG/main" r:embed="Rfbddd6a7aea44cce"/>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47453c80825e4272">
            <a:extLst>
              <a:ext uri="{96DAC541-7B7A-43D3-8B79-37D633B846F1}">
                <asvg:svgBlip xmlns:asvg="http://schemas.microsoft.com/office/drawing/2016/SVG/main" r:embed="R70541768ef1c4583"/>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6f4eeefbf97642f8">
            <a:extLst>
              <a:ext uri="{96DAC541-7B7A-43D3-8B79-37D633B846F1}">
                <asvg:svgBlip xmlns:asvg="http://schemas.microsoft.com/office/drawing/2016/SVG/main" r:embed="R7f271f2e21c74ed9"/>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654dcde5068140df">
            <a:extLst>
              <a:ext uri="{96DAC541-7B7A-43D3-8B79-37D633B846F1}">
                <asvg:svgBlip xmlns:asvg="http://schemas.microsoft.com/office/drawing/2016/SVG/main" r:embed="Rdba92fd8c9d74808"/>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654dcde5068140df">
            <a:extLst>
              <a:ext uri="{96DAC541-7B7A-43D3-8B79-37D633B846F1}">
                <asvg:svgBlip xmlns:asvg="http://schemas.microsoft.com/office/drawing/2016/SVG/main" r:embed="Rdba92fd8c9d74808"/>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654dcde5068140df">
            <a:extLst>
              <a:ext uri="{96DAC541-7B7A-43D3-8B79-37D633B846F1}">
                <asvg:svgBlip xmlns:asvg="http://schemas.microsoft.com/office/drawing/2016/SVG/main" r:embed="Rdba92fd8c9d74808"/>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654dcde5068140df">
            <a:extLst>
              <a:ext uri="{96DAC541-7B7A-43D3-8B79-37D633B846F1}">
                <asvg:svgBlip xmlns:asvg="http://schemas.microsoft.com/office/drawing/2016/SVG/main" r:embed="Rdba92fd8c9d74808"/>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10b786c003cb4ffc">
            <a:extLst>
              <a:ext uri="{96DAC541-7B7A-43D3-8B79-37D633B846F1}">
                <asvg:svgBlip xmlns:asvg="http://schemas.microsoft.com/office/drawing/2016/SVG/main" r:embed="Rf53601b121254f6b"/>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65175FFE-1BA9-4E0D-9F1D-FC0277C9A601}"/>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6">
            <a:extLst xmlns:a="http://schemas.openxmlformats.org/drawingml/2006/main">
              <a:ext uri="{FF2B5EF4-FFF2-40B4-BE49-F238E27FC236}">
                <a16:creationId xmlns:a16="http://schemas.microsoft.com/office/drawing/2014/main" id="{DA08D74D-A602-401C-BB97-235749CAB3F4}"/>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06</a:t>
            </a:r>
          </a:p>
        </p:txBody>
      </p:sp>
      <p:sp>
        <p:nvSpPr>
          <p:cNvPr id="20" name="기존 문제와 사용자·관리자 영향">
            <a:extLst xmlns:a="http://schemas.openxmlformats.org/drawingml/2006/main">
              <a:ext uri="{FF2B5EF4-FFF2-40B4-BE49-F238E27FC236}">
                <a16:creationId xmlns:a16="http://schemas.microsoft.com/office/drawing/2014/main" id="{509793E9-A4F4-4361-8EF4-694A66CE8552}"/>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기존 문제와 사용자·관리자 영향</a:t>
            </a:r>
          </a:p>
        </p:txBody>
      </p:sp>
      <p:graphicFrame>
        <p:nvGraphicFramePr>
          <p:cNvPr id="21" name="">
            <a:extLst xmlns:a="http://schemas.openxmlformats.org/drawingml/2006/main">
              <a:ext uri="{FF2B5EF4-FFF2-40B4-BE49-F238E27FC236}">
                <a16:creationId xmlns:a16="http://schemas.microsoft.com/office/drawing/2014/main" id="{D1E69847-CA7C-41D5-A4F8-6DBD3D34E8E3}"/>
              </a:ext>
            </a:extLst>
          </p:cNvPr>
          <p:cNvGraphicFramePr/>
          <p:nvPr/>
        </p:nvGraphicFramePr>
        <p:xfrm>
          <a:off xmlns:a="http://schemas.openxmlformats.org/drawingml/2006/main" x="2095500" y="2952750"/>
          <a:ext xmlns:a="http://schemas.openxmlformats.org/drawingml/2006/main" cx="15478125" cy="6048375"/>
        </p:xfrm>
        <a:graphic xmlns:a="http://schemas.openxmlformats.org/drawingml/2006/main">
          <a:graphicData uri="http://schemas.openxmlformats.org/drawingml/2006/table">
            <a:tbl>
              <a:tblPr/>
              <a:tblGrid>
                <a:gridCol w="2857500"/>
                <a:gridCol w="4238625"/>
                <a:gridCol w="4381500"/>
                <a:gridCol w="4000500"/>
              </a:tblGrid>
              <a:tr h="1209675">
                <a:tc>
                  <a:txBody>
                    <a:bodyPr/>
                    <a:lstStyle/>
                    <a:p>
                      <a:r>
                        <a:rPr sz="2250" b="1">
                          <a:solidFill>
                            <a:srgbClr val="FFFFFF"/>
                          </a:solidFill>
                          <a:latin typeface="Pretendard"/>
                          <a:ea typeface="Pretendard"/>
                          <a:cs typeface="Pretendard"/>
                        </a:rPr>
                        <a:t>기존 문제</a:t>
                      </a:r>
                    </a:p>
                  </a:txBody>
                  <a:tcPr marL="190500" marR="152400" marT="152400" marB="114300">
                    <a:lnL w="11430">
                      <a:solidFill>
                        <a:srgbClr val="D2D6DF"/>
                      </a:solidFill>
                      <a:prstDash val="solid"/>
                    </a:lnL>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250" b="1">
                          <a:solidFill>
                            <a:srgbClr val="FFFFFF"/>
                          </a:solidFill>
                          <a:latin typeface="Pretendard"/>
                          <a:ea typeface="Pretendard"/>
                          <a:cs typeface="Pretendard"/>
                        </a:rPr>
                        <a:t>사용자에게 미치는 영향</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250" b="1">
                          <a:solidFill>
                            <a:srgbClr val="FFFFFF"/>
                          </a:solidFill>
                          <a:latin typeface="Pretendard"/>
                          <a:ea typeface="Pretendard"/>
                          <a:cs typeface="Pretendard"/>
                        </a:rPr>
                        <a:t>관리자에게 미치는 영향</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250" b="1">
                          <a:solidFill>
                            <a:srgbClr val="FFFFFF"/>
                          </a:solidFill>
                          <a:latin typeface="Pretendard"/>
                          <a:ea typeface="Pretendard"/>
                          <a:cs typeface="Pretendard"/>
                        </a:rPr>
                        <a:t>개선 방향</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r>
              <a:tr h="1209675">
                <a:tc>
                  <a:txBody>
                    <a:bodyPr/>
                    <a:lstStyle/>
                    <a:p>
                      <a:r>
                        <a:rPr sz="2250">
                          <a:solidFill>
                            <a:srgbClr val="101010"/>
                          </a:solidFill>
                          <a:latin typeface="Pretendard"/>
                          <a:ea typeface="Pretendard"/>
                          <a:cs typeface="Pretendard"/>
                        </a:rPr>
                        <a:t>조회 대상 불명확</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다른 서비스의 점검</a:t>
                      </a:r>
                    </a:p>
                    <a:p>
                      <a:r>
                        <a:rPr sz="2250">
                          <a:solidFill>
                            <a:srgbClr val="101010"/>
                          </a:solidFill>
                          <a:latin typeface="Pretendard"/>
                          <a:ea typeface="Pretendard"/>
                          <a:cs typeface="Pretendard"/>
                        </a:rPr>
                        <a:t>결과를 받을 수 있음</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실제 문의 대상을</a:t>
                      </a:r>
                    </a:p>
                    <a:p>
                      <a:r>
                        <a:rPr sz="2250">
                          <a:solidFill>
                            <a:srgbClr val="101010"/>
                          </a:solidFill>
                          <a:latin typeface="Pretendard"/>
                          <a:ea typeface="Pretendard"/>
                          <a:cs typeface="Pretendard"/>
                        </a:rPr>
                        <a:t>다시 확인해야 함</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서비스 직접 선택</a:t>
                      </a:r>
                    </a:p>
                    <a:p>
                      <a:r>
                        <a:rPr sz="2250">
                          <a:solidFill>
                            <a:srgbClr val="101010"/>
                          </a:solidFill>
                          <a:latin typeface="Pretendard"/>
                          <a:ea typeface="Pretendard"/>
                          <a:cs typeface="Pretendard"/>
                        </a:rPr>
                        <a:t>입력 검증</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1209675">
                <a:tc>
                  <a:txBody>
                    <a:bodyPr/>
                    <a:lstStyle/>
                    <a:p>
                      <a:r>
                        <a:rPr sz="2250">
                          <a:solidFill>
                            <a:srgbClr val="101010"/>
                          </a:solidFill>
                          <a:latin typeface="Pretendard"/>
                          <a:ea typeface="Pretendard"/>
                          <a:cs typeface="Pretendard"/>
                        </a:rPr>
                        <a:t>문의 정보 정리 부족</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필요한 정보를 몰라</a:t>
                      </a:r>
                    </a:p>
                    <a:p>
                      <a:r>
                        <a:rPr sz="2250">
                          <a:solidFill>
                            <a:srgbClr val="101010"/>
                          </a:solidFill>
                          <a:latin typeface="Pretendard"/>
                          <a:ea typeface="Pretendard"/>
                          <a:cs typeface="Pretendard"/>
                        </a:rPr>
                        <a:t>여러 번 설명해야 함</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증상·시각·환경을</a:t>
                      </a:r>
                    </a:p>
                    <a:p>
                      <a:r>
                        <a:rPr sz="2250">
                          <a:solidFill>
                            <a:srgbClr val="101010"/>
                          </a:solidFill>
                          <a:latin typeface="Pretendard"/>
                          <a:ea typeface="Pretendard"/>
                          <a:cs typeface="Pretendard"/>
                        </a:rPr>
                        <a:t>직접 정리해야 함</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문의 자동 정리</a:t>
                      </a:r>
                    </a:p>
                    <a:p>
                      <a:r>
                        <a:rPr sz="2250">
                          <a:solidFill>
                            <a:srgbClr val="101010"/>
                          </a:solidFill>
                          <a:latin typeface="Pretendard"/>
                          <a:ea typeface="Pretendard"/>
                          <a:cs typeface="Pretendard"/>
                        </a:rPr>
                        <a:t>부족한 정보 추가 질문</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1209675">
                <a:tc>
                  <a:txBody>
                    <a:bodyPr/>
                    <a:lstStyle/>
                    <a:p>
                      <a:r>
                        <a:rPr sz="2250">
                          <a:solidFill>
                            <a:srgbClr val="101010"/>
                          </a:solidFill>
                          <a:latin typeface="Pretendard"/>
                          <a:ea typeface="Pretendard"/>
                          <a:cs typeface="Pretendard"/>
                        </a:rPr>
                        <a:t>검색·답변 검증 한계</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상황에 맞지 않는</a:t>
                      </a:r>
                    </a:p>
                    <a:p>
                      <a:r>
                        <a:rPr sz="2250">
                          <a:solidFill>
                            <a:srgbClr val="101010"/>
                          </a:solidFill>
                          <a:latin typeface="Pretendard"/>
                          <a:ea typeface="Pretendard"/>
                          <a:cs typeface="Pretendard"/>
                        </a:rPr>
                        <a:t>안내를 따라 할 수 있음</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답변의 근거와 조치를</a:t>
                      </a:r>
                    </a:p>
                    <a:p>
                      <a:r>
                        <a:rPr sz="2250">
                          <a:solidFill>
                            <a:srgbClr val="101010"/>
                          </a:solidFill>
                          <a:latin typeface="Pretendard"/>
                          <a:ea typeface="Pretendard"/>
                          <a:cs typeface="Pretendard"/>
                        </a:rPr>
                        <a:t>다시 검토해야 함</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관련 문서 검색</a:t>
                      </a:r>
                    </a:p>
                    <a:p>
                      <a:r>
                        <a:rPr sz="2250">
                          <a:solidFill>
                            <a:srgbClr val="101010"/>
                          </a:solidFill>
                          <a:latin typeface="Pretendard"/>
                          <a:ea typeface="Pretendard"/>
                          <a:cs typeface="Pretendard"/>
                        </a:rPr>
                        <a:t>근거와 답변 일치 검사</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1209675">
                <a:tc>
                  <a:txBody>
                    <a:bodyPr/>
                    <a:lstStyle/>
                    <a:p>
                      <a:r>
                        <a:rPr sz="2250">
                          <a:solidFill>
                            <a:srgbClr val="101010"/>
                          </a:solidFill>
                          <a:latin typeface="Pretendard"/>
                          <a:ea typeface="Pretendard"/>
                          <a:cs typeface="Pretendard"/>
                        </a:rPr>
                        <a:t>대화·이력 관리 부족</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이전에 설명한 내용을</a:t>
                      </a:r>
                    </a:p>
                    <a:p>
                      <a:r>
                        <a:rPr sz="2250">
                          <a:solidFill>
                            <a:srgbClr val="101010"/>
                          </a:solidFill>
                          <a:latin typeface="Pretendard"/>
                          <a:ea typeface="Pretendard"/>
                          <a:cs typeface="Pretendard"/>
                        </a:rPr>
                        <a:t>다시 입력해야 함</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이전 문의와 추가 내용을</a:t>
                      </a:r>
                    </a:p>
                    <a:p>
                      <a:r>
                        <a:rPr sz="2250">
                          <a:solidFill>
                            <a:srgbClr val="101010"/>
                          </a:solidFill>
                          <a:latin typeface="Pretendard"/>
                          <a:ea typeface="Pretendard"/>
                          <a:cs typeface="Pretendard"/>
                        </a:rPr>
                        <a:t>연결하기 어려움</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대화 보존·복원</a:t>
                      </a:r>
                    </a:p>
                    <a:p>
                      <a:r>
                        <a:rPr sz="2250">
                          <a:solidFill>
                            <a:srgbClr val="101010"/>
                          </a:solidFill>
                          <a:latin typeface="Pretendard"/>
                          <a:ea typeface="Pretendard"/>
                          <a:cs typeface="Pretendard"/>
                        </a:rPr>
                        <a:t>관리자 문의 조회</a:t>
                      </a:r>
                    </a:p>
                  </a:txBody>
                  <a:tcPr marL="190500" marR="152400" marT="152400" marB="114300">
                    <a:lnR w="11430">
                      <a:solidFill>
                        <a:srgbClr val="D2D6DF"/>
                      </a:solidFill>
                      <a:prstDash val="solid"/>
                    </a:lnR>
                    <a:lnB w="11430">
                      <a:solidFill>
                        <a:srgbClr val="D2D6DF"/>
                      </a:solidFill>
                      <a:prstDash val="solid"/>
                    </a:lnB>
                    <a:solidFill>
                      <a:srgbClr val="FFFFFF"/>
                    </a:solidFill>
                  </a:tcPr>
                </a:tc>
              </a:tr>
            </a:tbl>
          </a:graphicData>
        </a:graphic>
      </p:graphicFrame>
      <p:sp>
        <p:nvSpPr>
          <p:cNvPr id="22" name="업무 부담 감소는 기대 효과이며, 실제 처리 시간 절감률은 측정하지 않았다">
            <a:extLst xmlns:a="http://schemas.openxmlformats.org/drawingml/2006/main">
              <a:ext uri="{FF2B5EF4-FFF2-40B4-BE49-F238E27FC236}">
                <a16:creationId xmlns:a16="http://schemas.microsoft.com/office/drawing/2014/main" id="{3297850F-78B9-4C2A-8841-C93D447A3420}"/>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업무 부담 감소는 기대 효과이며, 실제 처리 시간 절감률은 측정하지 않았다</a:t>
            </a:r>
          </a:p>
        </p:txBody>
      </p:sp>
    </p:spTree>
    <p:extLst>
      <p:ext uri="{BB962C8B-B14F-4D97-AF65-F5344CB8AC3E}">
        <p14:creationId xmlns:p14="http://schemas.microsoft.com/office/powerpoint/2010/main" val="1639852189"/>
      </p:ext>
    </p:extLst>
  </p:cSld>
</p:sld>
</file>

<file path=ppt/slides/slide7.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d8690f139476499d">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6724843fdee14fdc">
            <a:extLst>
              <a:ext uri="{96DAC541-7B7A-43D3-8B79-37D633B846F1}">
                <asvg:svgBlip xmlns:asvg="http://schemas.microsoft.com/office/drawing/2016/SVG/main" r:embed="R9e1760a1615d48ad"/>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4fcebd6a898a4143">
            <a:alphaModFix amt="75000"/>
            <a:extLst>
              <a:ext uri="{96DAC541-7B7A-43D3-8B79-37D633B846F1}">
                <asvg:svgBlip xmlns:asvg="http://schemas.microsoft.com/office/drawing/2016/SVG/main" r:embed="Rea230ab492e348dc"/>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c82548e984f1448c">
            <a:extLst>
              <a:ext uri="{96DAC541-7B7A-43D3-8B79-37D633B846F1}">
                <asvg:svgBlip xmlns:asvg="http://schemas.microsoft.com/office/drawing/2016/SVG/main" r:embed="Rd580d79f862448ec"/>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69b2b120eca94306">
            <a:extLst>
              <a:ext uri="{96DAC541-7B7A-43D3-8B79-37D633B846F1}">
                <asvg:svgBlip xmlns:asvg="http://schemas.microsoft.com/office/drawing/2016/SVG/main" r:embed="Rde0b70a42be743ba"/>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d09b0afccc7b49bb">
            <a:extLst>
              <a:ext uri="{96DAC541-7B7A-43D3-8B79-37D633B846F1}">
                <asvg:svgBlip xmlns:asvg="http://schemas.microsoft.com/office/drawing/2016/SVG/main" r:embed="R2194ba4e11724e04"/>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34550682126a4ed0"/>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5f57f659b1c84dec">
            <a:extLst>
              <a:ext uri="{96DAC541-7B7A-43D3-8B79-37D633B846F1}">
                <asvg:svgBlip xmlns:asvg="http://schemas.microsoft.com/office/drawing/2016/SVG/main" r:embed="Ra2e5baadd70a498b"/>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6403b7776dcf4a08">
            <a:extLst>
              <a:ext uri="{96DAC541-7B7A-43D3-8B79-37D633B846F1}">
                <asvg:svgBlip xmlns:asvg="http://schemas.microsoft.com/office/drawing/2016/SVG/main" r:embed="R6bfe1a3a8cd947a4"/>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af8cf2208be44a58">
            <a:extLst>
              <a:ext uri="{96DAC541-7B7A-43D3-8B79-37D633B846F1}">
                <asvg:svgBlip xmlns:asvg="http://schemas.microsoft.com/office/drawing/2016/SVG/main" r:embed="R34cbe022afb24424"/>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f01380f95fa4451e">
            <a:extLst>
              <a:ext uri="{96DAC541-7B7A-43D3-8B79-37D633B846F1}">
                <asvg:svgBlip xmlns:asvg="http://schemas.microsoft.com/office/drawing/2016/SVG/main" r:embed="Rc0f935fefb524656"/>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f01380f95fa4451e">
            <a:extLst>
              <a:ext uri="{96DAC541-7B7A-43D3-8B79-37D633B846F1}">
                <asvg:svgBlip xmlns:asvg="http://schemas.microsoft.com/office/drawing/2016/SVG/main" r:embed="Rc0f935fefb524656"/>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f01380f95fa4451e">
            <a:extLst>
              <a:ext uri="{96DAC541-7B7A-43D3-8B79-37D633B846F1}">
                <asvg:svgBlip xmlns:asvg="http://schemas.microsoft.com/office/drawing/2016/SVG/main" r:embed="Rc0f935fefb524656"/>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f01380f95fa4451e">
            <a:extLst>
              <a:ext uri="{96DAC541-7B7A-43D3-8B79-37D633B846F1}">
                <asvg:svgBlip xmlns:asvg="http://schemas.microsoft.com/office/drawing/2016/SVG/main" r:embed="Rc0f935fefb524656"/>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b3bcce9987224b44">
            <a:extLst>
              <a:ext uri="{96DAC541-7B7A-43D3-8B79-37D633B846F1}">
                <asvg:svgBlip xmlns:asvg="http://schemas.microsoft.com/office/drawing/2016/SVG/main" r:embed="R9fb11be68ff54847"/>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A2F41452-2D7D-41B6-8CC2-9EB0CFA9BA2F}"/>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7">
            <a:extLst xmlns:a="http://schemas.openxmlformats.org/drawingml/2006/main">
              <a:ext uri="{FF2B5EF4-FFF2-40B4-BE49-F238E27FC236}">
                <a16:creationId xmlns:a16="http://schemas.microsoft.com/office/drawing/2014/main" id="{266A6847-8E64-4EE6-B0E4-9555165B18A7}"/>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07</a:t>
            </a:r>
          </a:p>
        </p:txBody>
      </p:sp>
      <p:sp>
        <p:nvSpPr>
          <p:cNvPr id="20" name="개선 목표와 방향">
            <a:extLst xmlns:a="http://schemas.openxmlformats.org/drawingml/2006/main">
              <a:ext uri="{FF2B5EF4-FFF2-40B4-BE49-F238E27FC236}">
                <a16:creationId xmlns:a16="http://schemas.microsoft.com/office/drawing/2014/main" id="{157244E1-4441-42E3-897A-843E508D8EA3}"/>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개선 목표와 방향</a:t>
            </a:r>
          </a:p>
        </p:txBody>
      </p:sp>
      <p:sp>
        <p:nvSpPr>
          <p:cNvPr id="21" name="">
            <a:extLst xmlns:a="http://schemas.openxmlformats.org/drawingml/2006/main">
              <a:ext uri="{FF2B5EF4-FFF2-40B4-BE49-F238E27FC236}">
                <a16:creationId xmlns:a16="http://schemas.microsoft.com/office/drawing/2014/main" id="{33D3D476-55D0-4E95-A7AD-F947AB2462A5}"/>
              </a:ext>
            </a:extLst>
          </p:cNvPr>
          <p:cNvSpPr>
            <a:spLocks xmlns:a="http://schemas.openxmlformats.org/drawingml/2006/main" noGrp="1"/>
          </p:cNvSpPr>
          <p:nvPr/>
        </p:nvSpPr>
        <p:spPr>
          <a:xfrm xmlns:a="http://schemas.openxmlformats.org/drawingml/2006/main">
            <a:off x="2095500" y="2876550"/>
            <a:ext cx="5715000"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22" name="AI가 대상을 추측">
            <a:extLst xmlns:a="http://schemas.openxmlformats.org/drawingml/2006/main">
              <a:ext uri="{FF2B5EF4-FFF2-40B4-BE49-F238E27FC236}">
                <a16:creationId xmlns:a16="http://schemas.microsoft.com/office/drawing/2014/main" id="{D9C90A0D-2979-40EE-9F56-35B767D9E30B}"/>
              </a:ext>
            </a:extLst>
          </p:cNvPr>
          <p:cNvSpPr>
            <a:spLocks xmlns:a="http://schemas.openxmlformats.org/drawingml/2006/main" noGrp="1"/>
          </p:cNvSpPr>
          <p:nvPr/>
        </p:nvSpPr>
        <p:spPr>
          <a:xfrm xmlns:a="http://schemas.openxmlformats.org/drawingml/2006/main">
            <a:off x="2362200" y="3209925"/>
            <a:ext cx="5200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AI가 대상을 추측</a:t>
            </a:r>
          </a:p>
        </p:txBody>
      </p:sp>
      <p:sp>
        <p:nvSpPr>
          <p:cNvPr id="23" name="→">
            <a:extLst xmlns:a="http://schemas.openxmlformats.org/drawingml/2006/main">
              <a:ext uri="{FF2B5EF4-FFF2-40B4-BE49-F238E27FC236}">
                <a16:creationId xmlns:a16="http://schemas.microsoft.com/office/drawing/2014/main" id="{AC350CC3-B93F-41EB-9039-8E15FA3A24AE}"/>
              </a:ext>
            </a:extLst>
          </p:cNvPr>
          <p:cNvSpPr>
            <a:spLocks xmlns:a="http://schemas.openxmlformats.org/drawingml/2006/main" noGrp="1"/>
          </p:cNvSpPr>
          <p:nvPr/>
        </p:nvSpPr>
        <p:spPr>
          <a:xfrm xmlns:a="http://schemas.openxmlformats.org/drawingml/2006/main">
            <a:off x="8039100" y="3114675"/>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825" b="1">
                <a:solidFill>
                  <a:srgbClr val="686868"/>
                </a:solidFill>
                <a:latin typeface="Pretendard"/>
                <a:ea typeface="Pretendard"/>
                <a:cs typeface="Pretendard"/>
              </a:defRPr>
            </a:defPPr>
            <a:lvl1pPr algn="ctr">
              <a:defRPr sz="3825" b="1">
                <a:solidFill>
                  <a:srgbClr val="686868"/>
                </a:solidFill>
                <a:latin typeface="Pretendard"/>
                <a:ea typeface="Pretendard"/>
                <a:cs typeface="Pretendard"/>
              </a:defRPr>
            </a:lvl1pPr>
            <a:lvl2pPr algn="ctr">
              <a:defRPr sz="3825" b="1">
                <a:solidFill>
                  <a:srgbClr val="686868"/>
                </a:solidFill>
                <a:latin typeface="Pretendard"/>
                <a:ea typeface="Pretendard"/>
                <a:cs typeface="Pretendard"/>
              </a:defRPr>
            </a:lvl2pPr>
            <a:lvl3pPr algn="ctr">
              <a:defRPr sz="3825" b="1">
                <a:solidFill>
                  <a:srgbClr val="686868"/>
                </a:solidFill>
                <a:latin typeface="Pretendard"/>
                <a:ea typeface="Pretendard"/>
                <a:cs typeface="Pretendard"/>
              </a:defRPr>
            </a:lvl3pPr>
            <a:lvl4pPr algn="ctr">
              <a:defRPr sz="3825" b="1">
                <a:solidFill>
                  <a:srgbClr val="686868"/>
                </a:solidFill>
                <a:latin typeface="Pretendard"/>
                <a:ea typeface="Pretendard"/>
                <a:cs typeface="Pretendard"/>
              </a:defRPr>
            </a:lvl4pPr>
            <a:lvl5pPr algn="ctr">
              <a:defRPr sz="3825" b="1">
                <a:solidFill>
                  <a:srgbClr val="686868"/>
                </a:solidFill>
                <a:latin typeface="Pretendard"/>
                <a:ea typeface="Pretendard"/>
                <a:cs typeface="Pretendard"/>
              </a:defRPr>
            </a:lvl5pPr>
            <a:lvl6pPr algn="ctr">
              <a:defRPr sz="3825" b="1">
                <a:solidFill>
                  <a:srgbClr val="686868"/>
                </a:solidFill>
                <a:latin typeface="Pretendard"/>
                <a:ea typeface="Pretendard"/>
                <a:cs typeface="Pretendard"/>
              </a:defRPr>
            </a:lvl6pPr>
            <a:lvl7pPr algn="ctr">
              <a:defRPr sz="3825" b="1">
                <a:solidFill>
                  <a:srgbClr val="686868"/>
                </a:solidFill>
                <a:latin typeface="Pretendard"/>
                <a:ea typeface="Pretendard"/>
                <a:cs typeface="Pretendard"/>
              </a:defRPr>
            </a:lvl7pPr>
            <a:lvl8pPr algn="ctr">
              <a:defRPr sz="3825" b="1">
                <a:solidFill>
                  <a:srgbClr val="686868"/>
                </a:solidFill>
                <a:latin typeface="Pretendard"/>
                <a:ea typeface="Pretendard"/>
                <a:cs typeface="Pretendard"/>
              </a:defRPr>
            </a:lvl8pPr>
            <a:lvl9pPr algn="ctr">
              <a:defRPr sz="3825" b="1">
                <a:solidFill>
                  <a:srgbClr val="686868"/>
                </a:solidFill>
                <a:latin typeface="Pretendard"/>
                <a:ea typeface="Pretendard"/>
                <a:cs typeface="Pretendard"/>
              </a:defRPr>
            </a:lvl9pPr>
          </a:lstStyle>
          <a:p xmlns:a="http://schemas.openxmlformats.org/drawingml/2006/main">
            <a:pPr algn="ctr">
              <a:defRPr sz="3825" b="1">
                <a:solidFill>
                  <a:srgbClr val="686868"/>
                </a:solidFill>
                <a:latin typeface="Pretendard"/>
                <a:ea typeface="Pretendard"/>
                <a:cs typeface="Pretendard"/>
              </a:defRPr>
            </a:pPr>
            <a:r>
              <a:rPr sz="3825" b="1">
                <a:solidFill>
                  <a:srgbClr val="686868"/>
                </a:solidFill>
                <a:latin typeface="Pretendard"/>
                <a:ea typeface="Pretendard"/>
                <a:cs typeface="Pretendard"/>
              </a:rPr>
              <a:t>→</a:t>
            </a:r>
          </a:p>
        </p:txBody>
      </p:sp>
      <p:sp>
        <p:nvSpPr>
          <p:cNvPr id="24" name="">
            <a:extLst xmlns:a="http://schemas.openxmlformats.org/drawingml/2006/main">
              <a:ext uri="{FF2B5EF4-FFF2-40B4-BE49-F238E27FC236}">
                <a16:creationId xmlns:a16="http://schemas.microsoft.com/office/drawing/2014/main" id="{6F68D312-A526-4968-A208-0CDED89CDD9B}"/>
              </a:ext>
            </a:extLst>
          </p:cNvPr>
          <p:cNvSpPr>
            <a:spLocks xmlns:a="http://schemas.openxmlformats.org/drawingml/2006/main" noGrp="1"/>
          </p:cNvSpPr>
          <p:nvPr/>
        </p:nvSpPr>
        <p:spPr>
          <a:xfrm xmlns:a="http://schemas.openxmlformats.org/drawingml/2006/main">
            <a:off x="9334500" y="2876550"/>
            <a:ext cx="8239125"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25" name="사용자가 선택한 서비스로 점검 범위 고정">
            <a:extLst xmlns:a="http://schemas.openxmlformats.org/drawingml/2006/main">
              <a:ext uri="{FF2B5EF4-FFF2-40B4-BE49-F238E27FC236}">
                <a16:creationId xmlns:a16="http://schemas.microsoft.com/office/drawing/2014/main" id="{BC7D5910-36DB-4597-8C92-D34F9F67DDC9}"/>
              </a:ext>
            </a:extLst>
          </p:cNvPr>
          <p:cNvSpPr>
            <a:spLocks xmlns:a="http://schemas.openxmlformats.org/drawingml/2006/main" noGrp="1"/>
          </p:cNvSpPr>
          <p:nvPr/>
        </p:nvSpPr>
        <p:spPr>
          <a:xfrm xmlns:a="http://schemas.openxmlformats.org/drawingml/2006/main">
            <a:off x="9601200" y="3209925"/>
            <a:ext cx="7705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사용자가 선택한 서비스로 점검 범위 고정</a:t>
            </a:r>
          </a:p>
        </p:txBody>
      </p:sp>
      <p:sp>
        <p:nvSpPr>
          <p:cNvPr id="26" name="">
            <a:extLst xmlns:a="http://schemas.openxmlformats.org/drawingml/2006/main">
              <a:ext uri="{FF2B5EF4-FFF2-40B4-BE49-F238E27FC236}">
                <a16:creationId xmlns:a16="http://schemas.microsoft.com/office/drawing/2014/main" id="{B530AF1D-7960-4B9D-A75D-63801AF412F2}"/>
              </a:ext>
            </a:extLst>
          </p:cNvPr>
          <p:cNvSpPr>
            <a:spLocks xmlns:a="http://schemas.openxmlformats.org/drawingml/2006/main" noGrp="1"/>
          </p:cNvSpPr>
          <p:nvPr/>
        </p:nvSpPr>
        <p:spPr>
          <a:xfrm xmlns:a="http://schemas.openxmlformats.org/drawingml/2006/main">
            <a:off x="2095500" y="4238625"/>
            <a:ext cx="5715000"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27" name="문의 원문을 직접 정리">
            <a:extLst xmlns:a="http://schemas.openxmlformats.org/drawingml/2006/main">
              <a:ext uri="{FF2B5EF4-FFF2-40B4-BE49-F238E27FC236}">
                <a16:creationId xmlns:a16="http://schemas.microsoft.com/office/drawing/2014/main" id="{319DFE39-59D6-4679-9DC5-B90594514439}"/>
              </a:ext>
            </a:extLst>
          </p:cNvPr>
          <p:cNvSpPr>
            <a:spLocks xmlns:a="http://schemas.openxmlformats.org/drawingml/2006/main" noGrp="1"/>
          </p:cNvSpPr>
          <p:nvPr/>
        </p:nvSpPr>
        <p:spPr>
          <a:xfrm xmlns:a="http://schemas.openxmlformats.org/drawingml/2006/main">
            <a:off x="2362200" y="4572000"/>
            <a:ext cx="5200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문의 원문을 직접 정리</a:t>
            </a:r>
          </a:p>
        </p:txBody>
      </p:sp>
      <p:sp>
        <p:nvSpPr>
          <p:cNvPr id="28" name="→">
            <a:extLst xmlns:a="http://schemas.openxmlformats.org/drawingml/2006/main">
              <a:ext uri="{FF2B5EF4-FFF2-40B4-BE49-F238E27FC236}">
                <a16:creationId xmlns:a16="http://schemas.microsoft.com/office/drawing/2014/main" id="{E16EDADE-EDEF-4D04-BBA8-72C1BF3889DD}"/>
              </a:ext>
            </a:extLst>
          </p:cNvPr>
          <p:cNvSpPr>
            <a:spLocks xmlns:a="http://schemas.openxmlformats.org/drawingml/2006/main" noGrp="1"/>
          </p:cNvSpPr>
          <p:nvPr/>
        </p:nvSpPr>
        <p:spPr>
          <a:xfrm xmlns:a="http://schemas.openxmlformats.org/drawingml/2006/main">
            <a:off x="8039100" y="447675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825" b="1">
                <a:solidFill>
                  <a:srgbClr val="686868"/>
                </a:solidFill>
                <a:latin typeface="Pretendard"/>
                <a:ea typeface="Pretendard"/>
                <a:cs typeface="Pretendard"/>
              </a:defRPr>
            </a:defPPr>
            <a:lvl1pPr algn="ctr">
              <a:defRPr sz="3825" b="1">
                <a:solidFill>
                  <a:srgbClr val="686868"/>
                </a:solidFill>
                <a:latin typeface="Pretendard"/>
                <a:ea typeface="Pretendard"/>
                <a:cs typeface="Pretendard"/>
              </a:defRPr>
            </a:lvl1pPr>
            <a:lvl2pPr algn="ctr">
              <a:defRPr sz="3825" b="1">
                <a:solidFill>
                  <a:srgbClr val="686868"/>
                </a:solidFill>
                <a:latin typeface="Pretendard"/>
                <a:ea typeface="Pretendard"/>
                <a:cs typeface="Pretendard"/>
              </a:defRPr>
            </a:lvl2pPr>
            <a:lvl3pPr algn="ctr">
              <a:defRPr sz="3825" b="1">
                <a:solidFill>
                  <a:srgbClr val="686868"/>
                </a:solidFill>
                <a:latin typeface="Pretendard"/>
                <a:ea typeface="Pretendard"/>
                <a:cs typeface="Pretendard"/>
              </a:defRPr>
            </a:lvl3pPr>
            <a:lvl4pPr algn="ctr">
              <a:defRPr sz="3825" b="1">
                <a:solidFill>
                  <a:srgbClr val="686868"/>
                </a:solidFill>
                <a:latin typeface="Pretendard"/>
                <a:ea typeface="Pretendard"/>
                <a:cs typeface="Pretendard"/>
              </a:defRPr>
            </a:lvl4pPr>
            <a:lvl5pPr algn="ctr">
              <a:defRPr sz="3825" b="1">
                <a:solidFill>
                  <a:srgbClr val="686868"/>
                </a:solidFill>
                <a:latin typeface="Pretendard"/>
                <a:ea typeface="Pretendard"/>
                <a:cs typeface="Pretendard"/>
              </a:defRPr>
            </a:lvl5pPr>
            <a:lvl6pPr algn="ctr">
              <a:defRPr sz="3825" b="1">
                <a:solidFill>
                  <a:srgbClr val="686868"/>
                </a:solidFill>
                <a:latin typeface="Pretendard"/>
                <a:ea typeface="Pretendard"/>
                <a:cs typeface="Pretendard"/>
              </a:defRPr>
            </a:lvl6pPr>
            <a:lvl7pPr algn="ctr">
              <a:defRPr sz="3825" b="1">
                <a:solidFill>
                  <a:srgbClr val="686868"/>
                </a:solidFill>
                <a:latin typeface="Pretendard"/>
                <a:ea typeface="Pretendard"/>
                <a:cs typeface="Pretendard"/>
              </a:defRPr>
            </a:lvl7pPr>
            <a:lvl8pPr algn="ctr">
              <a:defRPr sz="3825" b="1">
                <a:solidFill>
                  <a:srgbClr val="686868"/>
                </a:solidFill>
                <a:latin typeface="Pretendard"/>
                <a:ea typeface="Pretendard"/>
                <a:cs typeface="Pretendard"/>
              </a:defRPr>
            </a:lvl8pPr>
            <a:lvl9pPr algn="ctr">
              <a:defRPr sz="3825" b="1">
                <a:solidFill>
                  <a:srgbClr val="686868"/>
                </a:solidFill>
                <a:latin typeface="Pretendard"/>
                <a:ea typeface="Pretendard"/>
                <a:cs typeface="Pretendard"/>
              </a:defRPr>
            </a:lvl9pPr>
          </a:lstStyle>
          <a:p xmlns:a="http://schemas.openxmlformats.org/drawingml/2006/main">
            <a:pPr algn="ctr">
              <a:defRPr sz="3825" b="1">
                <a:solidFill>
                  <a:srgbClr val="686868"/>
                </a:solidFill>
                <a:latin typeface="Pretendard"/>
                <a:ea typeface="Pretendard"/>
                <a:cs typeface="Pretendard"/>
              </a:defRPr>
            </a:pPr>
            <a:r>
              <a:rPr sz="3825" b="1">
                <a:solidFill>
                  <a:srgbClr val="686868"/>
                </a:solidFill>
                <a:latin typeface="Pretendard"/>
                <a:ea typeface="Pretendard"/>
                <a:cs typeface="Pretendard"/>
              </a:rPr>
              <a:t>→</a:t>
            </a:r>
          </a:p>
        </p:txBody>
      </p:sp>
      <p:sp>
        <p:nvSpPr>
          <p:cNvPr id="29" name="">
            <a:extLst xmlns:a="http://schemas.openxmlformats.org/drawingml/2006/main">
              <a:ext uri="{FF2B5EF4-FFF2-40B4-BE49-F238E27FC236}">
                <a16:creationId xmlns:a16="http://schemas.microsoft.com/office/drawing/2014/main" id="{89AFA515-EDB4-4FE7-B508-453AE24886D4}"/>
              </a:ext>
            </a:extLst>
          </p:cNvPr>
          <p:cNvSpPr>
            <a:spLocks xmlns:a="http://schemas.openxmlformats.org/drawingml/2006/main" noGrp="1"/>
          </p:cNvSpPr>
          <p:nvPr/>
        </p:nvSpPr>
        <p:spPr>
          <a:xfrm xmlns:a="http://schemas.openxmlformats.org/drawingml/2006/main">
            <a:off x="9334500" y="4238625"/>
            <a:ext cx="8239125"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30" name="증상·시각·오류·환경 자동 정리">
            <a:extLst xmlns:a="http://schemas.openxmlformats.org/drawingml/2006/main">
              <a:ext uri="{FF2B5EF4-FFF2-40B4-BE49-F238E27FC236}">
                <a16:creationId xmlns:a16="http://schemas.microsoft.com/office/drawing/2014/main" id="{50A56629-BCC8-4701-9AEF-BA4C2D795813}"/>
              </a:ext>
            </a:extLst>
          </p:cNvPr>
          <p:cNvSpPr>
            <a:spLocks xmlns:a="http://schemas.openxmlformats.org/drawingml/2006/main" noGrp="1"/>
          </p:cNvSpPr>
          <p:nvPr/>
        </p:nvSpPr>
        <p:spPr>
          <a:xfrm xmlns:a="http://schemas.openxmlformats.org/drawingml/2006/main">
            <a:off x="9601200" y="4572000"/>
            <a:ext cx="7705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증상·시각·오류·환경 자동 정리</a:t>
            </a:r>
          </a:p>
        </p:txBody>
      </p:sp>
      <p:sp>
        <p:nvSpPr>
          <p:cNvPr id="31" name="">
            <a:extLst xmlns:a="http://schemas.openxmlformats.org/drawingml/2006/main">
              <a:ext uri="{FF2B5EF4-FFF2-40B4-BE49-F238E27FC236}">
                <a16:creationId xmlns:a16="http://schemas.microsoft.com/office/drawing/2014/main" id="{B9126FD3-DC18-4011-A2CE-0E2A390BF3FA}"/>
              </a:ext>
            </a:extLst>
          </p:cNvPr>
          <p:cNvSpPr>
            <a:spLocks xmlns:a="http://schemas.openxmlformats.org/drawingml/2006/main" noGrp="1"/>
          </p:cNvSpPr>
          <p:nvPr/>
        </p:nvSpPr>
        <p:spPr>
          <a:xfrm xmlns:a="http://schemas.openxmlformats.org/drawingml/2006/main">
            <a:off x="2095500" y="5600700"/>
            <a:ext cx="5715000"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32" name="근거가 불명확한 안내">
            <a:extLst xmlns:a="http://schemas.openxmlformats.org/drawingml/2006/main">
              <a:ext uri="{FF2B5EF4-FFF2-40B4-BE49-F238E27FC236}">
                <a16:creationId xmlns:a16="http://schemas.microsoft.com/office/drawing/2014/main" id="{9B1CFE95-B81A-4606-A0FA-A64560D8BFB5}"/>
              </a:ext>
            </a:extLst>
          </p:cNvPr>
          <p:cNvSpPr>
            <a:spLocks xmlns:a="http://schemas.openxmlformats.org/drawingml/2006/main" noGrp="1"/>
          </p:cNvSpPr>
          <p:nvPr/>
        </p:nvSpPr>
        <p:spPr>
          <a:xfrm xmlns:a="http://schemas.openxmlformats.org/drawingml/2006/main">
            <a:off x="2362200" y="5934075"/>
            <a:ext cx="5200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근거가 불명확한 안내</a:t>
            </a:r>
          </a:p>
        </p:txBody>
      </p:sp>
      <p:sp>
        <p:nvSpPr>
          <p:cNvPr id="33" name="→">
            <a:extLst xmlns:a="http://schemas.openxmlformats.org/drawingml/2006/main">
              <a:ext uri="{FF2B5EF4-FFF2-40B4-BE49-F238E27FC236}">
                <a16:creationId xmlns:a16="http://schemas.microsoft.com/office/drawing/2014/main" id="{593FC6BF-5908-472F-8FD7-65BC6D14B0B4}"/>
              </a:ext>
            </a:extLst>
          </p:cNvPr>
          <p:cNvSpPr>
            <a:spLocks xmlns:a="http://schemas.openxmlformats.org/drawingml/2006/main" noGrp="1"/>
          </p:cNvSpPr>
          <p:nvPr/>
        </p:nvSpPr>
        <p:spPr>
          <a:xfrm xmlns:a="http://schemas.openxmlformats.org/drawingml/2006/main">
            <a:off x="8039100" y="5838825"/>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825" b="1">
                <a:solidFill>
                  <a:srgbClr val="686868"/>
                </a:solidFill>
                <a:latin typeface="Pretendard"/>
                <a:ea typeface="Pretendard"/>
                <a:cs typeface="Pretendard"/>
              </a:defRPr>
            </a:defPPr>
            <a:lvl1pPr algn="ctr">
              <a:defRPr sz="3825" b="1">
                <a:solidFill>
                  <a:srgbClr val="686868"/>
                </a:solidFill>
                <a:latin typeface="Pretendard"/>
                <a:ea typeface="Pretendard"/>
                <a:cs typeface="Pretendard"/>
              </a:defRPr>
            </a:lvl1pPr>
            <a:lvl2pPr algn="ctr">
              <a:defRPr sz="3825" b="1">
                <a:solidFill>
                  <a:srgbClr val="686868"/>
                </a:solidFill>
                <a:latin typeface="Pretendard"/>
                <a:ea typeface="Pretendard"/>
                <a:cs typeface="Pretendard"/>
              </a:defRPr>
            </a:lvl2pPr>
            <a:lvl3pPr algn="ctr">
              <a:defRPr sz="3825" b="1">
                <a:solidFill>
                  <a:srgbClr val="686868"/>
                </a:solidFill>
                <a:latin typeface="Pretendard"/>
                <a:ea typeface="Pretendard"/>
                <a:cs typeface="Pretendard"/>
              </a:defRPr>
            </a:lvl3pPr>
            <a:lvl4pPr algn="ctr">
              <a:defRPr sz="3825" b="1">
                <a:solidFill>
                  <a:srgbClr val="686868"/>
                </a:solidFill>
                <a:latin typeface="Pretendard"/>
                <a:ea typeface="Pretendard"/>
                <a:cs typeface="Pretendard"/>
              </a:defRPr>
            </a:lvl4pPr>
            <a:lvl5pPr algn="ctr">
              <a:defRPr sz="3825" b="1">
                <a:solidFill>
                  <a:srgbClr val="686868"/>
                </a:solidFill>
                <a:latin typeface="Pretendard"/>
                <a:ea typeface="Pretendard"/>
                <a:cs typeface="Pretendard"/>
              </a:defRPr>
            </a:lvl5pPr>
            <a:lvl6pPr algn="ctr">
              <a:defRPr sz="3825" b="1">
                <a:solidFill>
                  <a:srgbClr val="686868"/>
                </a:solidFill>
                <a:latin typeface="Pretendard"/>
                <a:ea typeface="Pretendard"/>
                <a:cs typeface="Pretendard"/>
              </a:defRPr>
            </a:lvl6pPr>
            <a:lvl7pPr algn="ctr">
              <a:defRPr sz="3825" b="1">
                <a:solidFill>
                  <a:srgbClr val="686868"/>
                </a:solidFill>
                <a:latin typeface="Pretendard"/>
                <a:ea typeface="Pretendard"/>
                <a:cs typeface="Pretendard"/>
              </a:defRPr>
            </a:lvl7pPr>
            <a:lvl8pPr algn="ctr">
              <a:defRPr sz="3825" b="1">
                <a:solidFill>
                  <a:srgbClr val="686868"/>
                </a:solidFill>
                <a:latin typeface="Pretendard"/>
                <a:ea typeface="Pretendard"/>
                <a:cs typeface="Pretendard"/>
              </a:defRPr>
            </a:lvl8pPr>
            <a:lvl9pPr algn="ctr">
              <a:defRPr sz="3825" b="1">
                <a:solidFill>
                  <a:srgbClr val="686868"/>
                </a:solidFill>
                <a:latin typeface="Pretendard"/>
                <a:ea typeface="Pretendard"/>
                <a:cs typeface="Pretendard"/>
              </a:defRPr>
            </a:lvl9pPr>
          </a:lstStyle>
          <a:p xmlns:a="http://schemas.openxmlformats.org/drawingml/2006/main">
            <a:pPr algn="ctr">
              <a:defRPr sz="3825" b="1">
                <a:solidFill>
                  <a:srgbClr val="686868"/>
                </a:solidFill>
                <a:latin typeface="Pretendard"/>
                <a:ea typeface="Pretendard"/>
                <a:cs typeface="Pretendard"/>
              </a:defRPr>
            </a:pPr>
            <a:r>
              <a:rPr sz="3825" b="1">
                <a:solidFill>
                  <a:srgbClr val="686868"/>
                </a:solidFill>
                <a:latin typeface="Pretendard"/>
                <a:ea typeface="Pretendard"/>
                <a:cs typeface="Pretendard"/>
              </a:rPr>
              <a:t>→</a:t>
            </a:r>
          </a:p>
        </p:txBody>
      </p:sp>
      <p:sp>
        <p:nvSpPr>
          <p:cNvPr id="34" name="">
            <a:extLst xmlns:a="http://schemas.openxmlformats.org/drawingml/2006/main">
              <a:ext uri="{FF2B5EF4-FFF2-40B4-BE49-F238E27FC236}">
                <a16:creationId xmlns:a16="http://schemas.microsoft.com/office/drawing/2014/main" id="{95D3FEB7-6442-456C-8C8F-A9EC1D0BB82D}"/>
              </a:ext>
            </a:extLst>
          </p:cNvPr>
          <p:cNvSpPr>
            <a:spLocks xmlns:a="http://schemas.openxmlformats.org/drawingml/2006/main" noGrp="1"/>
          </p:cNvSpPr>
          <p:nvPr/>
        </p:nvSpPr>
        <p:spPr>
          <a:xfrm xmlns:a="http://schemas.openxmlformats.org/drawingml/2006/main">
            <a:off x="9334500" y="5600700"/>
            <a:ext cx="8239125"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35" name="문서와 점검 결과에 근거한 답변">
            <a:extLst xmlns:a="http://schemas.openxmlformats.org/drawingml/2006/main">
              <a:ext uri="{FF2B5EF4-FFF2-40B4-BE49-F238E27FC236}">
                <a16:creationId xmlns:a16="http://schemas.microsoft.com/office/drawing/2014/main" id="{A5085335-4BD2-4610-8689-51DDBE883A7D}"/>
              </a:ext>
            </a:extLst>
          </p:cNvPr>
          <p:cNvSpPr>
            <a:spLocks xmlns:a="http://schemas.openxmlformats.org/drawingml/2006/main" noGrp="1"/>
          </p:cNvSpPr>
          <p:nvPr/>
        </p:nvSpPr>
        <p:spPr>
          <a:xfrm xmlns:a="http://schemas.openxmlformats.org/drawingml/2006/main">
            <a:off x="9601200" y="5934075"/>
            <a:ext cx="7705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문서와 점검 결과에 근거한 답변</a:t>
            </a:r>
          </a:p>
        </p:txBody>
      </p:sp>
      <p:sp>
        <p:nvSpPr>
          <p:cNvPr id="36" name="">
            <a:extLst xmlns:a="http://schemas.openxmlformats.org/drawingml/2006/main">
              <a:ext uri="{FF2B5EF4-FFF2-40B4-BE49-F238E27FC236}">
                <a16:creationId xmlns:a16="http://schemas.microsoft.com/office/drawing/2014/main" id="{9707FC76-AE5A-4C86-9972-96B2213A5F26}"/>
              </a:ext>
            </a:extLst>
          </p:cNvPr>
          <p:cNvSpPr>
            <a:spLocks xmlns:a="http://schemas.openxmlformats.org/drawingml/2006/main" noGrp="1"/>
          </p:cNvSpPr>
          <p:nvPr/>
        </p:nvSpPr>
        <p:spPr>
          <a:xfrm xmlns:a="http://schemas.openxmlformats.org/drawingml/2006/main">
            <a:off x="2095500" y="6962775"/>
            <a:ext cx="5715000"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37" name="문의 이력이 이어지지 않음">
            <a:extLst xmlns:a="http://schemas.openxmlformats.org/drawingml/2006/main">
              <a:ext uri="{FF2B5EF4-FFF2-40B4-BE49-F238E27FC236}">
                <a16:creationId xmlns:a16="http://schemas.microsoft.com/office/drawing/2014/main" id="{24A022E1-456F-4230-8B6F-AB49C9F699CB}"/>
              </a:ext>
            </a:extLst>
          </p:cNvPr>
          <p:cNvSpPr>
            <a:spLocks xmlns:a="http://schemas.openxmlformats.org/drawingml/2006/main" noGrp="1"/>
          </p:cNvSpPr>
          <p:nvPr/>
        </p:nvSpPr>
        <p:spPr>
          <a:xfrm xmlns:a="http://schemas.openxmlformats.org/drawingml/2006/main">
            <a:off x="2362200" y="7296150"/>
            <a:ext cx="5200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문의 이력이 이어지지 않음</a:t>
            </a:r>
          </a:p>
        </p:txBody>
      </p:sp>
      <p:sp>
        <p:nvSpPr>
          <p:cNvPr id="38" name="→">
            <a:extLst xmlns:a="http://schemas.openxmlformats.org/drawingml/2006/main">
              <a:ext uri="{FF2B5EF4-FFF2-40B4-BE49-F238E27FC236}">
                <a16:creationId xmlns:a16="http://schemas.microsoft.com/office/drawing/2014/main" id="{A7ED1B9E-B43F-4B56-8AF9-EAC5F5935A95}"/>
              </a:ext>
            </a:extLst>
          </p:cNvPr>
          <p:cNvSpPr>
            <a:spLocks xmlns:a="http://schemas.openxmlformats.org/drawingml/2006/main" noGrp="1"/>
          </p:cNvSpPr>
          <p:nvPr/>
        </p:nvSpPr>
        <p:spPr>
          <a:xfrm xmlns:a="http://schemas.openxmlformats.org/drawingml/2006/main">
            <a:off x="8039100" y="72009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825" b="1">
                <a:solidFill>
                  <a:srgbClr val="686868"/>
                </a:solidFill>
                <a:latin typeface="Pretendard"/>
                <a:ea typeface="Pretendard"/>
                <a:cs typeface="Pretendard"/>
              </a:defRPr>
            </a:defPPr>
            <a:lvl1pPr algn="ctr">
              <a:defRPr sz="3825" b="1">
                <a:solidFill>
                  <a:srgbClr val="686868"/>
                </a:solidFill>
                <a:latin typeface="Pretendard"/>
                <a:ea typeface="Pretendard"/>
                <a:cs typeface="Pretendard"/>
              </a:defRPr>
            </a:lvl1pPr>
            <a:lvl2pPr algn="ctr">
              <a:defRPr sz="3825" b="1">
                <a:solidFill>
                  <a:srgbClr val="686868"/>
                </a:solidFill>
                <a:latin typeface="Pretendard"/>
                <a:ea typeface="Pretendard"/>
                <a:cs typeface="Pretendard"/>
              </a:defRPr>
            </a:lvl2pPr>
            <a:lvl3pPr algn="ctr">
              <a:defRPr sz="3825" b="1">
                <a:solidFill>
                  <a:srgbClr val="686868"/>
                </a:solidFill>
                <a:latin typeface="Pretendard"/>
                <a:ea typeface="Pretendard"/>
                <a:cs typeface="Pretendard"/>
              </a:defRPr>
            </a:lvl3pPr>
            <a:lvl4pPr algn="ctr">
              <a:defRPr sz="3825" b="1">
                <a:solidFill>
                  <a:srgbClr val="686868"/>
                </a:solidFill>
                <a:latin typeface="Pretendard"/>
                <a:ea typeface="Pretendard"/>
                <a:cs typeface="Pretendard"/>
              </a:defRPr>
            </a:lvl4pPr>
            <a:lvl5pPr algn="ctr">
              <a:defRPr sz="3825" b="1">
                <a:solidFill>
                  <a:srgbClr val="686868"/>
                </a:solidFill>
                <a:latin typeface="Pretendard"/>
                <a:ea typeface="Pretendard"/>
                <a:cs typeface="Pretendard"/>
              </a:defRPr>
            </a:lvl5pPr>
            <a:lvl6pPr algn="ctr">
              <a:defRPr sz="3825" b="1">
                <a:solidFill>
                  <a:srgbClr val="686868"/>
                </a:solidFill>
                <a:latin typeface="Pretendard"/>
                <a:ea typeface="Pretendard"/>
                <a:cs typeface="Pretendard"/>
              </a:defRPr>
            </a:lvl6pPr>
            <a:lvl7pPr algn="ctr">
              <a:defRPr sz="3825" b="1">
                <a:solidFill>
                  <a:srgbClr val="686868"/>
                </a:solidFill>
                <a:latin typeface="Pretendard"/>
                <a:ea typeface="Pretendard"/>
                <a:cs typeface="Pretendard"/>
              </a:defRPr>
            </a:lvl7pPr>
            <a:lvl8pPr algn="ctr">
              <a:defRPr sz="3825" b="1">
                <a:solidFill>
                  <a:srgbClr val="686868"/>
                </a:solidFill>
                <a:latin typeface="Pretendard"/>
                <a:ea typeface="Pretendard"/>
                <a:cs typeface="Pretendard"/>
              </a:defRPr>
            </a:lvl8pPr>
            <a:lvl9pPr algn="ctr">
              <a:defRPr sz="3825" b="1">
                <a:solidFill>
                  <a:srgbClr val="686868"/>
                </a:solidFill>
                <a:latin typeface="Pretendard"/>
                <a:ea typeface="Pretendard"/>
                <a:cs typeface="Pretendard"/>
              </a:defRPr>
            </a:lvl9pPr>
          </a:lstStyle>
          <a:p xmlns:a="http://schemas.openxmlformats.org/drawingml/2006/main">
            <a:pPr algn="ctr">
              <a:defRPr sz="3825" b="1">
                <a:solidFill>
                  <a:srgbClr val="686868"/>
                </a:solidFill>
                <a:latin typeface="Pretendard"/>
                <a:ea typeface="Pretendard"/>
                <a:cs typeface="Pretendard"/>
              </a:defRPr>
            </a:pPr>
            <a:r>
              <a:rPr sz="3825" b="1">
                <a:solidFill>
                  <a:srgbClr val="686868"/>
                </a:solidFill>
                <a:latin typeface="Pretendard"/>
                <a:ea typeface="Pretendard"/>
                <a:cs typeface="Pretendard"/>
              </a:rPr>
              <a:t>→</a:t>
            </a:r>
          </a:p>
        </p:txBody>
      </p:sp>
      <p:sp>
        <p:nvSpPr>
          <p:cNvPr id="39" name="">
            <a:extLst xmlns:a="http://schemas.openxmlformats.org/drawingml/2006/main">
              <a:ext uri="{FF2B5EF4-FFF2-40B4-BE49-F238E27FC236}">
                <a16:creationId xmlns:a16="http://schemas.microsoft.com/office/drawing/2014/main" id="{4BA43C67-01A7-4FC4-8B9C-D23C24A18B2C}"/>
              </a:ext>
            </a:extLst>
          </p:cNvPr>
          <p:cNvSpPr>
            <a:spLocks xmlns:a="http://schemas.openxmlformats.org/drawingml/2006/main" noGrp="1"/>
          </p:cNvSpPr>
          <p:nvPr/>
        </p:nvSpPr>
        <p:spPr>
          <a:xfrm xmlns:a="http://schemas.openxmlformats.org/drawingml/2006/main">
            <a:off x="9334500" y="6962775"/>
            <a:ext cx="8239125" cy="1123950"/>
          </a:xfrm>
          <a:prstGeom xmlns:a="http://schemas.openxmlformats.org/drawingml/2006/main" prst="roundRect">
            <a:avLst>
              <a:gd name="adj" fmla="val 16949"/>
            </a:avLst>
          </a:prstGeom>
          <a:solidFill xmlns:a="http://schemas.openxmlformats.org/drawingml/2006/main">
            <a:srgbClr val="FFFFFF"/>
          </a:solidFill>
          <a:ln xmlns:a="http://schemas.openxmlformats.org/drawingml/2006/main" w="10478">
            <a:solidFill>
              <a:srgbClr val="BCBEC4"/>
            </a:solidFill>
          </a:ln>
        </p:spPr>
      </p:sp>
      <p:sp>
        <p:nvSpPr>
          <p:cNvPr id="40" name="대화 보존·복원과 관리자 확인">
            <a:extLst xmlns:a="http://schemas.openxmlformats.org/drawingml/2006/main">
              <a:ext uri="{FF2B5EF4-FFF2-40B4-BE49-F238E27FC236}">
                <a16:creationId xmlns:a16="http://schemas.microsoft.com/office/drawing/2014/main" id="{F3EAE15B-AAEC-46C9-8E52-0450FF11A31F}"/>
              </a:ext>
            </a:extLst>
          </p:cNvPr>
          <p:cNvSpPr>
            <a:spLocks xmlns:a="http://schemas.openxmlformats.org/drawingml/2006/main" noGrp="1"/>
          </p:cNvSpPr>
          <p:nvPr/>
        </p:nvSpPr>
        <p:spPr>
          <a:xfrm xmlns:a="http://schemas.openxmlformats.org/drawingml/2006/main">
            <a:off x="9601200" y="7296150"/>
            <a:ext cx="77057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대화 보존·복원과 관리자 확인</a:t>
            </a:r>
          </a:p>
        </p:txBody>
      </p:sp>
      <p:sp>
        <p:nvSpPr>
          <p:cNvPr id="41" name="시스템 점검 챗봇을 자연어 문의 접수·이력 관리가 가능한 AI 헬프데스크로 확장">
            <a:extLst xmlns:a="http://schemas.openxmlformats.org/drawingml/2006/main">
              <a:ext uri="{FF2B5EF4-FFF2-40B4-BE49-F238E27FC236}">
                <a16:creationId xmlns:a16="http://schemas.microsoft.com/office/drawing/2014/main" id="{D40614BC-205A-4693-9541-A2F47100E283}"/>
              </a:ext>
            </a:extLst>
          </p:cNvPr>
          <p:cNvSpPr>
            <a:spLocks xmlns:a="http://schemas.openxmlformats.org/drawingml/2006/main" noGrp="1"/>
          </p:cNvSpPr>
          <p:nvPr/>
        </p:nvSpPr>
        <p:spPr>
          <a:xfrm xmlns:a="http://schemas.openxmlformats.org/drawingml/2006/main">
            <a:off x="2286000" y="8715375"/>
            <a:ext cx="1504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775" b="1">
                <a:solidFill>
                  <a:srgbClr val="075BEA"/>
                </a:solidFill>
                <a:latin typeface="Pretendard"/>
                <a:ea typeface="Pretendard"/>
                <a:cs typeface="Pretendard"/>
              </a:defRPr>
            </a:defPPr>
            <a:lvl1pPr algn="ctr">
              <a:defRPr sz="2775" b="1">
                <a:solidFill>
                  <a:srgbClr val="075BEA"/>
                </a:solidFill>
                <a:latin typeface="Pretendard"/>
                <a:ea typeface="Pretendard"/>
                <a:cs typeface="Pretendard"/>
              </a:defRPr>
            </a:lvl1pPr>
            <a:lvl2pPr algn="ctr">
              <a:defRPr sz="2775" b="1">
                <a:solidFill>
                  <a:srgbClr val="075BEA"/>
                </a:solidFill>
                <a:latin typeface="Pretendard"/>
                <a:ea typeface="Pretendard"/>
                <a:cs typeface="Pretendard"/>
              </a:defRPr>
            </a:lvl2pPr>
            <a:lvl3pPr algn="ctr">
              <a:defRPr sz="2775" b="1">
                <a:solidFill>
                  <a:srgbClr val="075BEA"/>
                </a:solidFill>
                <a:latin typeface="Pretendard"/>
                <a:ea typeface="Pretendard"/>
                <a:cs typeface="Pretendard"/>
              </a:defRPr>
            </a:lvl3pPr>
            <a:lvl4pPr algn="ctr">
              <a:defRPr sz="2775" b="1">
                <a:solidFill>
                  <a:srgbClr val="075BEA"/>
                </a:solidFill>
                <a:latin typeface="Pretendard"/>
                <a:ea typeface="Pretendard"/>
                <a:cs typeface="Pretendard"/>
              </a:defRPr>
            </a:lvl4pPr>
            <a:lvl5pPr algn="ctr">
              <a:defRPr sz="2775" b="1">
                <a:solidFill>
                  <a:srgbClr val="075BEA"/>
                </a:solidFill>
                <a:latin typeface="Pretendard"/>
                <a:ea typeface="Pretendard"/>
                <a:cs typeface="Pretendard"/>
              </a:defRPr>
            </a:lvl5pPr>
            <a:lvl6pPr algn="ctr">
              <a:defRPr sz="2775" b="1">
                <a:solidFill>
                  <a:srgbClr val="075BEA"/>
                </a:solidFill>
                <a:latin typeface="Pretendard"/>
                <a:ea typeface="Pretendard"/>
                <a:cs typeface="Pretendard"/>
              </a:defRPr>
            </a:lvl6pPr>
            <a:lvl7pPr algn="ctr">
              <a:defRPr sz="2775" b="1">
                <a:solidFill>
                  <a:srgbClr val="075BEA"/>
                </a:solidFill>
                <a:latin typeface="Pretendard"/>
                <a:ea typeface="Pretendard"/>
                <a:cs typeface="Pretendard"/>
              </a:defRPr>
            </a:lvl7pPr>
            <a:lvl8pPr algn="ctr">
              <a:defRPr sz="2775" b="1">
                <a:solidFill>
                  <a:srgbClr val="075BEA"/>
                </a:solidFill>
                <a:latin typeface="Pretendard"/>
                <a:ea typeface="Pretendard"/>
                <a:cs typeface="Pretendard"/>
              </a:defRPr>
            </a:lvl8pPr>
            <a:lvl9pPr algn="ctr">
              <a:defRPr sz="2775" b="1">
                <a:solidFill>
                  <a:srgbClr val="075BEA"/>
                </a:solidFill>
                <a:latin typeface="Pretendard"/>
                <a:ea typeface="Pretendard"/>
                <a:cs typeface="Pretendard"/>
              </a:defRPr>
            </a:lvl9pPr>
          </a:lstStyle>
          <a:p xmlns:a="http://schemas.openxmlformats.org/drawingml/2006/main">
            <a:pPr algn="ctr">
              <a:defRPr sz="2775" b="1">
                <a:solidFill>
                  <a:srgbClr val="075BEA"/>
                </a:solidFill>
                <a:latin typeface="Pretendard"/>
                <a:ea typeface="Pretendard"/>
                <a:cs typeface="Pretendard"/>
              </a:defRPr>
            </a:pPr>
            <a:r>
              <a:rPr sz="2775" b="1">
                <a:solidFill>
                  <a:srgbClr val="075BEA"/>
                </a:solidFill>
                <a:latin typeface="Pretendard"/>
                <a:ea typeface="Pretendard"/>
                <a:cs typeface="Pretendard"/>
              </a:rPr>
              <a:t>시스템 점검 챗봇을 자연어 문의 접수·이력 관리가 가능한 AI 헬프데스크로 확장</a:t>
            </a:r>
          </a:p>
        </p:txBody>
      </p:sp>
    </p:spTree>
    <p:extLst>
      <p:ext uri="{BB962C8B-B14F-4D97-AF65-F5344CB8AC3E}">
        <p14:creationId xmlns:p14="http://schemas.microsoft.com/office/powerpoint/2010/main" val="1639852189"/>
      </p:ext>
    </p:extLst>
  </p:cSld>
</p:sld>
</file>

<file path=ppt/slides/slide8.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cxnSp>
        <p:nvCxnSpPr>
          <p:cNvPr id="49" name="">
            <a:extLst xmlns:a="http://schemas.openxmlformats.org/drawingml/2006/main">
              <a:ext uri="{FF2B5EF4-FFF2-40B4-BE49-F238E27FC236}">
                <a16:creationId xmlns:a16="http://schemas.microsoft.com/office/drawing/2014/main" id="{81231081-8EE8-4D91-9623-600250F8B707}"/>
              </a:ext>
            </a:extLst>
          </p:cNvPr>
          <p:cNvCxnSpPr>
            <a:stCxn xmlns:a="http://schemas.openxmlformats.org/drawingml/2006/main" id="37" idx="1"/>
            <a:endCxn xmlns:a="http://schemas.openxmlformats.org/drawingml/2006/main" id="41" idx="3"/>
          </p:cNvCxnSpPr>
          <p:nvPr/>
        </p:nvCxnSpPr>
        <p:spPr>
          <a:xfrm xmlns:a="http://schemas.openxmlformats.org/drawingml/2006/main" flipH="1">
            <a:off x="6810375" y="5953125"/>
            <a:ext cx="666750" cy="0"/>
          </a:xfrm>
          <a:prstGeom xmlns:a="http://schemas.openxmlformats.org/drawingml/2006/main" prst="straightConnector1">
            <a:avLst/>
          </a:prstGeom>
          <a:ln xmlns:a="http://schemas.openxmlformats.org/drawingml/2006/main" w="28575">
            <a:solidFill>
              <a:srgbClr val="075BEA"/>
            </a:solidFill>
            <a:tailEnd type="triangle" w="med" len="med"/>
          </a:ln>
        </p:spPr>
      </p:cxnSp>
      <p:cxnSp>
        <p:nvCxnSpPr>
          <p:cNvPr id="48" name="">
            <a:extLst xmlns:a="http://schemas.openxmlformats.org/drawingml/2006/main">
              <a:ext uri="{FF2B5EF4-FFF2-40B4-BE49-F238E27FC236}">
                <a16:creationId xmlns:a16="http://schemas.microsoft.com/office/drawing/2014/main" id="{5015F595-0B1B-4A18-9E9F-0B16CE93DE65}"/>
              </a:ext>
            </a:extLst>
          </p:cNvPr>
          <p:cNvCxnSpPr>
            <a:stCxn xmlns:a="http://schemas.openxmlformats.org/drawingml/2006/main" id="33" idx="1"/>
            <a:endCxn xmlns:a="http://schemas.openxmlformats.org/drawingml/2006/main" id="37" idx="3"/>
          </p:cNvCxnSpPr>
          <p:nvPr/>
        </p:nvCxnSpPr>
        <p:spPr>
          <a:xfrm xmlns:a="http://schemas.openxmlformats.org/drawingml/2006/main" flipH="1">
            <a:off x="12192000" y="5953125"/>
            <a:ext cx="666750" cy="0"/>
          </a:xfrm>
          <a:prstGeom xmlns:a="http://schemas.openxmlformats.org/drawingml/2006/main" prst="straightConnector1">
            <a:avLst/>
          </a:prstGeom>
          <a:ln xmlns:a="http://schemas.openxmlformats.org/drawingml/2006/main" w="28575">
            <a:solidFill>
              <a:srgbClr val="075BEA"/>
            </a:solidFill>
            <a:tailEnd type="triangle" w="med" len="med"/>
          </a:ln>
        </p:spPr>
      </p:cxnSp>
      <p:cxnSp>
        <p:nvCxnSpPr>
          <p:cNvPr id="47" name="">
            <a:extLst xmlns:a="http://schemas.openxmlformats.org/drawingml/2006/main">
              <a:ext uri="{FF2B5EF4-FFF2-40B4-BE49-F238E27FC236}">
                <a16:creationId xmlns:a16="http://schemas.microsoft.com/office/drawing/2014/main" id="{F2ECA1F2-414A-4C23-83DC-816B72D313D3}"/>
              </a:ext>
            </a:extLst>
          </p:cNvPr>
          <p:cNvCxnSpPr>
            <a:stCxn xmlns:a="http://schemas.openxmlformats.org/drawingml/2006/main" id="29" idx="2"/>
            <a:endCxn xmlns:a="http://schemas.openxmlformats.org/drawingml/2006/main" id="33" idx="0"/>
          </p:cNvCxnSpPr>
          <p:nvPr/>
        </p:nvCxnSpPr>
        <p:spPr>
          <a:xfrm xmlns:a="http://schemas.openxmlformats.org/drawingml/2006/main">
            <a:off x="15216188" y="4524375"/>
            <a:ext cx="0" cy="666750"/>
          </a:xfrm>
          <a:prstGeom xmlns:a="http://schemas.openxmlformats.org/drawingml/2006/main" prst="straightConnector1">
            <a:avLst/>
          </a:prstGeom>
          <a:ln xmlns:a="http://schemas.openxmlformats.org/drawingml/2006/main" w="28575">
            <a:solidFill>
              <a:srgbClr val="075BEA"/>
            </a:solidFill>
            <a:tailEnd type="triangle" w="med" len="med"/>
          </a:ln>
        </p:spPr>
      </p:cxnSp>
      <p:cxnSp>
        <p:nvCxnSpPr>
          <p:cNvPr id="46" name="">
            <a:extLst xmlns:a="http://schemas.openxmlformats.org/drawingml/2006/main">
              <a:ext uri="{FF2B5EF4-FFF2-40B4-BE49-F238E27FC236}">
                <a16:creationId xmlns:a16="http://schemas.microsoft.com/office/drawing/2014/main" id="{E0026233-A4B0-403A-9798-3557D98851C9}"/>
              </a:ext>
            </a:extLst>
          </p:cNvPr>
          <p:cNvCxnSpPr>
            <a:stCxn xmlns:a="http://schemas.openxmlformats.org/drawingml/2006/main" id="25" idx="3"/>
            <a:endCxn xmlns:a="http://schemas.openxmlformats.org/drawingml/2006/main" id="29" idx="1"/>
          </p:cNvCxnSpPr>
          <p:nvPr/>
        </p:nvCxnSpPr>
        <p:spPr>
          <a:xfrm xmlns:a="http://schemas.openxmlformats.org/drawingml/2006/main">
            <a:off x="12192000" y="3762375"/>
            <a:ext cx="666750" cy="0"/>
          </a:xfrm>
          <a:prstGeom xmlns:a="http://schemas.openxmlformats.org/drawingml/2006/main" prst="straightConnector1">
            <a:avLst/>
          </a:prstGeom>
          <a:ln xmlns:a="http://schemas.openxmlformats.org/drawingml/2006/main" w="28575">
            <a:solidFill>
              <a:srgbClr val="075BEA"/>
            </a:solidFill>
            <a:tailEnd type="triangle" w="med" len="med"/>
          </a:ln>
        </p:spPr>
      </p:cxnSp>
      <p:cxnSp>
        <p:nvCxnSpPr>
          <p:cNvPr id="45" name="">
            <a:extLst xmlns:a="http://schemas.openxmlformats.org/drawingml/2006/main">
              <a:ext uri="{FF2B5EF4-FFF2-40B4-BE49-F238E27FC236}">
                <a16:creationId xmlns:a16="http://schemas.microsoft.com/office/drawing/2014/main" id="{D9B8DD5E-E2CD-48AB-9DB0-91211AE884E8}"/>
              </a:ext>
            </a:extLst>
          </p:cNvPr>
          <p:cNvCxnSpPr>
            <a:stCxn xmlns:a="http://schemas.openxmlformats.org/drawingml/2006/main" id="21" idx="3"/>
            <a:endCxn xmlns:a="http://schemas.openxmlformats.org/drawingml/2006/main" id="25" idx="1"/>
          </p:cNvCxnSpPr>
          <p:nvPr/>
        </p:nvCxnSpPr>
        <p:spPr>
          <a:xfrm xmlns:a="http://schemas.openxmlformats.org/drawingml/2006/main">
            <a:off x="6810375" y="3762375"/>
            <a:ext cx="666750" cy="0"/>
          </a:xfrm>
          <a:prstGeom xmlns:a="http://schemas.openxmlformats.org/drawingml/2006/main" prst="straightConnector1">
            <a:avLst/>
          </a:prstGeom>
          <a:ln xmlns:a="http://schemas.openxmlformats.org/drawingml/2006/main" w="28575">
            <a:solidFill>
              <a:srgbClr val="075BEA"/>
            </a:solidFill>
            <a:tailEnd type="triangle" w="med" len="med"/>
          </a:ln>
        </p:spPr>
      </p:cxnSp>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0427e00df7594ea7">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5e47cae87a0a4cb4">
            <a:extLst>
              <a:ext uri="{96DAC541-7B7A-43D3-8B79-37D633B846F1}">
                <asvg:svgBlip xmlns:asvg="http://schemas.microsoft.com/office/drawing/2016/SVG/main" r:embed="R2c81eb4d7b0a45b5"/>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00fe2c1fc0f940ef">
            <a:alphaModFix amt="75000"/>
            <a:extLst>
              <a:ext uri="{96DAC541-7B7A-43D3-8B79-37D633B846F1}">
                <asvg:svgBlip xmlns:asvg="http://schemas.microsoft.com/office/drawing/2016/SVG/main" r:embed="Rfcb7365a79af44b6"/>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773909d1c2f24f1a">
            <a:extLst>
              <a:ext uri="{96DAC541-7B7A-43D3-8B79-37D633B846F1}">
                <asvg:svgBlip xmlns:asvg="http://schemas.microsoft.com/office/drawing/2016/SVG/main" r:embed="R9cfac5867e1a4e9b"/>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5ca87bc736ae4ae1">
            <a:extLst>
              <a:ext uri="{96DAC541-7B7A-43D3-8B79-37D633B846F1}">
                <asvg:svgBlip xmlns:asvg="http://schemas.microsoft.com/office/drawing/2016/SVG/main" r:embed="R5f7035e2b33f487d"/>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f334f766a4e84e46">
            <a:extLst>
              <a:ext uri="{96DAC541-7B7A-43D3-8B79-37D633B846F1}">
                <asvg:svgBlip xmlns:asvg="http://schemas.microsoft.com/office/drawing/2016/SVG/main" r:embed="Re3111fff609c444f"/>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4d451aa6bfc34a13"/>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3ef26797be9c4e94">
            <a:extLst>
              <a:ext uri="{96DAC541-7B7A-43D3-8B79-37D633B846F1}">
                <asvg:svgBlip xmlns:asvg="http://schemas.microsoft.com/office/drawing/2016/SVG/main" r:embed="Raa6d7e8d8b494538"/>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8940972c0c56423d">
            <a:extLst>
              <a:ext uri="{96DAC541-7B7A-43D3-8B79-37D633B846F1}">
                <asvg:svgBlip xmlns:asvg="http://schemas.microsoft.com/office/drawing/2016/SVG/main" r:embed="Ra05efbc106304f3a"/>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18fba98f0fc94139">
            <a:extLst>
              <a:ext uri="{96DAC541-7B7A-43D3-8B79-37D633B846F1}">
                <asvg:svgBlip xmlns:asvg="http://schemas.microsoft.com/office/drawing/2016/SVG/main" r:embed="Rddacb0f1e040482c"/>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29991f251b534c6c">
            <a:extLst>
              <a:ext uri="{96DAC541-7B7A-43D3-8B79-37D633B846F1}">
                <asvg:svgBlip xmlns:asvg="http://schemas.microsoft.com/office/drawing/2016/SVG/main" r:embed="R11db0987bb764a59"/>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29991f251b534c6c">
            <a:extLst>
              <a:ext uri="{96DAC541-7B7A-43D3-8B79-37D633B846F1}">
                <asvg:svgBlip xmlns:asvg="http://schemas.microsoft.com/office/drawing/2016/SVG/main" r:embed="R11db0987bb764a59"/>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29991f251b534c6c">
            <a:extLst>
              <a:ext uri="{96DAC541-7B7A-43D3-8B79-37D633B846F1}">
                <asvg:svgBlip xmlns:asvg="http://schemas.microsoft.com/office/drawing/2016/SVG/main" r:embed="R11db0987bb764a59"/>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29991f251b534c6c">
            <a:extLst>
              <a:ext uri="{96DAC541-7B7A-43D3-8B79-37D633B846F1}">
                <asvg:svgBlip xmlns:asvg="http://schemas.microsoft.com/office/drawing/2016/SVG/main" r:embed="R11db0987bb764a59"/>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e77b96bb4ebc4e36">
            <a:extLst>
              <a:ext uri="{96DAC541-7B7A-43D3-8B79-37D633B846F1}">
                <asvg:svgBlip xmlns:asvg="http://schemas.microsoft.com/office/drawing/2016/SVG/main" r:embed="Rbd0565ac9f134a3e"/>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FCBC703F-1722-4CFA-8095-DF09489D50C6}"/>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8">
            <a:extLst xmlns:a="http://schemas.openxmlformats.org/drawingml/2006/main">
              <a:ext uri="{FF2B5EF4-FFF2-40B4-BE49-F238E27FC236}">
                <a16:creationId xmlns:a16="http://schemas.microsoft.com/office/drawing/2014/main" id="{108AFE08-9D55-42FD-94F2-EEFF5364D8C2}"/>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08</a:t>
            </a:r>
          </a:p>
        </p:txBody>
      </p:sp>
      <p:sp>
        <p:nvSpPr>
          <p:cNvPr id="20" name="개선 서비스의 기술 아키텍처">
            <a:extLst xmlns:a="http://schemas.openxmlformats.org/drawingml/2006/main">
              <a:ext uri="{FF2B5EF4-FFF2-40B4-BE49-F238E27FC236}">
                <a16:creationId xmlns:a16="http://schemas.microsoft.com/office/drawing/2014/main" id="{4B5E0C8A-5A9D-4428-9AEB-BC10C39D724D}"/>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개선 서비스의 기술 아키텍처</a:t>
            </a:r>
          </a:p>
        </p:txBody>
      </p:sp>
      <p:sp>
        <p:nvSpPr>
          <p:cNvPr id="21" name="">
            <a:extLst xmlns:a="http://schemas.openxmlformats.org/drawingml/2006/main">
              <a:ext uri="{FF2B5EF4-FFF2-40B4-BE49-F238E27FC236}">
                <a16:creationId xmlns:a16="http://schemas.microsoft.com/office/drawing/2014/main" id="{033B6883-21ED-447A-8285-B43ACD7362FB}"/>
              </a:ext>
            </a:extLst>
          </p:cNvPr>
          <p:cNvSpPr>
            <a:spLocks xmlns:a="http://schemas.openxmlformats.org/drawingml/2006/main" noGrp="1"/>
          </p:cNvSpPr>
          <p:nvPr/>
        </p:nvSpPr>
        <p:spPr>
          <a:xfrm xmlns:a="http://schemas.openxmlformats.org/drawingml/2006/main">
            <a:off x="2095500" y="3000375"/>
            <a:ext cx="4714875" cy="1524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BCBEC4"/>
            </a:solidFill>
          </a:ln>
        </p:spPr>
      </p:sp>
      <p:sp>
        <p:nvSpPr>
          <p:cNvPr id="22" name="01">
            <a:extLst xmlns:a="http://schemas.openxmlformats.org/drawingml/2006/main">
              <a:ext uri="{FF2B5EF4-FFF2-40B4-BE49-F238E27FC236}">
                <a16:creationId xmlns:a16="http://schemas.microsoft.com/office/drawing/2014/main" id="{20022345-6DA7-4D01-84E3-D1DBE8AEE5D9}"/>
              </a:ext>
            </a:extLst>
          </p:cNvPr>
          <p:cNvSpPr>
            <a:spLocks xmlns:a="http://schemas.openxmlformats.org/drawingml/2006/main" noGrp="1"/>
          </p:cNvSpPr>
          <p:nvPr/>
        </p:nvSpPr>
        <p:spPr>
          <a:xfrm xmlns:a="http://schemas.openxmlformats.org/drawingml/2006/main">
            <a:off x="2305050" y="3190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075BEA"/>
                </a:solidFill>
                <a:latin typeface="Pretendard"/>
                <a:ea typeface="Pretendard"/>
                <a:cs typeface="Pretendard"/>
              </a:defRPr>
            </a:defPPr>
            <a:lvl1pPr algn="l">
              <a:defRPr sz="2475" b="1">
                <a:solidFill>
                  <a:srgbClr val="075BEA"/>
                </a:solidFill>
                <a:latin typeface="Pretendard"/>
                <a:ea typeface="Pretendard"/>
                <a:cs typeface="Pretendard"/>
              </a:defRPr>
            </a:lvl1pPr>
            <a:lvl2pPr algn="l">
              <a:defRPr sz="2475" b="1">
                <a:solidFill>
                  <a:srgbClr val="075BEA"/>
                </a:solidFill>
                <a:latin typeface="Pretendard"/>
                <a:ea typeface="Pretendard"/>
                <a:cs typeface="Pretendard"/>
              </a:defRPr>
            </a:lvl2pPr>
            <a:lvl3pPr algn="l">
              <a:defRPr sz="2475" b="1">
                <a:solidFill>
                  <a:srgbClr val="075BEA"/>
                </a:solidFill>
                <a:latin typeface="Pretendard"/>
                <a:ea typeface="Pretendard"/>
                <a:cs typeface="Pretendard"/>
              </a:defRPr>
            </a:lvl3pPr>
            <a:lvl4pPr algn="l">
              <a:defRPr sz="2475" b="1">
                <a:solidFill>
                  <a:srgbClr val="075BEA"/>
                </a:solidFill>
                <a:latin typeface="Pretendard"/>
                <a:ea typeface="Pretendard"/>
                <a:cs typeface="Pretendard"/>
              </a:defRPr>
            </a:lvl4pPr>
            <a:lvl5pPr algn="l">
              <a:defRPr sz="2475" b="1">
                <a:solidFill>
                  <a:srgbClr val="075BEA"/>
                </a:solidFill>
                <a:latin typeface="Pretendard"/>
                <a:ea typeface="Pretendard"/>
                <a:cs typeface="Pretendard"/>
              </a:defRPr>
            </a:lvl5pPr>
            <a:lvl6pPr algn="l">
              <a:defRPr sz="2475" b="1">
                <a:solidFill>
                  <a:srgbClr val="075BEA"/>
                </a:solidFill>
                <a:latin typeface="Pretendard"/>
                <a:ea typeface="Pretendard"/>
                <a:cs typeface="Pretendard"/>
              </a:defRPr>
            </a:lvl6pPr>
            <a:lvl7pPr algn="l">
              <a:defRPr sz="2475" b="1">
                <a:solidFill>
                  <a:srgbClr val="075BEA"/>
                </a:solidFill>
                <a:latin typeface="Pretendard"/>
                <a:ea typeface="Pretendard"/>
                <a:cs typeface="Pretendard"/>
              </a:defRPr>
            </a:lvl7pPr>
            <a:lvl8pPr algn="l">
              <a:defRPr sz="2475" b="1">
                <a:solidFill>
                  <a:srgbClr val="075BEA"/>
                </a:solidFill>
                <a:latin typeface="Pretendard"/>
                <a:ea typeface="Pretendard"/>
                <a:cs typeface="Pretendard"/>
              </a:defRPr>
            </a:lvl8pPr>
            <a:lvl9pPr algn="l">
              <a:defRPr sz="2475" b="1">
                <a:solidFill>
                  <a:srgbClr val="075BEA"/>
                </a:solidFill>
                <a:latin typeface="Pretendard"/>
                <a:ea typeface="Pretendard"/>
                <a:cs typeface="Pretendard"/>
              </a:defRPr>
            </a:lvl9pPr>
          </a:lstStyle>
          <a:p xmlns:a="http://schemas.openxmlformats.org/drawingml/2006/main">
            <a:pPr algn="l">
              <a:defRPr sz="2475" b="1">
                <a:solidFill>
                  <a:srgbClr val="075BEA"/>
                </a:solidFill>
                <a:latin typeface="Pretendard"/>
                <a:ea typeface="Pretendard"/>
                <a:cs typeface="Pretendard"/>
              </a:defRPr>
            </a:pPr>
            <a:r>
              <a:rPr sz="2475" b="1">
                <a:solidFill>
                  <a:srgbClr val="075BEA"/>
                </a:solidFill>
                <a:latin typeface="Pretendard"/>
                <a:ea typeface="Pretendard"/>
                <a:cs typeface="Pretendard"/>
              </a:rPr>
              <a:t>01</a:t>
            </a:r>
          </a:p>
        </p:txBody>
      </p:sp>
      <p:sp>
        <p:nvSpPr>
          <p:cNvPr id="23" name="서비스 선택·자연어 입력">
            <a:extLst xmlns:a="http://schemas.openxmlformats.org/drawingml/2006/main">
              <a:ext uri="{FF2B5EF4-FFF2-40B4-BE49-F238E27FC236}">
                <a16:creationId xmlns:a16="http://schemas.microsoft.com/office/drawing/2014/main" id="{B45D33FB-FADE-4A88-9D65-D231309B4937}"/>
              </a:ext>
            </a:extLst>
          </p:cNvPr>
          <p:cNvSpPr>
            <a:spLocks xmlns:a="http://schemas.openxmlformats.org/drawingml/2006/main" noGrp="1"/>
          </p:cNvSpPr>
          <p:nvPr/>
        </p:nvSpPr>
        <p:spPr>
          <a:xfrm xmlns:a="http://schemas.openxmlformats.org/drawingml/2006/main">
            <a:off x="3048000" y="3200400"/>
            <a:ext cx="357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01010"/>
                </a:solidFill>
                <a:latin typeface="Pretendard"/>
                <a:ea typeface="Pretendard"/>
                <a:cs typeface="Pretendard"/>
              </a:defRPr>
            </a:defPPr>
            <a:lvl1pPr algn="l">
              <a:defRPr sz="2475" b="1">
                <a:solidFill>
                  <a:srgbClr val="101010"/>
                </a:solidFill>
                <a:latin typeface="Pretendard"/>
                <a:ea typeface="Pretendard"/>
                <a:cs typeface="Pretendard"/>
              </a:defRPr>
            </a:lvl1pPr>
            <a:lvl2pPr algn="l">
              <a:defRPr sz="2475" b="1">
                <a:solidFill>
                  <a:srgbClr val="101010"/>
                </a:solidFill>
                <a:latin typeface="Pretendard"/>
                <a:ea typeface="Pretendard"/>
                <a:cs typeface="Pretendard"/>
              </a:defRPr>
            </a:lvl2pPr>
            <a:lvl3pPr algn="l">
              <a:defRPr sz="2475" b="1">
                <a:solidFill>
                  <a:srgbClr val="101010"/>
                </a:solidFill>
                <a:latin typeface="Pretendard"/>
                <a:ea typeface="Pretendard"/>
                <a:cs typeface="Pretendard"/>
              </a:defRPr>
            </a:lvl3pPr>
            <a:lvl4pPr algn="l">
              <a:defRPr sz="2475" b="1">
                <a:solidFill>
                  <a:srgbClr val="101010"/>
                </a:solidFill>
                <a:latin typeface="Pretendard"/>
                <a:ea typeface="Pretendard"/>
                <a:cs typeface="Pretendard"/>
              </a:defRPr>
            </a:lvl4pPr>
            <a:lvl5pPr algn="l">
              <a:defRPr sz="2475" b="1">
                <a:solidFill>
                  <a:srgbClr val="101010"/>
                </a:solidFill>
                <a:latin typeface="Pretendard"/>
                <a:ea typeface="Pretendard"/>
                <a:cs typeface="Pretendard"/>
              </a:defRPr>
            </a:lvl5pPr>
            <a:lvl6pPr algn="l">
              <a:defRPr sz="2475" b="1">
                <a:solidFill>
                  <a:srgbClr val="101010"/>
                </a:solidFill>
                <a:latin typeface="Pretendard"/>
                <a:ea typeface="Pretendard"/>
                <a:cs typeface="Pretendard"/>
              </a:defRPr>
            </a:lvl6pPr>
            <a:lvl7pPr algn="l">
              <a:defRPr sz="2475" b="1">
                <a:solidFill>
                  <a:srgbClr val="101010"/>
                </a:solidFill>
                <a:latin typeface="Pretendard"/>
                <a:ea typeface="Pretendard"/>
                <a:cs typeface="Pretendard"/>
              </a:defRPr>
            </a:lvl7pPr>
            <a:lvl8pPr algn="l">
              <a:defRPr sz="2475" b="1">
                <a:solidFill>
                  <a:srgbClr val="101010"/>
                </a:solidFill>
                <a:latin typeface="Pretendard"/>
                <a:ea typeface="Pretendard"/>
                <a:cs typeface="Pretendard"/>
              </a:defRPr>
            </a:lvl8pPr>
            <a:lvl9pPr algn="l">
              <a:defRPr sz="2475" b="1">
                <a:solidFill>
                  <a:srgbClr val="101010"/>
                </a:solidFill>
                <a:latin typeface="Pretendard"/>
                <a:ea typeface="Pretendard"/>
                <a:cs typeface="Pretendard"/>
              </a:defRPr>
            </a:lvl9pPr>
          </a:lstStyle>
          <a:p xmlns:a="http://schemas.openxmlformats.org/drawingml/2006/main">
            <a:pPr algn="l">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서비스 선택·자연어 입력</a:t>
            </a:r>
          </a:p>
        </p:txBody>
      </p:sp>
      <p:sp>
        <p:nvSpPr>
          <p:cNvPr id="24" name="Vue / FastAPI">
            <a:extLst xmlns:a="http://schemas.openxmlformats.org/drawingml/2006/main">
              <a:ext uri="{FF2B5EF4-FFF2-40B4-BE49-F238E27FC236}">
                <a16:creationId xmlns:a16="http://schemas.microsoft.com/office/drawing/2014/main" id="{2ABA73B9-813F-4ED2-8686-58D80644BD2D}"/>
              </a:ext>
            </a:extLst>
          </p:cNvPr>
          <p:cNvSpPr>
            <a:spLocks xmlns:a="http://schemas.openxmlformats.org/drawingml/2006/main" noGrp="1"/>
          </p:cNvSpPr>
          <p:nvPr/>
        </p:nvSpPr>
        <p:spPr>
          <a:xfrm xmlns:a="http://schemas.openxmlformats.org/drawingml/2006/main">
            <a:off x="2324100" y="388620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Vue / FastAPI</a:t>
            </a:r>
          </a:p>
        </p:txBody>
      </p:sp>
      <p:sp>
        <p:nvSpPr>
          <p:cNvPr id="25" name="">
            <a:extLst xmlns:a="http://schemas.openxmlformats.org/drawingml/2006/main">
              <a:ext uri="{FF2B5EF4-FFF2-40B4-BE49-F238E27FC236}">
                <a16:creationId xmlns:a16="http://schemas.microsoft.com/office/drawing/2014/main" id="{49F72610-A78A-40D8-AF54-0428815A28DB}"/>
              </a:ext>
            </a:extLst>
          </p:cNvPr>
          <p:cNvSpPr>
            <a:spLocks xmlns:a="http://schemas.openxmlformats.org/drawingml/2006/main" noGrp="1"/>
          </p:cNvSpPr>
          <p:nvPr/>
        </p:nvSpPr>
        <p:spPr>
          <a:xfrm xmlns:a="http://schemas.openxmlformats.org/drawingml/2006/main">
            <a:off x="7477125" y="3000375"/>
            <a:ext cx="4714875" cy="1524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BCBEC4"/>
            </a:solidFill>
          </a:ln>
        </p:spPr>
      </p:sp>
      <p:sp>
        <p:nvSpPr>
          <p:cNvPr id="26" name="02">
            <a:extLst xmlns:a="http://schemas.openxmlformats.org/drawingml/2006/main">
              <a:ext uri="{FF2B5EF4-FFF2-40B4-BE49-F238E27FC236}">
                <a16:creationId xmlns:a16="http://schemas.microsoft.com/office/drawing/2014/main" id="{023B2837-C44D-4459-B52F-9DAA0E2FB260}"/>
              </a:ext>
            </a:extLst>
          </p:cNvPr>
          <p:cNvSpPr>
            <a:spLocks xmlns:a="http://schemas.openxmlformats.org/drawingml/2006/main" noGrp="1"/>
          </p:cNvSpPr>
          <p:nvPr/>
        </p:nvSpPr>
        <p:spPr>
          <a:xfrm xmlns:a="http://schemas.openxmlformats.org/drawingml/2006/main">
            <a:off x="7686675" y="3190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075BEA"/>
                </a:solidFill>
                <a:latin typeface="Pretendard"/>
                <a:ea typeface="Pretendard"/>
                <a:cs typeface="Pretendard"/>
              </a:defRPr>
            </a:defPPr>
            <a:lvl1pPr algn="l">
              <a:defRPr sz="2475" b="1">
                <a:solidFill>
                  <a:srgbClr val="075BEA"/>
                </a:solidFill>
                <a:latin typeface="Pretendard"/>
                <a:ea typeface="Pretendard"/>
                <a:cs typeface="Pretendard"/>
              </a:defRPr>
            </a:lvl1pPr>
            <a:lvl2pPr algn="l">
              <a:defRPr sz="2475" b="1">
                <a:solidFill>
                  <a:srgbClr val="075BEA"/>
                </a:solidFill>
                <a:latin typeface="Pretendard"/>
                <a:ea typeface="Pretendard"/>
                <a:cs typeface="Pretendard"/>
              </a:defRPr>
            </a:lvl2pPr>
            <a:lvl3pPr algn="l">
              <a:defRPr sz="2475" b="1">
                <a:solidFill>
                  <a:srgbClr val="075BEA"/>
                </a:solidFill>
                <a:latin typeface="Pretendard"/>
                <a:ea typeface="Pretendard"/>
                <a:cs typeface="Pretendard"/>
              </a:defRPr>
            </a:lvl3pPr>
            <a:lvl4pPr algn="l">
              <a:defRPr sz="2475" b="1">
                <a:solidFill>
                  <a:srgbClr val="075BEA"/>
                </a:solidFill>
                <a:latin typeface="Pretendard"/>
                <a:ea typeface="Pretendard"/>
                <a:cs typeface="Pretendard"/>
              </a:defRPr>
            </a:lvl4pPr>
            <a:lvl5pPr algn="l">
              <a:defRPr sz="2475" b="1">
                <a:solidFill>
                  <a:srgbClr val="075BEA"/>
                </a:solidFill>
                <a:latin typeface="Pretendard"/>
                <a:ea typeface="Pretendard"/>
                <a:cs typeface="Pretendard"/>
              </a:defRPr>
            </a:lvl5pPr>
            <a:lvl6pPr algn="l">
              <a:defRPr sz="2475" b="1">
                <a:solidFill>
                  <a:srgbClr val="075BEA"/>
                </a:solidFill>
                <a:latin typeface="Pretendard"/>
                <a:ea typeface="Pretendard"/>
                <a:cs typeface="Pretendard"/>
              </a:defRPr>
            </a:lvl6pPr>
            <a:lvl7pPr algn="l">
              <a:defRPr sz="2475" b="1">
                <a:solidFill>
                  <a:srgbClr val="075BEA"/>
                </a:solidFill>
                <a:latin typeface="Pretendard"/>
                <a:ea typeface="Pretendard"/>
                <a:cs typeface="Pretendard"/>
              </a:defRPr>
            </a:lvl7pPr>
            <a:lvl8pPr algn="l">
              <a:defRPr sz="2475" b="1">
                <a:solidFill>
                  <a:srgbClr val="075BEA"/>
                </a:solidFill>
                <a:latin typeface="Pretendard"/>
                <a:ea typeface="Pretendard"/>
                <a:cs typeface="Pretendard"/>
              </a:defRPr>
            </a:lvl8pPr>
            <a:lvl9pPr algn="l">
              <a:defRPr sz="2475" b="1">
                <a:solidFill>
                  <a:srgbClr val="075BEA"/>
                </a:solidFill>
                <a:latin typeface="Pretendard"/>
                <a:ea typeface="Pretendard"/>
                <a:cs typeface="Pretendard"/>
              </a:defRPr>
            </a:lvl9pPr>
          </a:lstStyle>
          <a:p xmlns:a="http://schemas.openxmlformats.org/drawingml/2006/main">
            <a:pPr algn="l">
              <a:defRPr sz="2475" b="1">
                <a:solidFill>
                  <a:srgbClr val="075BEA"/>
                </a:solidFill>
                <a:latin typeface="Pretendard"/>
                <a:ea typeface="Pretendard"/>
                <a:cs typeface="Pretendard"/>
              </a:defRPr>
            </a:pPr>
            <a:r>
              <a:rPr sz="2475" b="1">
                <a:solidFill>
                  <a:srgbClr val="075BEA"/>
                </a:solidFill>
                <a:latin typeface="Pretendard"/>
                <a:ea typeface="Pretendard"/>
                <a:cs typeface="Pretendard"/>
              </a:rPr>
              <a:t>02</a:t>
            </a:r>
          </a:p>
        </p:txBody>
      </p:sp>
      <p:sp>
        <p:nvSpPr>
          <p:cNvPr id="27" name="원문 접수·대화 저장">
            <a:extLst xmlns:a="http://schemas.openxmlformats.org/drawingml/2006/main">
              <a:ext uri="{FF2B5EF4-FFF2-40B4-BE49-F238E27FC236}">
                <a16:creationId xmlns:a16="http://schemas.microsoft.com/office/drawing/2014/main" id="{8444F022-A5AD-4101-94FE-8301FA937397}"/>
              </a:ext>
            </a:extLst>
          </p:cNvPr>
          <p:cNvSpPr>
            <a:spLocks xmlns:a="http://schemas.openxmlformats.org/drawingml/2006/main" noGrp="1"/>
          </p:cNvSpPr>
          <p:nvPr/>
        </p:nvSpPr>
        <p:spPr>
          <a:xfrm xmlns:a="http://schemas.openxmlformats.org/drawingml/2006/main">
            <a:off x="8429625" y="3200400"/>
            <a:ext cx="357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01010"/>
                </a:solidFill>
                <a:latin typeface="Pretendard"/>
                <a:ea typeface="Pretendard"/>
                <a:cs typeface="Pretendard"/>
              </a:defRPr>
            </a:defPPr>
            <a:lvl1pPr algn="l">
              <a:defRPr sz="2475" b="1">
                <a:solidFill>
                  <a:srgbClr val="101010"/>
                </a:solidFill>
                <a:latin typeface="Pretendard"/>
                <a:ea typeface="Pretendard"/>
                <a:cs typeface="Pretendard"/>
              </a:defRPr>
            </a:lvl1pPr>
            <a:lvl2pPr algn="l">
              <a:defRPr sz="2475" b="1">
                <a:solidFill>
                  <a:srgbClr val="101010"/>
                </a:solidFill>
                <a:latin typeface="Pretendard"/>
                <a:ea typeface="Pretendard"/>
                <a:cs typeface="Pretendard"/>
              </a:defRPr>
            </a:lvl2pPr>
            <a:lvl3pPr algn="l">
              <a:defRPr sz="2475" b="1">
                <a:solidFill>
                  <a:srgbClr val="101010"/>
                </a:solidFill>
                <a:latin typeface="Pretendard"/>
                <a:ea typeface="Pretendard"/>
                <a:cs typeface="Pretendard"/>
              </a:defRPr>
            </a:lvl3pPr>
            <a:lvl4pPr algn="l">
              <a:defRPr sz="2475" b="1">
                <a:solidFill>
                  <a:srgbClr val="101010"/>
                </a:solidFill>
                <a:latin typeface="Pretendard"/>
                <a:ea typeface="Pretendard"/>
                <a:cs typeface="Pretendard"/>
              </a:defRPr>
            </a:lvl4pPr>
            <a:lvl5pPr algn="l">
              <a:defRPr sz="2475" b="1">
                <a:solidFill>
                  <a:srgbClr val="101010"/>
                </a:solidFill>
                <a:latin typeface="Pretendard"/>
                <a:ea typeface="Pretendard"/>
                <a:cs typeface="Pretendard"/>
              </a:defRPr>
            </a:lvl5pPr>
            <a:lvl6pPr algn="l">
              <a:defRPr sz="2475" b="1">
                <a:solidFill>
                  <a:srgbClr val="101010"/>
                </a:solidFill>
                <a:latin typeface="Pretendard"/>
                <a:ea typeface="Pretendard"/>
                <a:cs typeface="Pretendard"/>
              </a:defRPr>
            </a:lvl6pPr>
            <a:lvl7pPr algn="l">
              <a:defRPr sz="2475" b="1">
                <a:solidFill>
                  <a:srgbClr val="101010"/>
                </a:solidFill>
                <a:latin typeface="Pretendard"/>
                <a:ea typeface="Pretendard"/>
                <a:cs typeface="Pretendard"/>
              </a:defRPr>
            </a:lvl7pPr>
            <a:lvl8pPr algn="l">
              <a:defRPr sz="2475" b="1">
                <a:solidFill>
                  <a:srgbClr val="101010"/>
                </a:solidFill>
                <a:latin typeface="Pretendard"/>
                <a:ea typeface="Pretendard"/>
                <a:cs typeface="Pretendard"/>
              </a:defRPr>
            </a:lvl8pPr>
            <a:lvl9pPr algn="l">
              <a:defRPr sz="2475" b="1">
                <a:solidFill>
                  <a:srgbClr val="101010"/>
                </a:solidFill>
                <a:latin typeface="Pretendard"/>
                <a:ea typeface="Pretendard"/>
                <a:cs typeface="Pretendard"/>
              </a:defRPr>
            </a:lvl9pPr>
          </a:lstStyle>
          <a:p xmlns:a="http://schemas.openxmlformats.org/drawingml/2006/main">
            <a:pPr algn="l">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원문 접수·대화 저장</a:t>
            </a:r>
          </a:p>
        </p:txBody>
      </p:sp>
      <p:sp>
        <p:nvSpPr>
          <p:cNvPr id="28" name="SQLite · 요청 ID">
            <a:extLst xmlns:a="http://schemas.openxmlformats.org/drawingml/2006/main">
              <a:ext uri="{FF2B5EF4-FFF2-40B4-BE49-F238E27FC236}">
                <a16:creationId xmlns:a16="http://schemas.microsoft.com/office/drawing/2014/main" id="{29700229-6B00-49E0-A28A-401398CFDFED}"/>
              </a:ext>
            </a:extLst>
          </p:cNvPr>
          <p:cNvSpPr>
            <a:spLocks xmlns:a="http://schemas.openxmlformats.org/drawingml/2006/main" noGrp="1"/>
          </p:cNvSpPr>
          <p:nvPr/>
        </p:nvSpPr>
        <p:spPr>
          <a:xfrm xmlns:a="http://schemas.openxmlformats.org/drawingml/2006/main">
            <a:off x="7705725" y="388620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SQLite · 요청 ID</a:t>
            </a:r>
          </a:p>
        </p:txBody>
      </p:sp>
      <p:sp>
        <p:nvSpPr>
          <p:cNvPr id="29" name="">
            <a:extLst xmlns:a="http://schemas.openxmlformats.org/drawingml/2006/main">
              <a:ext uri="{FF2B5EF4-FFF2-40B4-BE49-F238E27FC236}">
                <a16:creationId xmlns:a16="http://schemas.microsoft.com/office/drawing/2014/main" id="{2D8BEC87-4108-43F0-A106-2D71671AC70B}"/>
              </a:ext>
            </a:extLst>
          </p:cNvPr>
          <p:cNvSpPr>
            <a:spLocks xmlns:a="http://schemas.openxmlformats.org/drawingml/2006/main" noGrp="1"/>
          </p:cNvSpPr>
          <p:nvPr/>
        </p:nvSpPr>
        <p:spPr>
          <a:xfrm xmlns:a="http://schemas.openxmlformats.org/drawingml/2006/main">
            <a:off x="12858750" y="3000375"/>
            <a:ext cx="4714875" cy="1524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BCBEC4"/>
            </a:solidFill>
          </a:ln>
        </p:spPr>
      </p:sp>
      <p:sp>
        <p:nvSpPr>
          <p:cNvPr id="30" name="03">
            <a:extLst xmlns:a="http://schemas.openxmlformats.org/drawingml/2006/main">
              <a:ext uri="{FF2B5EF4-FFF2-40B4-BE49-F238E27FC236}">
                <a16:creationId xmlns:a16="http://schemas.microsoft.com/office/drawing/2014/main" id="{CE15DA5B-F1C2-48B5-9B99-A77E96B4104E}"/>
              </a:ext>
            </a:extLst>
          </p:cNvPr>
          <p:cNvSpPr>
            <a:spLocks xmlns:a="http://schemas.openxmlformats.org/drawingml/2006/main" noGrp="1"/>
          </p:cNvSpPr>
          <p:nvPr/>
        </p:nvSpPr>
        <p:spPr>
          <a:xfrm xmlns:a="http://schemas.openxmlformats.org/drawingml/2006/main">
            <a:off x="13068300" y="3190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075BEA"/>
                </a:solidFill>
                <a:latin typeface="Pretendard"/>
                <a:ea typeface="Pretendard"/>
                <a:cs typeface="Pretendard"/>
              </a:defRPr>
            </a:defPPr>
            <a:lvl1pPr algn="l">
              <a:defRPr sz="2475" b="1">
                <a:solidFill>
                  <a:srgbClr val="075BEA"/>
                </a:solidFill>
                <a:latin typeface="Pretendard"/>
                <a:ea typeface="Pretendard"/>
                <a:cs typeface="Pretendard"/>
              </a:defRPr>
            </a:lvl1pPr>
            <a:lvl2pPr algn="l">
              <a:defRPr sz="2475" b="1">
                <a:solidFill>
                  <a:srgbClr val="075BEA"/>
                </a:solidFill>
                <a:latin typeface="Pretendard"/>
                <a:ea typeface="Pretendard"/>
                <a:cs typeface="Pretendard"/>
              </a:defRPr>
            </a:lvl2pPr>
            <a:lvl3pPr algn="l">
              <a:defRPr sz="2475" b="1">
                <a:solidFill>
                  <a:srgbClr val="075BEA"/>
                </a:solidFill>
                <a:latin typeface="Pretendard"/>
                <a:ea typeface="Pretendard"/>
                <a:cs typeface="Pretendard"/>
              </a:defRPr>
            </a:lvl3pPr>
            <a:lvl4pPr algn="l">
              <a:defRPr sz="2475" b="1">
                <a:solidFill>
                  <a:srgbClr val="075BEA"/>
                </a:solidFill>
                <a:latin typeface="Pretendard"/>
                <a:ea typeface="Pretendard"/>
                <a:cs typeface="Pretendard"/>
              </a:defRPr>
            </a:lvl4pPr>
            <a:lvl5pPr algn="l">
              <a:defRPr sz="2475" b="1">
                <a:solidFill>
                  <a:srgbClr val="075BEA"/>
                </a:solidFill>
                <a:latin typeface="Pretendard"/>
                <a:ea typeface="Pretendard"/>
                <a:cs typeface="Pretendard"/>
              </a:defRPr>
            </a:lvl5pPr>
            <a:lvl6pPr algn="l">
              <a:defRPr sz="2475" b="1">
                <a:solidFill>
                  <a:srgbClr val="075BEA"/>
                </a:solidFill>
                <a:latin typeface="Pretendard"/>
                <a:ea typeface="Pretendard"/>
                <a:cs typeface="Pretendard"/>
              </a:defRPr>
            </a:lvl6pPr>
            <a:lvl7pPr algn="l">
              <a:defRPr sz="2475" b="1">
                <a:solidFill>
                  <a:srgbClr val="075BEA"/>
                </a:solidFill>
                <a:latin typeface="Pretendard"/>
                <a:ea typeface="Pretendard"/>
                <a:cs typeface="Pretendard"/>
              </a:defRPr>
            </a:lvl7pPr>
            <a:lvl8pPr algn="l">
              <a:defRPr sz="2475" b="1">
                <a:solidFill>
                  <a:srgbClr val="075BEA"/>
                </a:solidFill>
                <a:latin typeface="Pretendard"/>
                <a:ea typeface="Pretendard"/>
                <a:cs typeface="Pretendard"/>
              </a:defRPr>
            </a:lvl8pPr>
            <a:lvl9pPr algn="l">
              <a:defRPr sz="2475" b="1">
                <a:solidFill>
                  <a:srgbClr val="075BEA"/>
                </a:solidFill>
                <a:latin typeface="Pretendard"/>
                <a:ea typeface="Pretendard"/>
                <a:cs typeface="Pretendard"/>
              </a:defRPr>
            </a:lvl9pPr>
          </a:lstStyle>
          <a:p xmlns:a="http://schemas.openxmlformats.org/drawingml/2006/main">
            <a:pPr algn="l">
              <a:defRPr sz="2475" b="1">
                <a:solidFill>
                  <a:srgbClr val="075BEA"/>
                </a:solidFill>
                <a:latin typeface="Pretendard"/>
                <a:ea typeface="Pretendard"/>
                <a:cs typeface="Pretendard"/>
              </a:defRPr>
            </a:pPr>
            <a:r>
              <a:rPr sz="2475" b="1">
                <a:solidFill>
                  <a:srgbClr val="075BEA"/>
                </a:solidFill>
                <a:latin typeface="Pretendard"/>
                <a:ea typeface="Pretendard"/>
                <a:cs typeface="Pretendard"/>
              </a:rPr>
              <a:t>03</a:t>
            </a:r>
          </a:p>
        </p:txBody>
      </p:sp>
      <p:sp>
        <p:nvSpPr>
          <p:cNvPr id="31" name="문의 정보 정리">
            <a:extLst xmlns:a="http://schemas.openxmlformats.org/drawingml/2006/main">
              <a:ext uri="{FF2B5EF4-FFF2-40B4-BE49-F238E27FC236}">
                <a16:creationId xmlns:a16="http://schemas.microsoft.com/office/drawing/2014/main" id="{3C20E759-EE32-4929-9698-6EA092EFA971}"/>
              </a:ext>
            </a:extLst>
          </p:cNvPr>
          <p:cNvSpPr>
            <a:spLocks xmlns:a="http://schemas.openxmlformats.org/drawingml/2006/main" noGrp="1"/>
          </p:cNvSpPr>
          <p:nvPr/>
        </p:nvSpPr>
        <p:spPr>
          <a:xfrm xmlns:a="http://schemas.openxmlformats.org/drawingml/2006/main">
            <a:off x="13811250" y="3200400"/>
            <a:ext cx="357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01010"/>
                </a:solidFill>
                <a:latin typeface="Pretendard"/>
                <a:ea typeface="Pretendard"/>
                <a:cs typeface="Pretendard"/>
              </a:defRPr>
            </a:defPPr>
            <a:lvl1pPr algn="l">
              <a:defRPr sz="2475" b="1">
                <a:solidFill>
                  <a:srgbClr val="101010"/>
                </a:solidFill>
                <a:latin typeface="Pretendard"/>
                <a:ea typeface="Pretendard"/>
                <a:cs typeface="Pretendard"/>
              </a:defRPr>
            </a:lvl1pPr>
            <a:lvl2pPr algn="l">
              <a:defRPr sz="2475" b="1">
                <a:solidFill>
                  <a:srgbClr val="101010"/>
                </a:solidFill>
                <a:latin typeface="Pretendard"/>
                <a:ea typeface="Pretendard"/>
                <a:cs typeface="Pretendard"/>
              </a:defRPr>
            </a:lvl2pPr>
            <a:lvl3pPr algn="l">
              <a:defRPr sz="2475" b="1">
                <a:solidFill>
                  <a:srgbClr val="101010"/>
                </a:solidFill>
                <a:latin typeface="Pretendard"/>
                <a:ea typeface="Pretendard"/>
                <a:cs typeface="Pretendard"/>
              </a:defRPr>
            </a:lvl3pPr>
            <a:lvl4pPr algn="l">
              <a:defRPr sz="2475" b="1">
                <a:solidFill>
                  <a:srgbClr val="101010"/>
                </a:solidFill>
                <a:latin typeface="Pretendard"/>
                <a:ea typeface="Pretendard"/>
                <a:cs typeface="Pretendard"/>
              </a:defRPr>
            </a:lvl4pPr>
            <a:lvl5pPr algn="l">
              <a:defRPr sz="2475" b="1">
                <a:solidFill>
                  <a:srgbClr val="101010"/>
                </a:solidFill>
                <a:latin typeface="Pretendard"/>
                <a:ea typeface="Pretendard"/>
                <a:cs typeface="Pretendard"/>
              </a:defRPr>
            </a:lvl5pPr>
            <a:lvl6pPr algn="l">
              <a:defRPr sz="2475" b="1">
                <a:solidFill>
                  <a:srgbClr val="101010"/>
                </a:solidFill>
                <a:latin typeface="Pretendard"/>
                <a:ea typeface="Pretendard"/>
                <a:cs typeface="Pretendard"/>
              </a:defRPr>
            </a:lvl6pPr>
            <a:lvl7pPr algn="l">
              <a:defRPr sz="2475" b="1">
                <a:solidFill>
                  <a:srgbClr val="101010"/>
                </a:solidFill>
                <a:latin typeface="Pretendard"/>
                <a:ea typeface="Pretendard"/>
                <a:cs typeface="Pretendard"/>
              </a:defRPr>
            </a:lvl7pPr>
            <a:lvl8pPr algn="l">
              <a:defRPr sz="2475" b="1">
                <a:solidFill>
                  <a:srgbClr val="101010"/>
                </a:solidFill>
                <a:latin typeface="Pretendard"/>
                <a:ea typeface="Pretendard"/>
                <a:cs typeface="Pretendard"/>
              </a:defRPr>
            </a:lvl8pPr>
            <a:lvl9pPr algn="l">
              <a:defRPr sz="2475" b="1">
                <a:solidFill>
                  <a:srgbClr val="101010"/>
                </a:solidFill>
                <a:latin typeface="Pretendard"/>
                <a:ea typeface="Pretendard"/>
                <a:cs typeface="Pretendard"/>
              </a:defRPr>
            </a:lvl9pPr>
          </a:lstStyle>
          <a:p xmlns:a="http://schemas.openxmlformats.org/drawingml/2006/main">
            <a:pPr algn="l">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문의 정보 정리</a:t>
            </a:r>
          </a:p>
        </p:txBody>
      </p:sp>
      <p:sp>
        <p:nvSpPr>
          <p:cNvPr id="32" name="Qwen 0.6b · JSON Schema">
            <a:extLst xmlns:a="http://schemas.openxmlformats.org/drawingml/2006/main">
              <a:ext uri="{FF2B5EF4-FFF2-40B4-BE49-F238E27FC236}">
                <a16:creationId xmlns:a16="http://schemas.microsoft.com/office/drawing/2014/main" id="{A07421BF-D41F-483D-A61F-47C099F91DDD}"/>
              </a:ext>
            </a:extLst>
          </p:cNvPr>
          <p:cNvSpPr>
            <a:spLocks xmlns:a="http://schemas.openxmlformats.org/drawingml/2006/main" noGrp="1"/>
          </p:cNvSpPr>
          <p:nvPr/>
        </p:nvSpPr>
        <p:spPr>
          <a:xfrm xmlns:a="http://schemas.openxmlformats.org/drawingml/2006/main">
            <a:off x="13087350" y="388620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Qwen 0.6b · JSON Schema</a:t>
            </a:r>
          </a:p>
        </p:txBody>
      </p:sp>
      <p:sp>
        <p:nvSpPr>
          <p:cNvPr id="33" name="">
            <a:extLst xmlns:a="http://schemas.openxmlformats.org/drawingml/2006/main">
              <a:ext uri="{FF2B5EF4-FFF2-40B4-BE49-F238E27FC236}">
                <a16:creationId xmlns:a16="http://schemas.microsoft.com/office/drawing/2014/main" id="{EA922992-959E-4A80-945C-B8C127E63028}"/>
              </a:ext>
            </a:extLst>
          </p:cNvPr>
          <p:cNvSpPr>
            <a:spLocks xmlns:a="http://schemas.openxmlformats.org/drawingml/2006/main" noGrp="1"/>
          </p:cNvSpPr>
          <p:nvPr/>
        </p:nvSpPr>
        <p:spPr>
          <a:xfrm xmlns:a="http://schemas.openxmlformats.org/drawingml/2006/main">
            <a:off x="12858750" y="5191125"/>
            <a:ext cx="4714875" cy="1524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BCBEC4"/>
            </a:solidFill>
          </a:ln>
        </p:spPr>
      </p:sp>
      <p:sp>
        <p:nvSpPr>
          <p:cNvPr id="34" name="04">
            <a:extLst xmlns:a="http://schemas.openxmlformats.org/drawingml/2006/main">
              <a:ext uri="{FF2B5EF4-FFF2-40B4-BE49-F238E27FC236}">
                <a16:creationId xmlns:a16="http://schemas.microsoft.com/office/drawing/2014/main" id="{C3BAA5E6-9110-4577-B7BF-D33E1009BFF6}"/>
              </a:ext>
            </a:extLst>
          </p:cNvPr>
          <p:cNvSpPr>
            <a:spLocks xmlns:a="http://schemas.openxmlformats.org/drawingml/2006/main" noGrp="1"/>
          </p:cNvSpPr>
          <p:nvPr/>
        </p:nvSpPr>
        <p:spPr>
          <a:xfrm xmlns:a="http://schemas.openxmlformats.org/drawingml/2006/main">
            <a:off x="13068300" y="53816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075BEA"/>
                </a:solidFill>
                <a:latin typeface="Pretendard"/>
                <a:ea typeface="Pretendard"/>
                <a:cs typeface="Pretendard"/>
              </a:defRPr>
            </a:defPPr>
            <a:lvl1pPr algn="l">
              <a:defRPr sz="2475" b="1">
                <a:solidFill>
                  <a:srgbClr val="075BEA"/>
                </a:solidFill>
                <a:latin typeface="Pretendard"/>
                <a:ea typeface="Pretendard"/>
                <a:cs typeface="Pretendard"/>
              </a:defRPr>
            </a:lvl1pPr>
            <a:lvl2pPr algn="l">
              <a:defRPr sz="2475" b="1">
                <a:solidFill>
                  <a:srgbClr val="075BEA"/>
                </a:solidFill>
                <a:latin typeface="Pretendard"/>
                <a:ea typeface="Pretendard"/>
                <a:cs typeface="Pretendard"/>
              </a:defRPr>
            </a:lvl2pPr>
            <a:lvl3pPr algn="l">
              <a:defRPr sz="2475" b="1">
                <a:solidFill>
                  <a:srgbClr val="075BEA"/>
                </a:solidFill>
                <a:latin typeface="Pretendard"/>
                <a:ea typeface="Pretendard"/>
                <a:cs typeface="Pretendard"/>
              </a:defRPr>
            </a:lvl3pPr>
            <a:lvl4pPr algn="l">
              <a:defRPr sz="2475" b="1">
                <a:solidFill>
                  <a:srgbClr val="075BEA"/>
                </a:solidFill>
                <a:latin typeface="Pretendard"/>
                <a:ea typeface="Pretendard"/>
                <a:cs typeface="Pretendard"/>
              </a:defRPr>
            </a:lvl4pPr>
            <a:lvl5pPr algn="l">
              <a:defRPr sz="2475" b="1">
                <a:solidFill>
                  <a:srgbClr val="075BEA"/>
                </a:solidFill>
                <a:latin typeface="Pretendard"/>
                <a:ea typeface="Pretendard"/>
                <a:cs typeface="Pretendard"/>
              </a:defRPr>
            </a:lvl5pPr>
            <a:lvl6pPr algn="l">
              <a:defRPr sz="2475" b="1">
                <a:solidFill>
                  <a:srgbClr val="075BEA"/>
                </a:solidFill>
                <a:latin typeface="Pretendard"/>
                <a:ea typeface="Pretendard"/>
                <a:cs typeface="Pretendard"/>
              </a:defRPr>
            </a:lvl6pPr>
            <a:lvl7pPr algn="l">
              <a:defRPr sz="2475" b="1">
                <a:solidFill>
                  <a:srgbClr val="075BEA"/>
                </a:solidFill>
                <a:latin typeface="Pretendard"/>
                <a:ea typeface="Pretendard"/>
                <a:cs typeface="Pretendard"/>
              </a:defRPr>
            </a:lvl7pPr>
            <a:lvl8pPr algn="l">
              <a:defRPr sz="2475" b="1">
                <a:solidFill>
                  <a:srgbClr val="075BEA"/>
                </a:solidFill>
                <a:latin typeface="Pretendard"/>
                <a:ea typeface="Pretendard"/>
                <a:cs typeface="Pretendard"/>
              </a:defRPr>
            </a:lvl8pPr>
            <a:lvl9pPr algn="l">
              <a:defRPr sz="2475" b="1">
                <a:solidFill>
                  <a:srgbClr val="075BEA"/>
                </a:solidFill>
                <a:latin typeface="Pretendard"/>
                <a:ea typeface="Pretendard"/>
                <a:cs typeface="Pretendard"/>
              </a:defRPr>
            </a:lvl9pPr>
          </a:lstStyle>
          <a:p xmlns:a="http://schemas.openxmlformats.org/drawingml/2006/main">
            <a:pPr algn="l">
              <a:defRPr sz="2475" b="1">
                <a:solidFill>
                  <a:srgbClr val="075BEA"/>
                </a:solidFill>
                <a:latin typeface="Pretendard"/>
                <a:ea typeface="Pretendard"/>
                <a:cs typeface="Pretendard"/>
              </a:defRPr>
            </a:pPr>
            <a:r>
              <a:rPr sz="2475" b="1">
                <a:solidFill>
                  <a:srgbClr val="075BEA"/>
                </a:solidFill>
                <a:latin typeface="Pretendard"/>
                <a:ea typeface="Pretendard"/>
                <a:cs typeface="Pretendard"/>
              </a:rPr>
              <a:t>04</a:t>
            </a:r>
          </a:p>
        </p:txBody>
      </p:sp>
      <p:sp>
        <p:nvSpPr>
          <p:cNvPr id="35" name="선택 시스템 점검">
            <a:extLst xmlns:a="http://schemas.openxmlformats.org/drawingml/2006/main">
              <a:ext uri="{FF2B5EF4-FFF2-40B4-BE49-F238E27FC236}">
                <a16:creationId xmlns:a16="http://schemas.microsoft.com/office/drawing/2014/main" id="{9B4B0AFA-5891-4093-91C8-7FDB4F3E0135}"/>
              </a:ext>
            </a:extLst>
          </p:cNvPr>
          <p:cNvSpPr>
            <a:spLocks xmlns:a="http://schemas.openxmlformats.org/drawingml/2006/main" noGrp="1"/>
          </p:cNvSpPr>
          <p:nvPr/>
        </p:nvSpPr>
        <p:spPr>
          <a:xfrm xmlns:a="http://schemas.openxmlformats.org/drawingml/2006/main">
            <a:off x="13811250" y="5391150"/>
            <a:ext cx="357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01010"/>
                </a:solidFill>
                <a:latin typeface="Pretendard"/>
                <a:ea typeface="Pretendard"/>
                <a:cs typeface="Pretendard"/>
              </a:defRPr>
            </a:defPPr>
            <a:lvl1pPr algn="l">
              <a:defRPr sz="2475" b="1">
                <a:solidFill>
                  <a:srgbClr val="101010"/>
                </a:solidFill>
                <a:latin typeface="Pretendard"/>
                <a:ea typeface="Pretendard"/>
                <a:cs typeface="Pretendard"/>
              </a:defRPr>
            </a:lvl1pPr>
            <a:lvl2pPr algn="l">
              <a:defRPr sz="2475" b="1">
                <a:solidFill>
                  <a:srgbClr val="101010"/>
                </a:solidFill>
                <a:latin typeface="Pretendard"/>
                <a:ea typeface="Pretendard"/>
                <a:cs typeface="Pretendard"/>
              </a:defRPr>
            </a:lvl2pPr>
            <a:lvl3pPr algn="l">
              <a:defRPr sz="2475" b="1">
                <a:solidFill>
                  <a:srgbClr val="101010"/>
                </a:solidFill>
                <a:latin typeface="Pretendard"/>
                <a:ea typeface="Pretendard"/>
                <a:cs typeface="Pretendard"/>
              </a:defRPr>
            </a:lvl3pPr>
            <a:lvl4pPr algn="l">
              <a:defRPr sz="2475" b="1">
                <a:solidFill>
                  <a:srgbClr val="101010"/>
                </a:solidFill>
                <a:latin typeface="Pretendard"/>
                <a:ea typeface="Pretendard"/>
                <a:cs typeface="Pretendard"/>
              </a:defRPr>
            </a:lvl4pPr>
            <a:lvl5pPr algn="l">
              <a:defRPr sz="2475" b="1">
                <a:solidFill>
                  <a:srgbClr val="101010"/>
                </a:solidFill>
                <a:latin typeface="Pretendard"/>
                <a:ea typeface="Pretendard"/>
                <a:cs typeface="Pretendard"/>
              </a:defRPr>
            </a:lvl5pPr>
            <a:lvl6pPr algn="l">
              <a:defRPr sz="2475" b="1">
                <a:solidFill>
                  <a:srgbClr val="101010"/>
                </a:solidFill>
                <a:latin typeface="Pretendard"/>
                <a:ea typeface="Pretendard"/>
                <a:cs typeface="Pretendard"/>
              </a:defRPr>
            </a:lvl6pPr>
            <a:lvl7pPr algn="l">
              <a:defRPr sz="2475" b="1">
                <a:solidFill>
                  <a:srgbClr val="101010"/>
                </a:solidFill>
                <a:latin typeface="Pretendard"/>
                <a:ea typeface="Pretendard"/>
                <a:cs typeface="Pretendard"/>
              </a:defRPr>
            </a:lvl7pPr>
            <a:lvl8pPr algn="l">
              <a:defRPr sz="2475" b="1">
                <a:solidFill>
                  <a:srgbClr val="101010"/>
                </a:solidFill>
                <a:latin typeface="Pretendard"/>
                <a:ea typeface="Pretendard"/>
                <a:cs typeface="Pretendard"/>
              </a:defRPr>
            </a:lvl8pPr>
            <a:lvl9pPr algn="l">
              <a:defRPr sz="2475" b="1">
                <a:solidFill>
                  <a:srgbClr val="101010"/>
                </a:solidFill>
                <a:latin typeface="Pretendard"/>
                <a:ea typeface="Pretendard"/>
                <a:cs typeface="Pretendard"/>
              </a:defRPr>
            </a:lvl9pPr>
          </a:lstStyle>
          <a:p xmlns:a="http://schemas.openxmlformats.org/drawingml/2006/main">
            <a:pPr algn="l">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선택 시스템 점검</a:t>
            </a:r>
          </a:p>
        </p:txBody>
      </p:sp>
      <p:sp>
        <p:nvSpPr>
          <p:cNvPr id="36" name="MCP · 샘플 모니터링">
            <a:extLst xmlns:a="http://schemas.openxmlformats.org/drawingml/2006/main">
              <a:ext uri="{FF2B5EF4-FFF2-40B4-BE49-F238E27FC236}">
                <a16:creationId xmlns:a16="http://schemas.microsoft.com/office/drawing/2014/main" id="{88E35CE6-5118-459D-AD9C-2427A16FBD6E}"/>
              </a:ext>
            </a:extLst>
          </p:cNvPr>
          <p:cNvSpPr>
            <a:spLocks xmlns:a="http://schemas.openxmlformats.org/drawingml/2006/main" noGrp="1"/>
          </p:cNvSpPr>
          <p:nvPr/>
        </p:nvSpPr>
        <p:spPr>
          <a:xfrm xmlns:a="http://schemas.openxmlformats.org/drawingml/2006/main">
            <a:off x="13087350" y="607695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MCP · 샘플 모니터링</a:t>
            </a:r>
          </a:p>
        </p:txBody>
      </p:sp>
      <p:sp>
        <p:nvSpPr>
          <p:cNvPr id="37" name="">
            <a:extLst xmlns:a="http://schemas.openxmlformats.org/drawingml/2006/main">
              <a:ext uri="{FF2B5EF4-FFF2-40B4-BE49-F238E27FC236}">
                <a16:creationId xmlns:a16="http://schemas.microsoft.com/office/drawing/2014/main" id="{29610178-DEF9-428D-8847-7BECECFA1768}"/>
              </a:ext>
            </a:extLst>
          </p:cNvPr>
          <p:cNvSpPr>
            <a:spLocks xmlns:a="http://schemas.openxmlformats.org/drawingml/2006/main" noGrp="1"/>
          </p:cNvSpPr>
          <p:nvPr/>
        </p:nvSpPr>
        <p:spPr>
          <a:xfrm xmlns:a="http://schemas.openxmlformats.org/drawingml/2006/main">
            <a:off x="7477125" y="5191125"/>
            <a:ext cx="4714875" cy="1524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BCBEC4"/>
            </a:solidFill>
          </a:ln>
        </p:spPr>
      </p:sp>
      <p:sp>
        <p:nvSpPr>
          <p:cNvPr id="38" name="05">
            <a:extLst xmlns:a="http://schemas.openxmlformats.org/drawingml/2006/main">
              <a:ext uri="{FF2B5EF4-FFF2-40B4-BE49-F238E27FC236}">
                <a16:creationId xmlns:a16="http://schemas.microsoft.com/office/drawing/2014/main" id="{6D433BA3-55B7-4B37-810A-489BF79AB2B7}"/>
              </a:ext>
            </a:extLst>
          </p:cNvPr>
          <p:cNvSpPr>
            <a:spLocks xmlns:a="http://schemas.openxmlformats.org/drawingml/2006/main" noGrp="1"/>
          </p:cNvSpPr>
          <p:nvPr/>
        </p:nvSpPr>
        <p:spPr>
          <a:xfrm xmlns:a="http://schemas.openxmlformats.org/drawingml/2006/main">
            <a:off x="7686675" y="53816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075BEA"/>
                </a:solidFill>
                <a:latin typeface="Pretendard"/>
                <a:ea typeface="Pretendard"/>
                <a:cs typeface="Pretendard"/>
              </a:defRPr>
            </a:defPPr>
            <a:lvl1pPr algn="l">
              <a:defRPr sz="2475" b="1">
                <a:solidFill>
                  <a:srgbClr val="075BEA"/>
                </a:solidFill>
                <a:latin typeface="Pretendard"/>
                <a:ea typeface="Pretendard"/>
                <a:cs typeface="Pretendard"/>
              </a:defRPr>
            </a:lvl1pPr>
            <a:lvl2pPr algn="l">
              <a:defRPr sz="2475" b="1">
                <a:solidFill>
                  <a:srgbClr val="075BEA"/>
                </a:solidFill>
                <a:latin typeface="Pretendard"/>
                <a:ea typeface="Pretendard"/>
                <a:cs typeface="Pretendard"/>
              </a:defRPr>
            </a:lvl2pPr>
            <a:lvl3pPr algn="l">
              <a:defRPr sz="2475" b="1">
                <a:solidFill>
                  <a:srgbClr val="075BEA"/>
                </a:solidFill>
                <a:latin typeface="Pretendard"/>
                <a:ea typeface="Pretendard"/>
                <a:cs typeface="Pretendard"/>
              </a:defRPr>
            </a:lvl3pPr>
            <a:lvl4pPr algn="l">
              <a:defRPr sz="2475" b="1">
                <a:solidFill>
                  <a:srgbClr val="075BEA"/>
                </a:solidFill>
                <a:latin typeface="Pretendard"/>
                <a:ea typeface="Pretendard"/>
                <a:cs typeface="Pretendard"/>
              </a:defRPr>
            </a:lvl4pPr>
            <a:lvl5pPr algn="l">
              <a:defRPr sz="2475" b="1">
                <a:solidFill>
                  <a:srgbClr val="075BEA"/>
                </a:solidFill>
                <a:latin typeface="Pretendard"/>
                <a:ea typeface="Pretendard"/>
                <a:cs typeface="Pretendard"/>
              </a:defRPr>
            </a:lvl5pPr>
            <a:lvl6pPr algn="l">
              <a:defRPr sz="2475" b="1">
                <a:solidFill>
                  <a:srgbClr val="075BEA"/>
                </a:solidFill>
                <a:latin typeface="Pretendard"/>
                <a:ea typeface="Pretendard"/>
                <a:cs typeface="Pretendard"/>
              </a:defRPr>
            </a:lvl6pPr>
            <a:lvl7pPr algn="l">
              <a:defRPr sz="2475" b="1">
                <a:solidFill>
                  <a:srgbClr val="075BEA"/>
                </a:solidFill>
                <a:latin typeface="Pretendard"/>
                <a:ea typeface="Pretendard"/>
                <a:cs typeface="Pretendard"/>
              </a:defRPr>
            </a:lvl7pPr>
            <a:lvl8pPr algn="l">
              <a:defRPr sz="2475" b="1">
                <a:solidFill>
                  <a:srgbClr val="075BEA"/>
                </a:solidFill>
                <a:latin typeface="Pretendard"/>
                <a:ea typeface="Pretendard"/>
                <a:cs typeface="Pretendard"/>
              </a:defRPr>
            </a:lvl8pPr>
            <a:lvl9pPr algn="l">
              <a:defRPr sz="2475" b="1">
                <a:solidFill>
                  <a:srgbClr val="075BEA"/>
                </a:solidFill>
                <a:latin typeface="Pretendard"/>
                <a:ea typeface="Pretendard"/>
                <a:cs typeface="Pretendard"/>
              </a:defRPr>
            </a:lvl9pPr>
          </a:lstStyle>
          <a:p xmlns:a="http://schemas.openxmlformats.org/drawingml/2006/main">
            <a:pPr algn="l">
              <a:defRPr sz="2475" b="1">
                <a:solidFill>
                  <a:srgbClr val="075BEA"/>
                </a:solidFill>
                <a:latin typeface="Pretendard"/>
                <a:ea typeface="Pretendard"/>
                <a:cs typeface="Pretendard"/>
              </a:defRPr>
            </a:pPr>
            <a:r>
              <a:rPr sz="2475" b="1">
                <a:solidFill>
                  <a:srgbClr val="075BEA"/>
                </a:solidFill>
                <a:latin typeface="Pretendard"/>
                <a:ea typeface="Pretendard"/>
                <a:cs typeface="Pretendard"/>
              </a:rPr>
              <a:t>05</a:t>
            </a:r>
          </a:p>
        </p:txBody>
      </p:sp>
      <p:sp>
        <p:nvSpPr>
          <p:cNvPr id="39" name="관련 문서 검색">
            <a:extLst xmlns:a="http://schemas.openxmlformats.org/drawingml/2006/main">
              <a:ext uri="{FF2B5EF4-FFF2-40B4-BE49-F238E27FC236}">
                <a16:creationId xmlns:a16="http://schemas.microsoft.com/office/drawing/2014/main" id="{7A54E5BE-B869-4C3D-AFD8-240776FB47BC}"/>
              </a:ext>
            </a:extLst>
          </p:cNvPr>
          <p:cNvSpPr>
            <a:spLocks xmlns:a="http://schemas.openxmlformats.org/drawingml/2006/main" noGrp="1"/>
          </p:cNvSpPr>
          <p:nvPr/>
        </p:nvSpPr>
        <p:spPr>
          <a:xfrm xmlns:a="http://schemas.openxmlformats.org/drawingml/2006/main">
            <a:off x="8429625" y="5391150"/>
            <a:ext cx="357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01010"/>
                </a:solidFill>
                <a:latin typeface="Pretendard"/>
                <a:ea typeface="Pretendard"/>
                <a:cs typeface="Pretendard"/>
              </a:defRPr>
            </a:defPPr>
            <a:lvl1pPr algn="l">
              <a:defRPr sz="2475" b="1">
                <a:solidFill>
                  <a:srgbClr val="101010"/>
                </a:solidFill>
                <a:latin typeface="Pretendard"/>
                <a:ea typeface="Pretendard"/>
                <a:cs typeface="Pretendard"/>
              </a:defRPr>
            </a:lvl1pPr>
            <a:lvl2pPr algn="l">
              <a:defRPr sz="2475" b="1">
                <a:solidFill>
                  <a:srgbClr val="101010"/>
                </a:solidFill>
                <a:latin typeface="Pretendard"/>
                <a:ea typeface="Pretendard"/>
                <a:cs typeface="Pretendard"/>
              </a:defRPr>
            </a:lvl2pPr>
            <a:lvl3pPr algn="l">
              <a:defRPr sz="2475" b="1">
                <a:solidFill>
                  <a:srgbClr val="101010"/>
                </a:solidFill>
                <a:latin typeface="Pretendard"/>
                <a:ea typeface="Pretendard"/>
                <a:cs typeface="Pretendard"/>
              </a:defRPr>
            </a:lvl3pPr>
            <a:lvl4pPr algn="l">
              <a:defRPr sz="2475" b="1">
                <a:solidFill>
                  <a:srgbClr val="101010"/>
                </a:solidFill>
                <a:latin typeface="Pretendard"/>
                <a:ea typeface="Pretendard"/>
                <a:cs typeface="Pretendard"/>
              </a:defRPr>
            </a:lvl4pPr>
            <a:lvl5pPr algn="l">
              <a:defRPr sz="2475" b="1">
                <a:solidFill>
                  <a:srgbClr val="101010"/>
                </a:solidFill>
                <a:latin typeface="Pretendard"/>
                <a:ea typeface="Pretendard"/>
                <a:cs typeface="Pretendard"/>
              </a:defRPr>
            </a:lvl5pPr>
            <a:lvl6pPr algn="l">
              <a:defRPr sz="2475" b="1">
                <a:solidFill>
                  <a:srgbClr val="101010"/>
                </a:solidFill>
                <a:latin typeface="Pretendard"/>
                <a:ea typeface="Pretendard"/>
                <a:cs typeface="Pretendard"/>
              </a:defRPr>
            </a:lvl6pPr>
            <a:lvl7pPr algn="l">
              <a:defRPr sz="2475" b="1">
                <a:solidFill>
                  <a:srgbClr val="101010"/>
                </a:solidFill>
                <a:latin typeface="Pretendard"/>
                <a:ea typeface="Pretendard"/>
                <a:cs typeface="Pretendard"/>
              </a:defRPr>
            </a:lvl7pPr>
            <a:lvl8pPr algn="l">
              <a:defRPr sz="2475" b="1">
                <a:solidFill>
                  <a:srgbClr val="101010"/>
                </a:solidFill>
                <a:latin typeface="Pretendard"/>
                <a:ea typeface="Pretendard"/>
                <a:cs typeface="Pretendard"/>
              </a:defRPr>
            </a:lvl8pPr>
            <a:lvl9pPr algn="l">
              <a:defRPr sz="2475" b="1">
                <a:solidFill>
                  <a:srgbClr val="101010"/>
                </a:solidFill>
                <a:latin typeface="Pretendard"/>
                <a:ea typeface="Pretendard"/>
                <a:cs typeface="Pretendard"/>
              </a:defRPr>
            </a:lvl9pPr>
          </a:lstStyle>
          <a:p xmlns:a="http://schemas.openxmlformats.org/drawingml/2006/main">
            <a:pPr algn="l">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관련 문서 검색</a:t>
            </a:r>
          </a:p>
        </p:txBody>
      </p:sp>
      <p:sp>
        <p:nvSpPr>
          <p:cNvPr id="40" name="RAG · OpenAI 임베딩">
            <a:extLst xmlns:a="http://schemas.openxmlformats.org/drawingml/2006/main">
              <a:ext uri="{FF2B5EF4-FFF2-40B4-BE49-F238E27FC236}">
                <a16:creationId xmlns:a16="http://schemas.microsoft.com/office/drawing/2014/main" id="{F7488D49-7D2A-415E-A5E0-2C2F25C0C45D}"/>
              </a:ext>
            </a:extLst>
          </p:cNvPr>
          <p:cNvSpPr>
            <a:spLocks xmlns:a="http://schemas.openxmlformats.org/drawingml/2006/main" noGrp="1"/>
          </p:cNvSpPr>
          <p:nvPr/>
        </p:nvSpPr>
        <p:spPr>
          <a:xfrm xmlns:a="http://schemas.openxmlformats.org/drawingml/2006/main">
            <a:off x="7705725" y="607695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RAG · OpenAI 임베딩</a:t>
            </a:r>
          </a:p>
        </p:txBody>
      </p:sp>
      <p:sp>
        <p:nvSpPr>
          <p:cNvPr id="41" name="">
            <a:extLst xmlns:a="http://schemas.openxmlformats.org/drawingml/2006/main">
              <a:ext uri="{FF2B5EF4-FFF2-40B4-BE49-F238E27FC236}">
                <a16:creationId xmlns:a16="http://schemas.microsoft.com/office/drawing/2014/main" id="{5A3E3954-A356-40B5-9B5C-1BB765C00610}"/>
              </a:ext>
            </a:extLst>
          </p:cNvPr>
          <p:cNvSpPr>
            <a:spLocks xmlns:a="http://schemas.openxmlformats.org/drawingml/2006/main" noGrp="1"/>
          </p:cNvSpPr>
          <p:nvPr/>
        </p:nvSpPr>
        <p:spPr>
          <a:xfrm xmlns:a="http://schemas.openxmlformats.org/drawingml/2006/main">
            <a:off x="2095500" y="5191125"/>
            <a:ext cx="4714875" cy="1524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0478">
            <a:solidFill>
              <a:srgbClr val="BCBEC4"/>
            </a:solidFill>
          </a:ln>
        </p:spPr>
      </p:sp>
      <p:sp>
        <p:nvSpPr>
          <p:cNvPr id="42" name="06">
            <a:extLst xmlns:a="http://schemas.openxmlformats.org/drawingml/2006/main">
              <a:ext uri="{FF2B5EF4-FFF2-40B4-BE49-F238E27FC236}">
                <a16:creationId xmlns:a16="http://schemas.microsoft.com/office/drawing/2014/main" id="{A0B4D1A1-9920-4F98-8FCA-BE68A30D034F}"/>
              </a:ext>
            </a:extLst>
          </p:cNvPr>
          <p:cNvSpPr>
            <a:spLocks xmlns:a="http://schemas.openxmlformats.org/drawingml/2006/main" noGrp="1"/>
          </p:cNvSpPr>
          <p:nvPr/>
        </p:nvSpPr>
        <p:spPr>
          <a:xfrm xmlns:a="http://schemas.openxmlformats.org/drawingml/2006/main">
            <a:off x="2305050" y="53816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075BEA"/>
                </a:solidFill>
                <a:latin typeface="Pretendard"/>
                <a:ea typeface="Pretendard"/>
                <a:cs typeface="Pretendard"/>
              </a:defRPr>
            </a:defPPr>
            <a:lvl1pPr algn="l">
              <a:defRPr sz="2475" b="1">
                <a:solidFill>
                  <a:srgbClr val="075BEA"/>
                </a:solidFill>
                <a:latin typeface="Pretendard"/>
                <a:ea typeface="Pretendard"/>
                <a:cs typeface="Pretendard"/>
              </a:defRPr>
            </a:lvl1pPr>
            <a:lvl2pPr algn="l">
              <a:defRPr sz="2475" b="1">
                <a:solidFill>
                  <a:srgbClr val="075BEA"/>
                </a:solidFill>
                <a:latin typeface="Pretendard"/>
                <a:ea typeface="Pretendard"/>
                <a:cs typeface="Pretendard"/>
              </a:defRPr>
            </a:lvl2pPr>
            <a:lvl3pPr algn="l">
              <a:defRPr sz="2475" b="1">
                <a:solidFill>
                  <a:srgbClr val="075BEA"/>
                </a:solidFill>
                <a:latin typeface="Pretendard"/>
                <a:ea typeface="Pretendard"/>
                <a:cs typeface="Pretendard"/>
              </a:defRPr>
            </a:lvl3pPr>
            <a:lvl4pPr algn="l">
              <a:defRPr sz="2475" b="1">
                <a:solidFill>
                  <a:srgbClr val="075BEA"/>
                </a:solidFill>
                <a:latin typeface="Pretendard"/>
                <a:ea typeface="Pretendard"/>
                <a:cs typeface="Pretendard"/>
              </a:defRPr>
            </a:lvl4pPr>
            <a:lvl5pPr algn="l">
              <a:defRPr sz="2475" b="1">
                <a:solidFill>
                  <a:srgbClr val="075BEA"/>
                </a:solidFill>
                <a:latin typeface="Pretendard"/>
                <a:ea typeface="Pretendard"/>
                <a:cs typeface="Pretendard"/>
              </a:defRPr>
            </a:lvl5pPr>
            <a:lvl6pPr algn="l">
              <a:defRPr sz="2475" b="1">
                <a:solidFill>
                  <a:srgbClr val="075BEA"/>
                </a:solidFill>
                <a:latin typeface="Pretendard"/>
                <a:ea typeface="Pretendard"/>
                <a:cs typeface="Pretendard"/>
              </a:defRPr>
            </a:lvl6pPr>
            <a:lvl7pPr algn="l">
              <a:defRPr sz="2475" b="1">
                <a:solidFill>
                  <a:srgbClr val="075BEA"/>
                </a:solidFill>
                <a:latin typeface="Pretendard"/>
                <a:ea typeface="Pretendard"/>
                <a:cs typeface="Pretendard"/>
              </a:defRPr>
            </a:lvl7pPr>
            <a:lvl8pPr algn="l">
              <a:defRPr sz="2475" b="1">
                <a:solidFill>
                  <a:srgbClr val="075BEA"/>
                </a:solidFill>
                <a:latin typeface="Pretendard"/>
                <a:ea typeface="Pretendard"/>
                <a:cs typeface="Pretendard"/>
              </a:defRPr>
            </a:lvl8pPr>
            <a:lvl9pPr algn="l">
              <a:defRPr sz="2475" b="1">
                <a:solidFill>
                  <a:srgbClr val="075BEA"/>
                </a:solidFill>
                <a:latin typeface="Pretendard"/>
                <a:ea typeface="Pretendard"/>
                <a:cs typeface="Pretendard"/>
              </a:defRPr>
            </a:lvl9pPr>
          </a:lstStyle>
          <a:p xmlns:a="http://schemas.openxmlformats.org/drawingml/2006/main">
            <a:pPr algn="l">
              <a:defRPr sz="2475" b="1">
                <a:solidFill>
                  <a:srgbClr val="075BEA"/>
                </a:solidFill>
                <a:latin typeface="Pretendard"/>
                <a:ea typeface="Pretendard"/>
                <a:cs typeface="Pretendard"/>
              </a:defRPr>
            </a:pPr>
            <a:r>
              <a:rPr sz="2475" b="1">
                <a:solidFill>
                  <a:srgbClr val="075BEA"/>
                </a:solidFill>
                <a:latin typeface="Pretendard"/>
                <a:ea typeface="Pretendard"/>
                <a:cs typeface="Pretendard"/>
              </a:rPr>
              <a:t>06</a:t>
            </a:r>
          </a:p>
        </p:txBody>
      </p:sp>
      <p:sp>
        <p:nvSpPr>
          <p:cNvPr id="43" name="답변 생성·근거 검증">
            <a:extLst xmlns:a="http://schemas.openxmlformats.org/drawingml/2006/main">
              <a:ext uri="{FF2B5EF4-FFF2-40B4-BE49-F238E27FC236}">
                <a16:creationId xmlns:a16="http://schemas.microsoft.com/office/drawing/2014/main" id="{93B9F00A-C3FA-4732-9ECD-803821C36C31}"/>
              </a:ext>
            </a:extLst>
          </p:cNvPr>
          <p:cNvSpPr>
            <a:spLocks xmlns:a="http://schemas.openxmlformats.org/drawingml/2006/main" noGrp="1"/>
          </p:cNvSpPr>
          <p:nvPr/>
        </p:nvSpPr>
        <p:spPr>
          <a:xfrm xmlns:a="http://schemas.openxmlformats.org/drawingml/2006/main">
            <a:off x="3048000" y="5391150"/>
            <a:ext cx="357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101010"/>
                </a:solidFill>
                <a:latin typeface="Pretendard"/>
                <a:ea typeface="Pretendard"/>
                <a:cs typeface="Pretendard"/>
              </a:defRPr>
            </a:defPPr>
            <a:lvl1pPr algn="l">
              <a:defRPr sz="2475" b="1">
                <a:solidFill>
                  <a:srgbClr val="101010"/>
                </a:solidFill>
                <a:latin typeface="Pretendard"/>
                <a:ea typeface="Pretendard"/>
                <a:cs typeface="Pretendard"/>
              </a:defRPr>
            </a:lvl1pPr>
            <a:lvl2pPr algn="l">
              <a:defRPr sz="2475" b="1">
                <a:solidFill>
                  <a:srgbClr val="101010"/>
                </a:solidFill>
                <a:latin typeface="Pretendard"/>
                <a:ea typeface="Pretendard"/>
                <a:cs typeface="Pretendard"/>
              </a:defRPr>
            </a:lvl2pPr>
            <a:lvl3pPr algn="l">
              <a:defRPr sz="2475" b="1">
                <a:solidFill>
                  <a:srgbClr val="101010"/>
                </a:solidFill>
                <a:latin typeface="Pretendard"/>
                <a:ea typeface="Pretendard"/>
                <a:cs typeface="Pretendard"/>
              </a:defRPr>
            </a:lvl3pPr>
            <a:lvl4pPr algn="l">
              <a:defRPr sz="2475" b="1">
                <a:solidFill>
                  <a:srgbClr val="101010"/>
                </a:solidFill>
                <a:latin typeface="Pretendard"/>
                <a:ea typeface="Pretendard"/>
                <a:cs typeface="Pretendard"/>
              </a:defRPr>
            </a:lvl4pPr>
            <a:lvl5pPr algn="l">
              <a:defRPr sz="2475" b="1">
                <a:solidFill>
                  <a:srgbClr val="101010"/>
                </a:solidFill>
                <a:latin typeface="Pretendard"/>
                <a:ea typeface="Pretendard"/>
                <a:cs typeface="Pretendard"/>
              </a:defRPr>
            </a:lvl5pPr>
            <a:lvl6pPr algn="l">
              <a:defRPr sz="2475" b="1">
                <a:solidFill>
                  <a:srgbClr val="101010"/>
                </a:solidFill>
                <a:latin typeface="Pretendard"/>
                <a:ea typeface="Pretendard"/>
                <a:cs typeface="Pretendard"/>
              </a:defRPr>
            </a:lvl6pPr>
            <a:lvl7pPr algn="l">
              <a:defRPr sz="2475" b="1">
                <a:solidFill>
                  <a:srgbClr val="101010"/>
                </a:solidFill>
                <a:latin typeface="Pretendard"/>
                <a:ea typeface="Pretendard"/>
                <a:cs typeface="Pretendard"/>
              </a:defRPr>
            </a:lvl7pPr>
            <a:lvl8pPr algn="l">
              <a:defRPr sz="2475" b="1">
                <a:solidFill>
                  <a:srgbClr val="101010"/>
                </a:solidFill>
                <a:latin typeface="Pretendard"/>
                <a:ea typeface="Pretendard"/>
                <a:cs typeface="Pretendard"/>
              </a:defRPr>
            </a:lvl8pPr>
            <a:lvl9pPr algn="l">
              <a:defRPr sz="2475" b="1">
                <a:solidFill>
                  <a:srgbClr val="101010"/>
                </a:solidFill>
                <a:latin typeface="Pretendard"/>
                <a:ea typeface="Pretendard"/>
                <a:cs typeface="Pretendard"/>
              </a:defRPr>
            </a:lvl9pPr>
          </a:lstStyle>
          <a:p xmlns:a="http://schemas.openxmlformats.org/drawingml/2006/main">
            <a:pPr algn="l">
              <a:defRPr sz="2475" b="1">
                <a:solidFill>
                  <a:srgbClr val="101010"/>
                </a:solidFill>
                <a:latin typeface="Pretendard"/>
                <a:ea typeface="Pretendard"/>
                <a:cs typeface="Pretendard"/>
              </a:defRPr>
            </a:pPr>
            <a:r>
              <a:rPr sz="2475" b="1">
                <a:solidFill>
                  <a:srgbClr val="101010"/>
                </a:solidFill>
                <a:latin typeface="Pretendard"/>
                <a:ea typeface="Pretendard"/>
                <a:cs typeface="Pretendard"/>
              </a:rPr>
              <a:t>답변 생성·근거 검증</a:t>
            </a:r>
          </a:p>
        </p:txBody>
      </p:sp>
      <p:sp>
        <p:nvSpPr>
          <p:cNvPr id="44" name="Qwen 8b · 검증 규칙">
            <a:extLst xmlns:a="http://schemas.openxmlformats.org/drawingml/2006/main">
              <a:ext uri="{FF2B5EF4-FFF2-40B4-BE49-F238E27FC236}">
                <a16:creationId xmlns:a16="http://schemas.microsoft.com/office/drawing/2014/main" id="{F4270B90-72D8-41FD-96C7-BAFDD361FE01}"/>
              </a:ext>
            </a:extLst>
          </p:cNvPr>
          <p:cNvSpPr>
            <a:spLocks xmlns:a="http://schemas.openxmlformats.org/drawingml/2006/main" noGrp="1"/>
          </p:cNvSpPr>
          <p:nvPr/>
        </p:nvSpPr>
        <p:spPr>
          <a:xfrm xmlns:a="http://schemas.openxmlformats.org/drawingml/2006/main">
            <a:off x="2324100" y="6076950"/>
            <a:ext cx="4286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686868"/>
                </a:solidFill>
                <a:latin typeface="Pretendard"/>
                <a:ea typeface="Pretendard"/>
                <a:cs typeface="Pretendard"/>
              </a:defRPr>
            </a:defPPr>
            <a:lvl1pPr algn="l">
              <a:defRPr sz="2100" b="0">
                <a:solidFill>
                  <a:srgbClr val="686868"/>
                </a:solidFill>
                <a:latin typeface="Pretendard"/>
                <a:ea typeface="Pretendard"/>
                <a:cs typeface="Pretendard"/>
              </a:defRPr>
            </a:lvl1pPr>
            <a:lvl2pPr algn="l">
              <a:defRPr sz="2100" b="0">
                <a:solidFill>
                  <a:srgbClr val="686868"/>
                </a:solidFill>
                <a:latin typeface="Pretendard"/>
                <a:ea typeface="Pretendard"/>
                <a:cs typeface="Pretendard"/>
              </a:defRPr>
            </a:lvl2pPr>
            <a:lvl3pPr algn="l">
              <a:defRPr sz="2100" b="0">
                <a:solidFill>
                  <a:srgbClr val="686868"/>
                </a:solidFill>
                <a:latin typeface="Pretendard"/>
                <a:ea typeface="Pretendard"/>
                <a:cs typeface="Pretendard"/>
              </a:defRPr>
            </a:lvl3pPr>
            <a:lvl4pPr algn="l">
              <a:defRPr sz="2100" b="0">
                <a:solidFill>
                  <a:srgbClr val="686868"/>
                </a:solidFill>
                <a:latin typeface="Pretendard"/>
                <a:ea typeface="Pretendard"/>
                <a:cs typeface="Pretendard"/>
              </a:defRPr>
            </a:lvl4pPr>
            <a:lvl5pPr algn="l">
              <a:defRPr sz="2100" b="0">
                <a:solidFill>
                  <a:srgbClr val="686868"/>
                </a:solidFill>
                <a:latin typeface="Pretendard"/>
                <a:ea typeface="Pretendard"/>
                <a:cs typeface="Pretendard"/>
              </a:defRPr>
            </a:lvl5pPr>
            <a:lvl6pPr algn="l">
              <a:defRPr sz="2100" b="0">
                <a:solidFill>
                  <a:srgbClr val="686868"/>
                </a:solidFill>
                <a:latin typeface="Pretendard"/>
                <a:ea typeface="Pretendard"/>
                <a:cs typeface="Pretendard"/>
              </a:defRPr>
            </a:lvl6pPr>
            <a:lvl7pPr algn="l">
              <a:defRPr sz="2100" b="0">
                <a:solidFill>
                  <a:srgbClr val="686868"/>
                </a:solidFill>
                <a:latin typeface="Pretendard"/>
                <a:ea typeface="Pretendard"/>
                <a:cs typeface="Pretendard"/>
              </a:defRPr>
            </a:lvl7pPr>
            <a:lvl8pPr algn="l">
              <a:defRPr sz="2100" b="0">
                <a:solidFill>
                  <a:srgbClr val="686868"/>
                </a:solidFill>
                <a:latin typeface="Pretendard"/>
                <a:ea typeface="Pretendard"/>
                <a:cs typeface="Pretendard"/>
              </a:defRPr>
            </a:lvl8pPr>
            <a:lvl9pPr algn="l">
              <a:defRPr sz="2100" b="0">
                <a:solidFill>
                  <a:srgbClr val="686868"/>
                </a:solidFill>
                <a:latin typeface="Pretendard"/>
                <a:ea typeface="Pretendard"/>
                <a:cs typeface="Pretendard"/>
              </a:defRPr>
            </a:lvl9pPr>
          </a:lstStyle>
          <a:p xmlns:a="http://schemas.openxmlformats.org/drawingml/2006/main">
            <a:pPr algn="l">
              <a:defRPr sz="2100" b="0">
                <a:solidFill>
                  <a:srgbClr val="686868"/>
                </a:solidFill>
                <a:latin typeface="Pretendard"/>
                <a:ea typeface="Pretendard"/>
                <a:cs typeface="Pretendard"/>
              </a:defRPr>
            </a:pPr>
            <a:r>
              <a:rPr sz="2100" b="0">
                <a:solidFill>
                  <a:srgbClr val="686868"/>
                </a:solidFill>
                <a:latin typeface="Pretendard"/>
                <a:ea typeface="Pretendard"/>
                <a:cs typeface="Pretendard"/>
              </a:rPr>
              <a:t>Qwen 8b · 검증 규칙</a:t>
            </a:r>
          </a:p>
        </p:txBody>
      </p:sp>
      <p:sp>
        <p:nvSpPr>
          <p:cNvPr id="50" name="">
            <a:extLst xmlns:a="http://schemas.openxmlformats.org/drawingml/2006/main">
              <a:ext uri="{FF2B5EF4-FFF2-40B4-BE49-F238E27FC236}">
                <a16:creationId xmlns:a16="http://schemas.microsoft.com/office/drawing/2014/main" id="{2117684C-8C41-4AB4-8952-73D8CE5F6CF8}"/>
              </a:ext>
            </a:extLst>
          </p:cNvPr>
          <p:cNvSpPr>
            <a:spLocks xmlns:a="http://schemas.openxmlformats.org/drawingml/2006/main" noGrp="1"/>
          </p:cNvSpPr>
          <p:nvPr/>
        </p:nvSpPr>
        <p:spPr>
          <a:xfrm xmlns:a="http://schemas.openxmlformats.org/drawingml/2006/main">
            <a:off x="2095500" y="7258050"/>
            <a:ext cx="15478125" cy="1114425"/>
          </a:xfrm>
          <a:prstGeom xmlns:a="http://schemas.openxmlformats.org/drawingml/2006/main" prst="roundRect">
            <a:avLst>
              <a:gd name="adj" fmla="val 17094"/>
            </a:avLst>
          </a:prstGeom>
          <a:solidFill xmlns:a="http://schemas.openxmlformats.org/drawingml/2006/main">
            <a:srgbClr val="FFFFFF"/>
          </a:solidFill>
          <a:ln xmlns:a="http://schemas.openxmlformats.org/drawingml/2006/main" w="10478">
            <a:solidFill>
              <a:srgbClr val="BCBEC4"/>
            </a:solidFill>
          </a:ln>
        </p:spPr>
      </p:sp>
      <p:sp>
        <p:nvSpPr>
          <p:cNvPr id="51" name="결과 저장 → 사용자 답변 · 대화 복원 · 관리자 목록/상세 조회">
            <a:extLst xmlns:a="http://schemas.openxmlformats.org/drawingml/2006/main">
              <a:ext uri="{FF2B5EF4-FFF2-40B4-BE49-F238E27FC236}">
                <a16:creationId xmlns:a16="http://schemas.microsoft.com/office/drawing/2014/main" id="{84E21BC3-0094-47E6-A795-09CF9D5532E4}"/>
              </a:ext>
            </a:extLst>
          </p:cNvPr>
          <p:cNvSpPr>
            <a:spLocks xmlns:a="http://schemas.openxmlformats.org/drawingml/2006/main" noGrp="1"/>
          </p:cNvSpPr>
          <p:nvPr/>
        </p:nvSpPr>
        <p:spPr>
          <a:xfrm xmlns:a="http://schemas.openxmlformats.org/drawingml/2006/main">
            <a:off x="2381250" y="7591425"/>
            <a:ext cx="14906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775" b="1">
                <a:solidFill>
                  <a:srgbClr val="101010"/>
                </a:solidFill>
                <a:latin typeface="Pretendard"/>
                <a:ea typeface="Pretendard"/>
                <a:cs typeface="Pretendard"/>
              </a:defRPr>
            </a:defPPr>
            <a:lvl1pPr algn="ctr">
              <a:defRPr sz="2775" b="1">
                <a:solidFill>
                  <a:srgbClr val="101010"/>
                </a:solidFill>
                <a:latin typeface="Pretendard"/>
                <a:ea typeface="Pretendard"/>
                <a:cs typeface="Pretendard"/>
              </a:defRPr>
            </a:lvl1pPr>
            <a:lvl2pPr algn="ctr">
              <a:defRPr sz="2775" b="1">
                <a:solidFill>
                  <a:srgbClr val="101010"/>
                </a:solidFill>
                <a:latin typeface="Pretendard"/>
                <a:ea typeface="Pretendard"/>
                <a:cs typeface="Pretendard"/>
              </a:defRPr>
            </a:lvl2pPr>
            <a:lvl3pPr algn="ctr">
              <a:defRPr sz="2775" b="1">
                <a:solidFill>
                  <a:srgbClr val="101010"/>
                </a:solidFill>
                <a:latin typeface="Pretendard"/>
                <a:ea typeface="Pretendard"/>
                <a:cs typeface="Pretendard"/>
              </a:defRPr>
            </a:lvl3pPr>
            <a:lvl4pPr algn="ctr">
              <a:defRPr sz="2775" b="1">
                <a:solidFill>
                  <a:srgbClr val="101010"/>
                </a:solidFill>
                <a:latin typeface="Pretendard"/>
                <a:ea typeface="Pretendard"/>
                <a:cs typeface="Pretendard"/>
              </a:defRPr>
            </a:lvl4pPr>
            <a:lvl5pPr algn="ctr">
              <a:defRPr sz="2775" b="1">
                <a:solidFill>
                  <a:srgbClr val="101010"/>
                </a:solidFill>
                <a:latin typeface="Pretendard"/>
                <a:ea typeface="Pretendard"/>
                <a:cs typeface="Pretendard"/>
              </a:defRPr>
            </a:lvl5pPr>
            <a:lvl6pPr algn="ctr">
              <a:defRPr sz="2775" b="1">
                <a:solidFill>
                  <a:srgbClr val="101010"/>
                </a:solidFill>
                <a:latin typeface="Pretendard"/>
                <a:ea typeface="Pretendard"/>
                <a:cs typeface="Pretendard"/>
              </a:defRPr>
            </a:lvl6pPr>
            <a:lvl7pPr algn="ctr">
              <a:defRPr sz="2775" b="1">
                <a:solidFill>
                  <a:srgbClr val="101010"/>
                </a:solidFill>
                <a:latin typeface="Pretendard"/>
                <a:ea typeface="Pretendard"/>
                <a:cs typeface="Pretendard"/>
              </a:defRPr>
            </a:lvl7pPr>
            <a:lvl8pPr algn="ctr">
              <a:defRPr sz="2775" b="1">
                <a:solidFill>
                  <a:srgbClr val="101010"/>
                </a:solidFill>
                <a:latin typeface="Pretendard"/>
                <a:ea typeface="Pretendard"/>
                <a:cs typeface="Pretendard"/>
              </a:defRPr>
            </a:lvl8pPr>
            <a:lvl9pPr algn="ctr">
              <a:defRPr sz="2775" b="1">
                <a:solidFill>
                  <a:srgbClr val="101010"/>
                </a:solidFill>
                <a:latin typeface="Pretendard"/>
                <a:ea typeface="Pretendard"/>
                <a:cs typeface="Pretendard"/>
              </a:defRPr>
            </a:lvl9pPr>
          </a:lstStyle>
          <a:p xmlns:a="http://schemas.openxmlformats.org/drawingml/2006/main">
            <a:pPr algn="ctr">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결과 저장 → 사용자 답변 · 대화 복원 · 관리자 목록/상세 조회</a:t>
            </a:r>
          </a:p>
        </p:txBody>
      </p:sp>
      <p:sp>
        <p:nvSpPr>
          <p:cNvPr id="52" name="LangGraph: 처리 순서·분기 제어     |     LangSmith: 실행 과">
            <a:extLst xmlns:a="http://schemas.openxmlformats.org/drawingml/2006/main">
              <a:ext uri="{FF2B5EF4-FFF2-40B4-BE49-F238E27FC236}">
                <a16:creationId xmlns:a16="http://schemas.microsoft.com/office/drawing/2014/main" id="{8FDE4ACF-56AA-43FE-8A3A-DC9758BC5537}"/>
              </a:ext>
            </a:extLst>
          </p:cNvPr>
          <p:cNvSpPr>
            <a:spLocks xmlns:a="http://schemas.openxmlformats.org/drawingml/2006/main" noGrp="1"/>
          </p:cNvSpPr>
          <p:nvPr/>
        </p:nvSpPr>
        <p:spPr>
          <a:xfrm xmlns:a="http://schemas.openxmlformats.org/drawingml/2006/main">
            <a:off x="2333625" y="8734425"/>
            <a:ext cx="1495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325" b="1">
                <a:solidFill>
                  <a:srgbClr val="075BEA"/>
                </a:solidFill>
                <a:latin typeface="Pretendard"/>
                <a:ea typeface="Pretendard"/>
                <a:cs typeface="Pretendard"/>
              </a:defRPr>
            </a:defPPr>
            <a:lvl1pPr algn="ctr">
              <a:defRPr sz="2325" b="1">
                <a:solidFill>
                  <a:srgbClr val="075BEA"/>
                </a:solidFill>
                <a:latin typeface="Pretendard"/>
                <a:ea typeface="Pretendard"/>
                <a:cs typeface="Pretendard"/>
              </a:defRPr>
            </a:lvl1pPr>
            <a:lvl2pPr algn="ctr">
              <a:defRPr sz="2325" b="1">
                <a:solidFill>
                  <a:srgbClr val="075BEA"/>
                </a:solidFill>
                <a:latin typeface="Pretendard"/>
                <a:ea typeface="Pretendard"/>
                <a:cs typeface="Pretendard"/>
              </a:defRPr>
            </a:lvl2pPr>
            <a:lvl3pPr algn="ctr">
              <a:defRPr sz="2325" b="1">
                <a:solidFill>
                  <a:srgbClr val="075BEA"/>
                </a:solidFill>
                <a:latin typeface="Pretendard"/>
                <a:ea typeface="Pretendard"/>
                <a:cs typeface="Pretendard"/>
              </a:defRPr>
            </a:lvl3pPr>
            <a:lvl4pPr algn="ctr">
              <a:defRPr sz="2325" b="1">
                <a:solidFill>
                  <a:srgbClr val="075BEA"/>
                </a:solidFill>
                <a:latin typeface="Pretendard"/>
                <a:ea typeface="Pretendard"/>
                <a:cs typeface="Pretendard"/>
              </a:defRPr>
            </a:lvl4pPr>
            <a:lvl5pPr algn="ctr">
              <a:defRPr sz="2325" b="1">
                <a:solidFill>
                  <a:srgbClr val="075BEA"/>
                </a:solidFill>
                <a:latin typeface="Pretendard"/>
                <a:ea typeface="Pretendard"/>
                <a:cs typeface="Pretendard"/>
              </a:defRPr>
            </a:lvl5pPr>
            <a:lvl6pPr algn="ctr">
              <a:defRPr sz="2325" b="1">
                <a:solidFill>
                  <a:srgbClr val="075BEA"/>
                </a:solidFill>
                <a:latin typeface="Pretendard"/>
                <a:ea typeface="Pretendard"/>
                <a:cs typeface="Pretendard"/>
              </a:defRPr>
            </a:lvl6pPr>
            <a:lvl7pPr algn="ctr">
              <a:defRPr sz="2325" b="1">
                <a:solidFill>
                  <a:srgbClr val="075BEA"/>
                </a:solidFill>
                <a:latin typeface="Pretendard"/>
                <a:ea typeface="Pretendard"/>
                <a:cs typeface="Pretendard"/>
              </a:defRPr>
            </a:lvl7pPr>
            <a:lvl8pPr algn="ctr">
              <a:defRPr sz="2325" b="1">
                <a:solidFill>
                  <a:srgbClr val="075BEA"/>
                </a:solidFill>
                <a:latin typeface="Pretendard"/>
                <a:ea typeface="Pretendard"/>
                <a:cs typeface="Pretendard"/>
              </a:defRPr>
            </a:lvl8pPr>
            <a:lvl9pPr algn="ctr">
              <a:defRPr sz="2325" b="1">
                <a:solidFill>
                  <a:srgbClr val="075BEA"/>
                </a:solidFill>
                <a:latin typeface="Pretendard"/>
                <a:ea typeface="Pretendard"/>
                <a:cs typeface="Pretendard"/>
              </a:defRPr>
            </a:lvl9pPr>
          </a:lstStyle>
          <a:p xmlns:a="http://schemas.openxmlformats.org/drawingml/2006/main">
            <a:pPr algn="ctr">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LangGraph: 처리 순서·분기 제어     |     LangSmith: 실행 과정·오류·시간 추적</a:t>
            </a:r>
          </a:p>
        </p:txBody>
      </p:sp>
      <p:sp>
        <p:nvSpPr>
          <p:cNvPr id="53" name="단일 LangGraph 흐름 · OpenAI는 문서/질문의 임베딩 담당 · 실제 로그 ">
            <a:extLst xmlns:a="http://schemas.openxmlformats.org/drawingml/2006/main">
              <a:ext uri="{FF2B5EF4-FFF2-40B4-BE49-F238E27FC236}">
                <a16:creationId xmlns:a16="http://schemas.microsoft.com/office/drawing/2014/main" id="{DEBF117D-9437-4C5F-A7A0-D2D18CAFA098}"/>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단일 LangGraph 흐름 · OpenAI는 문서/질문의 임베딩 담당 · 실제 로그 분석·자동 복구는 미구현</a:t>
            </a:r>
          </a:p>
        </p:txBody>
      </p:sp>
    </p:spTree>
    <p:extLst>
      <p:ext uri="{BB962C8B-B14F-4D97-AF65-F5344CB8AC3E}">
        <p14:creationId xmlns:p14="http://schemas.microsoft.com/office/powerpoint/2010/main" val="1639852189"/>
      </p:ext>
    </p:extLst>
  </p:cSld>
</p:sld>
</file>

<file path=ppt/slides/slide9.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8902ba3443104715">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0d100e7de29346d1">
            <a:extLst>
              <a:ext uri="{96DAC541-7B7A-43D3-8B79-37D633B846F1}">
                <asvg:svgBlip xmlns:asvg="http://schemas.microsoft.com/office/drawing/2016/SVG/main" r:embed="R8d89f39138814e8c"/>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abc9b808d8214522">
            <a:alphaModFix amt="75000"/>
            <a:extLst>
              <a:ext uri="{96DAC541-7B7A-43D3-8B79-37D633B846F1}">
                <asvg:svgBlip xmlns:asvg="http://schemas.microsoft.com/office/drawing/2016/SVG/main" r:embed="Rfd2841222f4f43cd"/>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15fb82f00fcf4a74">
            <a:extLst>
              <a:ext uri="{96DAC541-7B7A-43D3-8B79-37D633B846F1}">
                <asvg:svgBlip xmlns:asvg="http://schemas.microsoft.com/office/drawing/2016/SVG/main" r:embed="R5a631445d5a04883"/>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ab43ddb2f31345ac">
            <a:extLst>
              <a:ext uri="{96DAC541-7B7A-43D3-8B79-37D633B846F1}">
                <asvg:svgBlip xmlns:asvg="http://schemas.microsoft.com/office/drawing/2016/SVG/main" r:embed="R3ae13d40f2704f15"/>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50a68c34bfb441cc">
            <a:extLst>
              <a:ext uri="{96DAC541-7B7A-43D3-8B79-37D633B846F1}">
                <asvg:svgBlip xmlns:asvg="http://schemas.microsoft.com/office/drawing/2016/SVG/main" r:embed="R1b27dd4d71784a91"/>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4b1eeb3a785b491d"/>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a16ecf43941d4822">
            <a:extLst>
              <a:ext uri="{96DAC541-7B7A-43D3-8B79-37D633B846F1}">
                <asvg:svgBlip xmlns:asvg="http://schemas.microsoft.com/office/drawing/2016/SVG/main" r:embed="R923e786d4a27486f"/>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33566eb24f60459a">
            <a:extLst>
              <a:ext uri="{96DAC541-7B7A-43D3-8B79-37D633B846F1}">
                <asvg:svgBlip xmlns:asvg="http://schemas.microsoft.com/office/drawing/2016/SVG/main" r:embed="R97c3304a85ce4640"/>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a16dcddae4834ef2">
            <a:extLst>
              <a:ext uri="{96DAC541-7B7A-43D3-8B79-37D633B846F1}">
                <asvg:svgBlip xmlns:asvg="http://schemas.microsoft.com/office/drawing/2016/SVG/main" r:embed="Rf11f913b18724a18"/>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ed61a949d4f64e90">
            <a:extLst>
              <a:ext uri="{96DAC541-7B7A-43D3-8B79-37D633B846F1}">
                <asvg:svgBlip xmlns:asvg="http://schemas.microsoft.com/office/drawing/2016/SVG/main" r:embed="R435f660d569942af"/>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ed61a949d4f64e90">
            <a:extLst>
              <a:ext uri="{96DAC541-7B7A-43D3-8B79-37D633B846F1}">
                <asvg:svgBlip xmlns:asvg="http://schemas.microsoft.com/office/drawing/2016/SVG/main" r:embed="R435f660d569942af"/>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ed61a949d4f64e90">
            <a:extLst>
              <a:ext uri="{96DAC541-7B7A-43D3-8B79-37D633B846F1}">
                <asvg:svgBlip xmlns:asvg="http://schemas.microsoft.com/office/drawing/2016/SVG/main" r:embed="R435f660d569942af"/>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ed61a949d4f64e90">
            <a:extLst>
              <a:ext uri="{96DAC541-7B7A-43D3-8B79-37D633B846F1}">
                <asvg:svgBlip xmlns:asvg="http://schemas.microsoft.com/office/drawing/2016/SVG/main" r:embed="R435f660d569942af"/>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3bfa56f331dd4503">
            <a:extLst>
              <a:ext uri="{96DAC541-7B7A-43D3-8B79-37D633B846F1}">
                <asvg:svgBlip xmlns:asvg="http://schemas.microsoft.com/office/drawing/2016/SVG/main" r:embed="R066a5f85995240b3"/>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1536C02A-E523-4AD8-98E0-A5DC9120AE97}"/>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09">
            <a:extLst xmlns:a="http://schemas.openxmlformats.org/drawingml/2006/main">
              <a:ext uri="{FF2B5EF4-FFF2-40B4-BE49-F238E27FC236}">
                <a16:creationId xmlns:a16="http://schemas.microsoft.com/office/drawing/2014/main" id="{4A574198-6EC6-4E99-AB05-8AA6D16EFEA4}"/>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09</a:t>
            </a:r>
          </a:p>
        </p:txBody>
      </p:sp>
      <p:sp>
        <p:nvSpPr>
          <p:cNvPr id="20" name="1단계 | 시스템 선택과 입력 검증">
            <a:extLst xmlns:a="http://schemas.openxmlformats.org/drawingml/2006/main">
              <a:ext uri="{FF2B5EF4-FFF2-40B4-BE49-F238E27FC236}">
                <a16:creationId xmlns:a16="http://schemas.microsoft.com/office/drawing/2014/main" id="{9DE0DC06-E657-415C-B7F7-6764B200A094}"/>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1단계 | 시스템 선택과 입력 검증</a:t>
            </a:r>
          </a:p>
        </p:txBody>
      </p:sp>
      <p:sp>
        <p:nvSpPr>
          <p:cNvPr id="21" name="">
            <a:extLst xmlns:a="http://schemas.openxmlformats.org/drawingml/2006/main">
              <a:ext uri="{FF2B5EF4-FFF2-40B4-BE49-F238E27FC236}">
                <a16:creationId xmlns:a16="http://schemas.microsoft.com/office/drawing/2014/main" id="{F9BDAB5D-9897-4D01-9FE1-CA90C7F6F5E8}"/>
              </a:ext>
            </a:extLst>
          </p:cNvPr>
          <p:cNvSpPr>
            <a:spLocks xmlns:a="http://schemas.openxmlformats.org/drawingml/2006/main" noGrp="1"/>
          </p:cNvSpPr>
          <p:nvPr/>
        </p:nvSpPr>
        <p:spPr>
          <a:xfrm xmlns:a="http://schemas.openxmlformats.org/drawingml/2006/main">
            <a:off x="2095500" y="2695575"/>
            <a:ext cx="7191375" cy="65722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D2BCBA73-D2A2-40BC-811C-613DD813FC24}"/>
              </a:ext>
            </a:extLst>
          </p:cNvPr>
          <p:cNvSpPr>
            <a:spLocks xmlns:a="http://schemas.openxmlformats.org/drawingml/2006/main" noGrp="1"/>
          </p:cNvSpPr>
          <p:nvPr/>
        </p:nvSpPr>
        <p:spPr>
          <a:xfrm xmlns:a="http://schemas.openxmlformats.org/drawingml/2006/main">
            <a:off x="9620250" y="2695575"/>
            <a:ext cx="7953375" cy="65722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10478">
            <a:solidFill>
              <a:srgbClr val="BCBEC4"/>
            </a:solidFill>
          </a:ln>
        </p:spPr>
      </p:sp>
      <p:sp>
        <p:nvSpPr>
          <p:cNvPr id="23" name="기존">
            <a:extLst xmlns:a="http://schemas.openxmlformats.org/drawingml/2006/main">
              <a:ext uri="{FF2B5EF4-FFF2-40B4-BE49-F238E27FC236}">
                <a16:creationId xmlns:a16="http://schemas.microsoft.com/office/drawing/2014/main" id="{BD39EC34-101E-43A7-87F9-EA9CA3EE329D}"/>
              </a:ext>
            </a:extLst>
          </p:cNvPr>
          <p:cNvSpPr>
            <a:spLocks xmlns:a="http://schemas.openxmlformats.org/drawingml/2006/main" noGrp="1"/>
          </p:cNvSpPr>
          <p:nvPr/>
        </p:nvSpPr>
        <p:spPr>
          <a:xfrm xmlns:a="http://schemas.openxmlformats.org/drawingml/2006/main">
            <a:off x="2343150" y="27813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686868"/>
                </a:solidFill>
                <a:latin typeface="Pretendard"/>
                <a:ea typeface="Pretendard"/>
                <a:cs typeface="Pretendard"/>
              </a:defRPr>
            </a:defPPr>
            <a:lvl1pPr algn="l">
              <a:defRPr sz="2250" b="1">
                <a:solidFill>
                  <a:srgbClr val="686868"/>
                </a:solidFill>
                <a:latin typeface="Pretendard"/>
                <a:ea typeface="Pretendard"/>
                <a:cs typeface="Pretendard"/>
              </a:defRPr>
            </a:lvl1pPr>
            <a:lvl2pPr algn="l">
              <a:defRPr sz="2250" b="1">
                <a:solidFill>
                  <a:srgbClr val="686868"/>
                </a:solidFill>
                <a:latin typeface="Pretendard"/>
                <a:ea typeface="Pretendard"/>
                <a:cs typeface="Pretendard"/>
              </a:defRPr>
            </a:lvl2pPr>
            <a:lvl3pPr algn="l">
              <a:defRPr sz="2250" b="1">
                <a:solidFill>
                  <a:srgbClr val="686868"/>
                </a:solidFill>
                <a:latin typeface="Pretendard"/>
                <a:ea typeface="Pretendard"/>
                <a:cs typeface="Pretendard"/>
              </a:defRPr>
            </a:lvl3pPr>
            <a:lvl4pPr algn="l">
              <a:defRPr sz="2250" b="1">
                <a:solidFill>
                  <a:srgbClr val="686868"/>
                </a:solidFill>
                <a:latin typeface="Pretendard"/>
                <a:ea typeface="Pretendard"/>
                <a:cs typeface="Pretendard"/>
              </a:defRPr>
            </a:lvl4pPr>
            <a:lvl5pPr algn="l">
              <a:defRPr sz="2250" b="1">
                <a:solidFill>
                  <a:srgbClr val="686868"/>
                </a:solidFill>
                <a:latin typeface="Pretendard"/>
                <a:ea typeface="Pretendard"/>
                <a:cs typeface="Pretendard"/>
              </a:defRPr>
            </a:lvl5pPr>
            <a:lvl6pPr algn="l">
              <a:defRPr sz="2250" b="1">
                <a:solidFill>
                  <a:srgbClr val="686868"/>
                </a:solidFill>
                <a:latin typeface="Pretendard"/>
                <a:ea typeface="Pretendard"/>
                <a:cs typeface="Pretendard"/>
              </a:defRPr>
            </a:lvl6pPr>
            <a:lvl7pPr algn="l">
              <a:defRPr sz="2250" b="1">
                <a:solidFill>
                  <a:srgbClr val="686868"/>
                </a:solidFill>
                <a:latin typeface="Pretendard"/>
                <a:ea typeface="Pretendard"/>
                <a:cs typeface="Pretendard"/>
              </a:defRPr>
            </a:lvl7pPr>
            <a:lvl8pPr algn="l">
              <a:defRPr sz="2250" b="1">
                <a:solidFill>
                  <a:srgbClr val="686868"/>
                </a:solidFill>
                <a:latin typeface="Pretendard"/>
                <a:ea typeface="Pretendard"/>
                <a:cs typeface="Pretendard"/>
              </a:defRPr>
            </a:lvl8pPr>
            <a:lvl9pPr algn="l">
              <a:defRPr sz="2250" b="1">
                <a:solidFill>
                  <a:srgbClr val="686868"/>
                </a:solidFill>
                <a:latin typeface="Pretendard"/>
                <a:ea typeface="Pretendard"/>
                <a:cs typeface="Pretendard"/>
              </a:defRPr>
            </a:lvl9pPr>
          </a:lstStyle>
          <a:p xmlns:a="http://schemas.openxmlformats.org/drawingml/2006/main">
            <a:pPr algn="l">
              <a:defRPr sz="2250" b="1">
                <a:solidFill>
                  <a:srgbClr val="686868"/>
                </a:solidFill>
                <a:latin typeface="Pretendard"/>
                <a:ea typeface="Pretendard"/>
                <a:cs typeface="Pretendard"/>
              </a:defRPr>
            </a:pPr>
            <a:r>
              <a:rPr sz="2250" b="1">
                <a:solidFill>
                  <a:srgbClr val="686868"/>
                </a:solidFill>
                <a:latin typeface="Pretendard"/>
                <a:ea typeface="Pretendard"/>
                <a:cs typeface="Pretendard"/>
              </a:rPr>
              <a:t>기존</a:t>
            </a:r>
          </a:p>
        </p:txBody>
      </p:sp>
      <p:sp>
        <p:nvSpPr>
          <p:cNvPr id="24" name="질문에서 대상 추측&#10;명시하지 않으면 기본 시스템 조회">
            <a:extLst xmlns:a="http://schemas.openxmlformats.org/drawingml/2006/main">
              <a:ext uri="{FF2B5EF4-FFF2-40B4-BE49-F238E27FC236}">
                <a16:creationId xmlns:a16="http://schemas.microsoft.com/office/drawing/2014/main" id="{5353C006-C070-4AA6-AE37-0D7B481D442D}"/>
              </a:ext>
            </a:extLst>
          </p:cNvPr>
          <p:cNvSpPr>
            <a:spLocks xmlns:a="http://schemas.openxmlformats.org/drawingml/2006/main" noGrp="1"/>
          </p:cNvSpPr>
          <p:nvPr/>
        </p:nvSpPr>
        <p:spPr>
          <a:xfrm xmlns:a="http://schemas.openxmlformats.org/drawingml/2006/main">
            <a:off x="2343150" y="3286125"/>
            <a:ext cx="647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101010"/>
                </a:solidFill>
                <a:latin typeface="Pretendard"/>
                <a:ea typeface="Pretendard"/>
                <a:cs typeface="Pretendard"/>
              </a:defRPr>
            </a:defPPr>
            <a:lvl1pPr algn="l">
              <a:defRPr sz="2700" b="0">
                <a:solidFill>
                  <a:srgbClr val="101010"/>
                </a:solidFill>
                <a:latin typeface="Pretendard"/>
                <a:ea typeface="Pretendard"/>
                <a:cs typeface="Pretendard"/>
              </a:defRPr>
            </a:lvl1pPr>
            <a:lvl2pPr algn="l">
              <a:defRPr sz="2700" b="0">
                <a:solidFill>
                  <a:srgbClr val="101010"/>
                </a:solidFill>
                <a:latin typeface="Pretendard"/>
                <a:ea typeface="Pretendard"/>
                <a:cs typeface="Pretendard"/>
              </a:defRPr>
            </a:lvl2pPr>
            <a:lvl3pPr algn="l">
              <a:defRPr sz="2700" b="0">
                <a:solidFill>
                  <a:srgbClr val="101010"/>
                </a:solidFill>
                <a:latin typeface="Pretendard"/>
                <a:ea typeface="Pretendard"/>
                <a:cs typeface="Pretendard"/>
              </a:defRPr>
            </a:lvl3pPr>
            <a:lvl4pPr algn="l">
              <a:defRPr sz="2700" b="0">
                <a:solidFill>
                  <a:srgbClr val="101010"/>
                </a:solidFill>
                <a:latin typeface="Pretendard"/>
                <a:ea typeface="Pretendard"/>
                <a:cs typeface="Pretendard"/>
              </a:defRPr>
            </a:lvl4pPr>
            <a:lvl5pPr algn="l">
              <a:defRPr sz="2700" b="0">
                <a:solidFill>
                  <a:srgbClr val="101010"/>
                </a:solidFill>
                <a:latin typeface="Pretendard"/>
                <a:ea typeface="Pretendard"/>
                <a:cs typeface="Pretendard"/>
              </a:defRPr>
            </a:lvl5pPr>
            <a:lvl6pPr algn="l">
              <a:defRPr sz="2700" b="0">
                <a:solidFill>
                  <a:srgbClr val="101010"/>
                </a:solidFill>
                <a:latin typeface="Pretendard"/>
                <a:ea typeface="Pretendard"/>
                <a:cs typeface="Pretendard"/>
              </a:defRPr>
            </a:lvl6pPr>
            <a:lvl7pPr algn="l">
              <a:defRPr sz="2700" b="0">
                <a:solidFill>
                  <a:srgbClr val="101010"/>
                </a:solidFill>
                <a:latin typeface="Pretendard"/>
                <a:ea typeface="Pretendard"/>
                <a:cs typeface="Pretendard"/>
              </a:defRPr>
            </a:lvl7pPr>
            <a:lvl8pPr algn="l">
              <a:defRPr sz="2700" b="0">
                <a:solidFill>
                  <a:srgbClr val="101010"/>
                </a:solidFill>
                <a:latin typeface="Pretendard"/>
                <a:ea typeface="Pretendard"/>
                <a:cs typeface="Pretendard"/>
              </a:defRPr>
            </a:lvl8pPr>
            <a:lvl9pPr algn="l">
              <a:defRPr sz="2700" b="0">
                <a:solidFill>
                  <a:srgbClr val="101010"/>
                </a:solidFill>
                <a:latin typeface="Pretendard"/>
                <a:ea typeface="Pretendard"/>
                <a:cs typeface="Pretendard"/>
              </a:defRPr>
            </a:lvl9pPr>
          </a:lstStyle>
          <a:p xmlns:a="http://schemas.openxmlformats.org/drawingml/2006/main">
            <a:pPr algn="l">
              <a:defRPr sz="2700" b="0">
                <a:solidFill>
                  <a:srgbClr val="101010"/>
                </a:solidFill>
                <a:latin typeface="Pretendard"/>
                <a:ea typeface="Pretendard"/>
                <a:cs typeface="Pretendard"/>
              </a:defRPr>
            </a:pPr>
            <a:r>
              <a:rPr sz="2700" b="0">
                <a:solidFill>
                  <a:srgbClr val="101010"/>
                </a:solidFill>
                <a:latin typeface="Pretendard"/>
                <a:ea typeface="Pretendard"/>
                <a:cs typeface="Pretendard"/>
              </a:rPr>
              <a:t>질문에서 대상 추측</a:t>
            </a:r>
          </a:p>
          <a:p xmlns:a="http://schemas.openxmlformats.org/drawingml/2006/main">
            <a:pPr algn="l">
              <a:defRPr sz="2700" b="0">
                <a:solidFill>
                  <a:srgbClr val="101010"/>
                </a:solidFill>
                <a:latin typeface="Pretendard"/>
                <a:ea typeface="Pretendard"/>
                <a:cs typeface="Pretendard"/>
              </a:defRPr>
            </a:pPr>
            <a:r>
              <a:rPr sz="2700" b="0">
                <a:solidFill>
                  <a:srgbClr val="101010"/>
                </a:solidFill>
                <a:latin typeface="Pretendard"/>
                <a:ea typeface="Pretendard"/>
                <a:cs typeface="Pretendard"/>
              </a:rPr>
              <a:t>명시하지 않으면 기본 시스템 조회</a:t>
            </a:r>
          </a:p>
        </p:txBody>
      </p:sp>
      <p:sp>
        <p:nvSpPr>
          <p:cNvPr id="25" name="개선">
            <a:extLst xmlns:a="http://schemas.openxmlformats.org/drawingml/2006/main">
              <a:ext uri="{FF2B5EF4-FFF2-40B4-BE49-F238E27FC236}">
                <a16:creationId xmlns:a16="http://schemas.microsoft.com/office/drawing/2014/main" id="{385E8423-AF3C-40E1-A20A-F052CFEF6791}"/>
              </a:ext>
            </a:extLst>
          </p:cNvPr>
          <p:cNvSpPr>
            <a:spLocks xmlns:a="http://schemas.openxmlformats.org/drawingml/2006/main" noGrp="1"/>
          </p:cNvSpPr>
          <p:nvPr/>
        </p:nvSpPr>
        <p:spPr>
          <a:xfrm xmlns:a="http://schemas.openxmlformats.org/drawingml/2006/main">
            <a:off x="2343150" y="4791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75BEA"/>
                </a:solidFill>
                <a:latin typeface="Pretendard"/>
                <a:ea typeface="Pretendard"/>
                <a:cs typeface="Pretendard"/>
              </a:defRPr>
            </a:defPPr>
            <a:lvl1pPr algn="l">
              <a:defRPr sz="2250" b="1">
                <a:solidFill>
                  <a:srgbClr val="075BEA"/>
                </a:solidFill>
                <a:latin typeface="Pretendard"/>
                <a:ea typeface="Pretendard"/>
                <a:cs typeface="Pretendard"/>
              </a:defRPr>
            </a:lvl1pPr>
            <a:lvl2pPr algn="l">
              <a:defRPr sz="2250" b="1">
                <a:solidFill>
                  <a:srgbClr val="075BEA"/>
                </a:solidFill>
                <a:latin typeface="Pretendard"/>
                <a:ea typeface="Pretendard"/>
                <a:cs typeface="Pretendard"/>
              </a:defRPr>
            </a:lvl2pPr>
            <a:lvl3pPr algn="l">
              <a:defRPr sz="2250" b="1">
                <a:solidFill>
                  <a:srgbClr val="075BEA"/>
                </a:solidFill>
                <a:latin typeface="Pretendard"/>
                <a:ea typeface="Pretendard"/>
                <a:cs typeface="Pretendard"/>
              </a:defRPr>
            </a:lvl3pPr>
            <a:lvl4pPr algn="l">
              <a:defRPr sz="2250" b="1">
                <a:solidFill>
                  <a:srgbClr val="075BEA"/>
                </a:solidFill>
                <a:latin typeface="Pretendard"/>
                <a:ea typeface="Pretendard"/>
                <a:cs typeface="Pretendard"/>
              </a:defRPr>
            </a:lvl4pPr>
            <a:lvl5pPr algn="l">
              <a:defRPr sz="2250" b="1">
                <a:solidFill>
                  <a:srgbClr val="075BEA"/>
                </a:solidFill>
                <a:latin typeface="Pretendard"/>
                <a:ea typeface="Pretendard"/>
                <a:cs typeface="Pretendard"/>
              </a:defRPr>
            </a:lvl5pPr>
            <a:lvl6pPr algn="l">
              <a:defRPr sz="2250" b="1">
                <a:solidFill>
                  <a:srgbClr val="075BEA"/>
                </a:solidFill>
                <a:latin typeface="Pretendard"/>
                <a:ea typeface="Pretendard"/>
                <a:cs typeface="Pretendard"/>
              </a:defRPr>
            </a:lvl6pPr>
            <a:lvl7pPr algn="l">
              <a:defRPr sz="2250" b="1">
                <a:solidFill>
                  <a:srgbClr val="075BEA"/>
                </a:solidFill>
                <a:latin typeface="Pretendard"/>
                <a:ea typeface="Pretendard"/>
                <a:cs typeface="Pretendard"/>
              </a:defRPr>
            </a:lvl7pPr>
            <a:lvl8pPr algn="l">
              <a:defRPr sz="2250" b="1">
                <a:solidFill>
                  <a:srgbClr val="075BEA"/>
                </a:solidFill>
                <a:latin typeface="Pretendard"/>
                <a:ea typeface="Pretendard"/>
                <a:cs typeface="Pretendard"/>
              </a:defRPr>
            </a:lvl8pPr>
            <a:lvl9pPr algn="l">
              <a:defRPr sz="2250" b="1">
                <a:solidFill>
                  <a:srgbClr val="075BEA"/>
                </a:solidFill>
                <a:latin typeface="Pretendard"/>
                <a:ea typeface="Pretendard"/>
                <a:cs typeface="Pretendard"/>
              </a:defRPr>
            </a:lvl9pPr>
          </a:lstStyle>
          <a:p xmlns:a="http://schemas.openxmlformats.org/drawingml/2006/main">
            <a:pPr algn="l">
              <a:defRPr sz="2250" b="1">
                <a:solidFill>
                  <a:srgbClr val="075BEA"/>
                </a:solidFill>
                <a:latin typeface="Pretendard"/>
                <a:ea typeface="Pretendard"/>
                <a:cs typeface="Pretendard"/>
              </a:defRPr>
            </a:pPr>
            <a:r>
              <a:rPr sz="2250" b="1">
                <a:solidFill>
                  <a:srgbClr val="075BEA"/>
                </a:solidFill>
                <a:latin typeface="Pretendard"/>
                <a:ea typeface="Pretendard"/>
                <a:cs typeface="Pretendard"/>
              </a:rPr>
              <a:t>개선</a:t>
            </a:r>
          </a:p>
        </p:txBody>
      </p:sp>
      <p:sp>
        <p:nvSpPr>
          <p:cNvPr id="26" name="서비스를 직접 선택하고&#10;등록 여부·빈 입력을 검사">
            <a:extLst xmlns:a="http://schemas.openxmlformats.org/drawingml/2006/main">
              <a:ext uri="{FF2B5EF4-FFF2-40B4-BE49-F238E27FC236}">
                <a16:creationId xmlns:a16="http://schemas.microsoft.com/office/drawing/2014/main" id="{E21CFB72-B225-4165-A6D9-27DE8E83289A}"/>
              </a:ext>
            </a:extLst>
          </p:cNvPr>
          <p:cNvSpPr>
            <a:spLocks xmlns:a="http://schemas.openxmlformats.org/drawingml/2006/main" noGrp="1"/>
          </p:cNvSpPr>
          <p:nvPr/>
        </p:nvSpPr>
        <p:spPr>
          <a:xfrm xmlns:a="http://schemas.openxmlformats.org/drawingml/2006/main">
            <a:off x="2343150" y="5295900"/>
            <a:ext cx="647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01010"/>
                </a:solidFill>
                <a:latin typeface="Pretendard"/>
                <a:ea typeface="Pretendard"/>
                <a:cs typeface="Pretendard"/>
              </a:defRPr>
            </a:defPPr>
            <a:lvl1pPr algn="l">
              <a:defRPr sz="2775" b="1">
                <a:solidFill>
                  <a:srgbClr val="101010"/>
                </a:solidFill>
                <a:latin typeface="Pretendard"/>
                <a:ea typeface="Pretendard"/>
                <a:cs typeface="Pretendard"/>
              </a:defRPr>
            </a:lvl1pPr>
            <a:lvl2pPr algn="l">
              <a:defRPr sz="2775" b="1">
                <a:solidFill>
                  <a:srgbClr val="101010"/>
                </a:solidFill>
                <a:latin typeface="Pretendard"/>
                <a:ea typeface="Pretendard"/>
                <a:cs typeface="Pretendard"/>
              </a:defRPr>
            </a:lvl2pPr>
            <a:lvl3pPr algn="l">
              <a:defRPr sz="2775" b="1">
                <a:solidFill>
                  <a:srgbClr val="101010"/>
                </a:solidFill>
                <a:latin typeface="Pretendard"/>
                <a:ea typeface="Pretendard"/>
                <a:cs typeface="Pretendard"/>
              </a:defRPr>
            </a:lvl3pPr>
            <a:lvl4pPr algn="l">
              <a:defRPr sz="2775" b="1">
                <a:solidFill>
                  <a:srgbClr val="101010"/>
                </a:solidFill>
                <a:latin typeface="Pretendard"/>
                <a:ea typeface="Pretendard"/>
                <a:cs typeface="Pretendard"/>
              </a:defRPr>
            </a:lvl4pPr>
            <a:lvl5pPr algn="l">
              <a:defRPr sz="2775" b="1">
                <a:solidFill>
                  <a:srgbClr val="101010"/>
                </a:solidFill>
                <a:latin typeface="Pretendard"/>
                <a:ea typeface="Pretendard"/>
                <a:cs typeface="Pretendard"/>
              </a:defRPr>
            </a:lvl5pPr>
            <a:lvl6pPr algn="l">
              <a:defRPr sz="2775" b="1">
                <a:solidFill>
                  <a:srgbClr val="101010"/>
                </a:solidFill>
                <a:latin typeface="Pretendard"/>
                <a:ea typeface="Pretendard"/>
                <a:cs typeface="Pretendard"/>
              </a:defRPr>
            </a:lvl6pPr>
            <a:lvl7pPr algn="l">
              <a:defRPr sz="2775" b="1">
                <a:solidFill>
                  <a:srgbClr val="101010"/>
                </a:solidFill>
                <a:latin typeface="Pretendard"/>
                <a:ea typeface="Pretendard"/>
                <a:cs typeface="Pretendard"/>
              </a:defRPr>
            </a:lvl7pPr>
            <a:lvl8pPr algn="l">
              <a:defRPr sz="2775" b="1">
                <a:solidFill>
                  <a:srgbClr val="101010"/>
                </a:solidFill>
                <a:latin typeface="Pretendard"/>
                <a:ea typeface="Pretendard"/>
                <a:cs typeface="Pretendard"/>
              </a:defRPr>
            </a:lvl8pPr>
            <a:lvl9pPr algn="l">
              <a:defRPr sz="2775" b="1">
                <a:solidFill>
                  <a:srgbClr val="101010"/>
                </a:solidFill>
                <a:latin typeface="Pretendard"/>
                <a:ea typeface="Pretendard"/>
                <a:cs typeface="Pretendard"/>
              </a:defRPr>
            </a:lvl9pPr>
          </a:lstStyle>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서비스를 직접 선택하고</a:t>
            </a:r>
          </a:p>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등록 여부·빈 입력을 검사</a:t>
            </a:r>
          </a:p>
        </p:txBody>
      </p:sp>
      <p:sp>
        <p:nvSpPr>
          <p:cNvPr id="27" name="적용 기술: Vue · FastAPI / Pydantic · LangGraph   | ">
            <a:extLst xmlns:a="http://schemas.openxmlformats.org/drawingml/2006/main">
              <a:ext uri="{FF2B5EF4-FFF2-40B4-BE49-F238E27FC236}">
                <a16:creationId xmlns:a16="http://schemas.microsoft.com/office/drawing/2014/main" id="{A33F0B67-4BE2-4650-807C-02D673099395}"/>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적용 기술: Vue · FastAPI / Pydantic · LangGraph   |   기대 효과: 문의 대상과 조회 범위 일치</a:t>
            </a:r>
          </a:p>
        </p:txBody>
      </p:sp>
      <p:sp>
        <p:nvSpPr>
          <p:cNvPr id="28" name="">
            <a:extLst xmlns:a="http://schemas.openxmlformats.org/drawingml/2006/main">
              <a:ext uri="{FF2B5EF4-FFF2-40B4-BE49-F238E27FC236}">
                <a16:creationId xmlns:a16="http://schemas.microsoft.com/office/drawing/2014/main" id="{FE2F27F4-B7D2-4C43-8746-4E2405C5BA14}"/>
              </a:ext>
            </a:extLst>
          </p:cNvPr>
          <p:cNvSpPr>
            <a:spLocks xmlns:a="http://schemas.openxmlformats.org/drawingml/2006/main" noGrp="1"/>
          </p:cNvSpPr>
          <p:nvPr/>
        </p:nvSpPr>
        <p:spPr>
          <a:xfrm xmlns:a="http://schemas.openxmlformats.org/drawingml/2006/main">
            <a:off x="2343150" y="7391400"/>
            <a:ext cx="6667500" cy="1047750"/>
          </a:xfrm>
          <a:prstGeom xmlns:a="http://schemas.openxmlformats.org/drawingml/2006/main" prst="roundRect">
            <a:avLst>
              <a:gd name="adj" fmla="val 18182"/>
            </a:avLst>
          </a:prstGeom>
          <a:solidFill xmlns:a="http://schemas.openxmlformats.org/drawingml/2006/main">
            <a:srgbClr val="202127"/>
          </a:solidFill>
          <a:ln xmlns:a="http://schemas.openxmlformats.org/drawingml/2006/main" w="10478">
            <a:solidFill>
              <a:srgbClr val="202127"/>
            </a:solidFill>
          </a:ln>
        </p:spPr>
      </p:sp>
      <p:sp>
        <p:nvSpPr>
          <p:cNvPr id="29" name="selected = validate_selected_system(state[&quot;selec">
            <a:extLst xmlns:a="http://schemas.openxmlformats.org/drawingml/2006/main">
              <a:ext uri="{FF2B5EF4-FFF2-40B4-BE49-F238E27FC236}">
                <a16:creationId xmlns:a16="http://schemas.microsoft.com/office/drawing/2014/main" id="{AD7BEF87-38EA-4E8D-A72D-532DCFAB96C6}"/>
              </a:ext>
            </a:extLst>
          </p:cNvPr>
          <p:cNvSpPr>
            <a:spLocks xmlns:a="http://schemas.openxmlformats.org/drawingml/2006/main" noGrp="1"/>
          </p:cNvSpPr>
          <p:nvPr/>
        </p:nvSpPr>
        <p:spPr>
          <a:xfrm xmlns:a="http://schemas.openxmlformats.org/drawingml/2006/main">
            <a:off x="2552700" y="7562850"/>
            <a:ext cx="6248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D9EBFD"/>
                </a:solidFill>
                <a:latin typeface="Pretendard"/>
                <a:ea typeface="Pretendard"/>
                <a:cs typeface="Pretendard"/>
              </a:defRPr>
            </a:defPPr>
            <a:lvl1pPr algn="l">
              <a:defRPr sz="1875" b="0">
                <a:solidFill>
                  <a:srgbClr val="D9EBFD"/>
                </a:solidFill>
                <a:latin typeface="Pretendard"/>
                <a:ea typeface="Pretendard"/>
                <a:cs typeface="Pretendard"/>
              </a:defRPr>
            </a:lvl1pPr>
            <a:lvl2pPr algn="l">
              <a:defRPr sz="1875" b="0">
                <a:solidFill>
                  <a:srgbClr val="D9EBFD"/>
                </a:solidFill>
                <a:latin typeface="Pretendard"/>
                <a:ea typeface="Pretendard"/>
                <a:cs typeface="Pretendard"/>
              </a:defRPr>
            </a:lvl2pPr>
            <a:lvl3pPr algn="l">
              <a:defRPr sz="1875" b="0">
                <a:solidFill>
                  <a:srgbClr val="D9EBFD"/>
                </a:solidFill>
                <a:latin typeface="Pretendard"/>
                <a:ea typeface="Pretendard"/>
                <a:cs typeface="Pretendard"/>
              </a:defRPr>
            </a:lvl3pPr>
            <a:lvl4pPr algn="l">
              <a:defRPr sz="1875" b="0">
                <a:solidFill>
                  <a:srgbClr val="D9EBFD"/>
                </a:solidFill>
                <a:latin typeface="Pretendard"/>
                <a:ea typeface="Pretendard"/>
                <a:cs typeface="Pretendard"/>
              </a:defRPr>
            </a:lvl4pPr>
            <a:lvl5pPr algn="l">
              <a:defRPr sz="1875" b="0">
                <a:solidFill>
                  <a:srgbClr val="D9EBFD"/>
                </a:solidFill>
                <a:latin typeface="Pretendard"/>
                <a:ea typeface="Pretendard"/>
                <a:cs typeface="Pretendard"/>
              </a:defRPr>
            </a:lvl5pPr>
            <a:lvl6pPr algn="l">
              <a:defRPr sz="1875" b="0">
                <a:solidFill>
                  <a:srgbClr val="D9EBFD"/>
                </a:solidFill>
                <a:latin typeface="Pretendard"/>
                <a:ea typeface="Pretendard"/>
                <a:cs typeface="Pretendard"/>
              </a:defRPr>
            </a:lvl6pPr>
            <a:lvl7pPr algn="l">
              <a:defRPr sz="1875" b="0">
                <a:solidFill>
                  <a:srgbClr val="D9EBFD"/>
                </a:solidFill>
                <a:latin typeface="Pretendard"/>
                <a:ea typeface="Pretendard"/>
                <a:cs typeface="Pretendard"/>
              </a:defRPr>
            </a:lvl7pPr>
            <a:lvl8pPr algn="l">
              <a:defRPr sz="1875" b="0">
                <a:solidFill>
                  <a:srgbClr val="D9EBFD"/>
                </a:solidFill>
                <a:latin typeface="Pretendard"/>
                <a:ea typeface="Pretendard"/>
                <a:cs typeface="Pretendard"/>
              </a:defRPr>
            </a:lvl8pPr>
            <a:lvl9pPr algn="l">
              <a:defRPr sz="1875" b="0">
                <a:solidFill>
                  <a:srgbClr val="D9EBFD"/>
                </a:solidFill>
                <a:latin typeface="Pretendard"/>
                <a:ea typeface="Pretendard"/>
                <a:cs typeface="Pretendard"/>
              </a:defRPr>
            </a:lvl9pPr>
          </a:lstStyle>
          <a:p xmlns:a="http://schemas.openxmlformats.org/drawingml/2006/main">
            <a:pPr algn="l">
              <a:defRPr sz="1875" b="0">
                <a:solidFill>
                  <a:srgbClr val="D9EBFD"/>
                </a:solidFill>
                <a:latin typeface="Pretendard"/>
                <a:ea typeface="Pretendard"/>
                <a:cs typeface="Pretendard"/>
              </a:defRPr>
            </a:pPr>
            <a:r>
              <a:rPr sz="1875" b="0">
                <a:solidFill>
                  <a:srgbClr val="D9EBFD"/>
                </a:solidFill>
                <a:latin typeface="Pretendard"/>
                <a:ea typeface="Pretendard"/>
                <a:cs typeface="Pretendard"/>
              </a:rPr>
              <a:t>selected = validate_selected_system(state["selected_system"])</a:t>
            </a:r>
          </a:p>
        </p:txBody>
      </p:sp>
      <p:sp>
        <p:nvSpPr>
          <p:cNvPr id="30" name="agent/graph.py · ba5a883 · 141–141행">
            <a:extLst xmlns:a="http://schemas.openxmlformats.org/drawingml/2006/main">
              <a:ext uri="{FF2B5EF4-FFF2-40B4-BE49-F238E27FC236}">
                <a16:creationId xmlns:a16="http://schemas.microsoft.com/office/drawing/2014/main" id="{A1C35E99-2408-49BC-B054-5C5216CF2327}"/>
              </a:ext>
            </a:extLst>
          </p:cNvPr>
          <p:cNvSpPr>
            <a:spLocks xmlns:a="http://schemas.openxmlformats.org/drawingml/2006/main" noGrp="1"/>
          </p:cNvSpPr>
          <p:nvPr/>
        </p:nvSpPr>
        <p:spPr>
          <a:xfrm xmlns:a="http://schemas.openxmlformats.org/drawingml/2006/main">
            <a:off x="2343150" y="85344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86868"/>
                </a:solidFill>
                <a:latin typeface="Pretendard"/>
                <a:ea typeface="Pretendard"/>
                <a:cs typeface="Pretendard"/>
              </a:defRPr>
            </a:defPPr>
            <a:lvl1pPr algn="l">
              <a:defRPr sz="1650" b="0">
                <a:solidFill>
                  <a:srgbClr val="686868"/>
                </a:solidFill>
                <a:latin typeface="Pretendard"/>
                <a:ea typeface="Pretendard"/>
                <a:cs typeface="Pretendard"/>
              </a:defRPr>
            </a:lvl1pPr>
            <a:lvl2pPr algn="l">
              <a:defRPr sz="1650" b="0">
                <a:solidFill>
                  <a:srgbClr val="686868"/>
                </a:solidFill>
                <a:latin typeface="Pretendard"/>
                <a:ea typeface="Pretendard"/>
                <a:cs typeface="Pretendard"/>
              </a:defRPr>
            </a:lvl2pPr>
            <a:lvl3pPr algn="l">
              <a:defRPr sz="1650" b="0">
                <a:solidFill>
                  <a:srgbClr val="686868"/>
                </a:solidFill>
                <a:latin typeface="Pretendard"/>
                <a:ea typeface="Pretendard"/>
                <a:cs typeface="Pretendard"/>
              </a:defRPr>
            </a:lvl3pPr>
            <a:lvl4pPr algn="l">
              <a:defRPr sz="1650" b="0">
                <a:solidFill>
                  <a:srgbClr val="686868"/>
                </a:solidFill>
                <a:latin typeface="Pretendard"/>
                <a:ea typeface="Pretendard"/>
                <a:cs typeface="Pretendard"/>
              </a:defRPr>
            </a:lvl4pPr>
            <a:lvl5pPr algn="l">
              <a:defRPr sz="1650" b="0">
                <a:solidFill>
                  <a:srgbClr val="686868"/>
                </a:solidFill>
                <a:latin typeface="Pretendard"/>
                <a:ea typeface="Pretendard"/>
                <a:cs typeface="Pretendard"/>
              </a:defRPr>
            </a:lvl5pPr>
            <a:lvl6pPr algn="l">
              <a:defRPr sz="1650" b="0">
                <a:solidFill>
                  <a:srgbClr val="686868"/>
                </a:solidFill>
                <a:latin typeface="Pretendard"/>
                <a:ea typeface="Pretendard"/>
                <a:cs typeface="Pretendard"/>
              </a:defRPr>
            </a:lvl6pPr>
            <a:lvl7pPr algn="l">
              <a:defRPr sz="1650" b="0">
                <a:solidFill>
                  <a:srgbClr val="686868"/>
                </a:solidFill>
                <a:latin typeface="Pretendard"/>
                <a:ea typeface="Pretendard"/>
                <a:cs typeface="Pretendard"/>
              </a:defRPr>
            </a:lvl7pPr>
            <a:lvl8pPr algn="l">
              <a:defRPr sz="1650" b="0">
                <a:solidFill>
                  <a:srgbClr val="686868"/>
                </a:solidFill>
                <a:latin typeface="Pretendard"/>
                <a:ea typeface="Pretendard"/>
                <a:cs typeface="Pretendard"/>
              </a:defRPr>
            </a:lvl8pPr>
            <a:lvl9pPr algn="l">
              <a:defRPr sz="1650" b="0">
                <a:solidFill>
                  <a:srgbClr val="686868"/>
                </a:solidFill>
                <a:latin typeface="Pretendard"/>
                <a:ea typeface="Pretendard"/>
                <a:cs typeface="Pretendard"/>
              </a:defRPr>
            </a:lvl9pPr>
          </a:lstStyle>
          <a:p xmlns:a="http://schemas.openxmlformats.org/drawingml/2006/main">
            <a:pPr algn="l">
              <a:defRPr sz="1650" b="0">
                <a:solidFill>
                  <a:srgbClr val="686868"/>
                </a:solidFill>
                <a:latin typeface="Pretendard"/>
                <a:ea typeface="Pretendard"/>
                <a:cs typeface="Pretendard"/>
              </a:defRPr>
            </a:pPr>
            <a:r>
              <a:rPr sz="1650" b="0">
                <a:solidFill>
                  <a:srgbClr val="686868"/>
                </a:solidFill>
                <a:latin typeface="Pretendard"/>
                <a:ea typeface="Pretendard"/>
                <a:cs typeface="Pretendard"/>
              </a:rPr>
              <a:t>agent/graph.py · ba5a883 · 141–141행</a:t>
            </a:r>
          </a:p>
        </p:txBody>
      </p:sp>
      <p:sp>
        <p:nvSpPr>
          <p:cNvPr id="31" name="서비스 선택 영역">
            <a:extLst xmlns:a="http://schemas.openxmlformats.org/drawingml/2006/main">
              <a:ext uri="{FF2B5EF4-FFF2-40B4-BE49-F238E27FC236}">
                <a16:creationId xmlns:a16="http://schemas.microsoft.com/office/drawing/2014/main" id="{4770D022-DA3F-4C91-9E56-351EA29549C2}"/>
              </a:ext>
            </a:extLst>
          </p:cNvPr>
          <p:cNvSpPr>
            <a:spLocks xmlns:a="http://schemas.openxmlformats.org/drawingml/2006/main" noGrp="1"/>
          </p:cNvSpPr>
          <p:nvPr/>
        </p:nvSpPr>
        <p:spPr>
          <a:xfrm xmlns:a="http://schemas.openxmlformats.org/drawingml/2006/main">
            <a:off x="9906000" y="3105150"/>
            <a:ext cx="738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01010"/>
                </a:solidFill>
                <a:latin typeface="Pretendard"/>
                <a:ea typeface="Pretendard"/>
                <a:cs typeface="Pretendard"/>
              </a:defRPr>
            </a:defPPr>
            <a:lvl1pPr algn="l">
              <a:defRPr sz="2250" b="1">
                <a:solidFill>
                  <a:srgbClr val="101010"/>
                </a:solidFill>
                <a:latin typeface="Pretendard"/>
                <a:ea typeface="Pretendard"/>
                <a:cs typeface="Pretendard"/>
              </a:defRPr>
            </a:lvl1pPr>
            <a:lvl2pPr algn="l">
              <a:defRPr sz="2250" b="1">
                <a:solidFill>
                  <a:srgbClr val="101010"/>
                </a:solidFill>
                <a:latin typeface="Pretendard"/>
                <a:ea typeface="Pretendard"/>
                <a:cs typeface="Pretendard"/>
              </a:defRPr>
            </a:lvl2pPr>
            <a:lvl3pPr algn="l">
              <a:defRPr sz="2250" b="1">
                <a:solidFill>
                  <a:srgbClr val="101010"/>
                </a:solidFill>
                <a:latin typeface="Pretendard"/>
                <a:ea typeface="Pretendard"/>
                <a:cs typeface="Pretendard"/>
              </a:defRPr>
            </a:lvl3pPr>
            <a:lvl4pPr algn="l">
              <a:defRPr sz="2250" b="1">
                <a:solidFill>
                  <a:srgbClr val="101010"/>
                </a:solidFill>
                <a:latin typeface="Pretendard"/>
                <a:ea typeface="Pretendard"/>
                <a:cs typeface="Pretendard"/>
              </a:defRPr>
            </a:lvl4pPr>
            <a:lvl5pPr algn="l">
              <a:defRPr sz="2250" b="1">
                <a:solidFill>
                  <a:srgbClr val="101010"/>
                </a:solidFill>
                <a:latin typeface="Pretendard"/>
                <a:ea typeface="Pretendard"/>
                <a:cs typeface="Pretendard"/>
              </a:defRPr>
            </a:lvl5pPr>
            <a:lvl6pPr algn="l">
              <a:defRPr sz="2250" b="1">
                <a:solidFill>
                  <a:srgbClr val="101010"/>
                </a:solidFill>
                <a:latin typeface="Pretendard"/>
                <a:ea typeface="Pretendard"/>
                <a:cs typeface="Pretendard"/>
              </a:defRPr>
            </a:lvl6pPr>
            <a:lvl7pPr algn="l">
              <a:defRPr sz="2250" b="1">
                <a:solidFill>
                  <a:srgbClr val="101010"/>
                </a:solidFill>
                <a:latin typeface="Pretendard"/>
                <a:ea typeface="Pretendard"/>
                <a:cs typeface="Pretendard"/>
              </a:defRPr>
            </a:lvl7pPr>
            <a:lvl8pPr algn="l">
              <a:defRPr sz="2250" b="1">
                <a:solidFill>
                  <a:srgbClr val="101010"/>
                </a:solidFill>
                <a:latin typeface="Pretendard"/>
                <a:ea typeface="Pretendard"/>
                <a:cs typeface="Pretendard"/>
              </a:defRPr>
            </a:lvl8pPr>
            <a:lvl9pPr algn="l">
              <a:defRPr sz="2250" b="1">
                <a:solidFill>
                  <a:srgbClr val="101010"/>
                </a:solidFill>
                <a:latin typeface="Pretendard"/>
                <a:ea typeface="Pretendard"/>
                <a:cs typeface="Pretendard"/>
              </a:defRPr>
            </a:lvl9pPr>
          </a:lstStyle>
          <a:p xmlns:a="http://schemas.openxmlformats.org/drawingml/2006/main">
            <a:pPr algn="l">
              <a:defRPr sz="2250" b="1">
                <a:solidFill>
                  <a:srgbClr val="101010"/>
                </a:solidFill>
                <a:latin typeface="Pretendard"/>
                <a:ea typeface="Pretendard"/>
                <a:cs typeface="Pretendard"/>
              </a:defRPr>
            </a:pPr>
            <a:r>
              <a:rPr sz="2250" b="1">
                <a:solidFill>
                  <a:srgbClr val="101010"/>
                </a:solidFill>
                <a:latin typeface="Pretendard"/>
                <a:ea typeface="Pretendard"/>
                <a:cs typeface="Pretendard"/>
              </a:rPr>
              <a:t>서비스 선택 영역</a:t>
            </a:r>
          </a:p>
        </p:txBody>
      </p:sp>
      <p:pic>
        <p:nvPicPr>
          <p:cNvPr id="32" name="">
            <a:extLst xmlns:a="http://schemas.openxmlformats.org/drawingml/2006/main">
              <a:ext uri="{FF2B5EF4-FFF2-40B4-BE49-F238E27FC236}">
                <a16:creationId xmlns:a16="http://schemas.microsoft.com/office/drawing/2014/main" id="{D397081A-64A0-4AF4-B148-7B17F6156C56}"/>
              </a:ext>
            </a:extLst>
          </p:cNvPr>
          <p:cNvPicPr>
            <a:picLocks xmlns:a="http://schemas.openxmlformats.org/drawingml/2006/main" noChangeAspect="1"/>
          </p:cNvPicPr>
          <p:nvPr/>
        </p:nvPicPr>
        <p:blipFill>
          <a:blip xmlns:r="http://schemas.openxmlformats.org/officeDocument/2006/relationships" xmlns:a="http://schemas.openxmlformats.org/drawingml/2006/main" r:embed="Rcdda8111b5714d75"/>
          <a:srcRect xmlns:a="http://schemas.openxmlformats.org/drawingml/2006/main" l="0" t="0" r="52000" b="83000"/>
          <a:stretch xmlns:a="http://schemas.openxmlformats.org/drawingml/2006/main"/>
        </p:blipFill>
        <p:spPr>
          <a:xfrm xmlns:a="http://schemas.openxmlformats.org/drawingml/2006/main">
            <a:off x="9848850" y="3752850"/>
            <a:ext cx="7486650" cy="1933575"/>
          </a:xfrm>
          <a:prstGeom xmlns:a="http://schemas.openxmlformats.org/drawingml/2006/main" prst="rect">
            <a:avLst/>
          </a:prstGeom>
        </p:spPr>
      </p:pic>
      <p:sp>
        <p:nvSpPr>
          <p:cNvPr id="33" name="자연어 입력 영역">
            <a:extLst xmlns:a="http://schemas.openxmlformats.org/drawingml/2006/main">
              <a:ext uri="{FF2B5EF4-FFF2-40B4-BE49-F238E27FC236}">
                <a16:creationId xmlns:a16="http://schemas.microsoft.com/office/drawing/2014/main" id="{D239D9FC-1B3B-4B1D-8C61-2B4FEACADE4E}"/>
              </a:ext>
            </a:extLst>
          </p:cNvPr>
          <p:cNvSpPr>
            <a:spLocks xmlns:a="http://schemas.openxmlformats.org/drawingml/2006/main" noGrp="1"/>
          </p:cNvSpPr>
          <p:nvPr/>
        </p:nvSpPr>
        <p:spPr>
          <a:xfrm xmlns:a="http://schemas.openxmlformats.org/drawingml/2006/main">
            <a:off x="9906000" y="6267450"/>
            <a:ext cx="7381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01010"/>
                </a:solidFill>
                <a:latin typeface="Pretendard"/>
                <a:ea typeface="Pretendard"/>
                <a:cs typeface="Pretendard"/>
              </a:defRPr>
            </a:defPPr>
            <a:lvl1pPr algn="l">
              <a:defRPr sz="2250" b="1">
                <a:solidFill>
                  <a:srgbClr val="101010"/>
                </a:solidFill>
                <a:latin typeface="Pretendard"/>
                <a:ea typeface="Pretendard"/>
                <a:cs typeface="Pretendard"/>
              </a:defRPr>
            </a:lvl1pPr>
            <a:lvl2pPr algn="l">
              <a:defRPr sz="2250" b="1">
                <a:solidFill>
                  <a:srgbClr val="101010"/>
                </a:solidFill>
                <a:latin typeface="Pretendard"/>
                <a:ea typeface="Pretendard"/>
                <a:cs typeface="Pretendard"/>
              </a:defRPr>
            </a:lvl2pPr>
            <a:lvl3pPr algn="l">
              <a:defRPr sz="2250" b="1">
                <a:solidFill>
                  <a:srgbClr val="101010"/>
                </a:solidFill>
                <a:latin typeface="Pretendard"/>
                <a:ea typeface="Pretendard"/>
                <a:cs typeface="Pretendard"/>
              </a:defRPr>
            </a:lvl3pPr>
            <a:lvl4pPr algn="l">
              <a:defRPr sz="2250" b="1">
                <a:solidFill>
                  <a:srgbClr val="101010"/>
                </a:solidFill>
                <a:latin typeface="Pretendard"/>
                <a:ea typeface="Pretendard"/>
                <a:cs typeface="Pretendard"/>
              </a:defRPr>
            </a:lvl4pPr>
            <a:lvl5pPr algn="l">
              <a:defRPr sz="2250" b="1">
                <a:solidFill>
                  <a:srgbClr val="101010"/>
                </a:solidFill>
                <a:latin typeface="Pretendard"/>
                <a:ea typeface="Pretendard"/>
                <a:cs typeface="Pretendard"/>
              </a:defRPr>
            </a:lvl5pPr>
            <a:lvl6pPr algn="l">
              <a:defRPr sz="2250" b="1">
                <a:solidFill>
                  <a:srgbClr val="101010"/>
                </a:solidFill>
                <a:latin typeface="Pretendard"/>
                <a:ea typeface="Pretendard"/>
                <a:cs typeface="Pretendard"/>
              </a:defRPr>
            </a:lvl6pPr>
            <a:lvl7pPr algn="l">
              <a:defRPr sz="2250" b="1">
                <a:solidFill>
                  <a:srgbClr val="101010"/>
                </a:solidFill>
                <a:latin typeface="Pretendard"/>
                <a:ea typeface="Pretendard"/>
                <a:cs typeface="Pretendard"/>
              </a:defRPr>
            </a:lvl7pPr>
            <a:lvl8pPr algn="l">
              <a:defRPr sz="2250" b="1">
                <a:solidFill>
                  <a:srgbClr val="101010"/>
                </a:solidFill>
                <a:latin typeface="Pretendard"/>
                <a:ea typeface="Pretendard"/>
                <a:cs typeface="Pretendard"/>
              </a:defRPr>
            </a:lvl8pPr>
            <a:lvl9pPr algn="l">
              <a:defRPr sz="2250" b="1">
                <a:solidFill>
                  <a:srgbClr val="101010"/>
                </a:solidFill>
                <a:latin typeface="Pretendard"/>
                <a:ea typeface="Pretendard"/>
                <a:cs typeface="Pretendard"/>
              </a:defRPr>
            </a:lvl9pPr>
          </a:lstStyle>
          <a:p xmlns:a="http://schemas.openxmlformats.org/drawingml/2006/main">
            <a:pPr algn="l">
              <a:defRPr sz="2250" b="1">
                <a:solidFill>
                  <a:srgbClr val="101010"/>
                </a:solidFill>
                <a:latin typeface="Pretendard"/>
                <a:ea typeface="Pretendard"/>
                <a:cs typeface="Pretendard"/>
              </a:defRPr>
            </a:pPr>
            <a:r>
              <a:rPr sz="2250" b="1">
                <a:solidFill>
                  <a:srgbClr val="101010"/>
                </a:solidFill>
                <a:latin typeface="Pretendard"/>
                <a:ea typeface="Pretendard"/>
                <a:cs typeface="Pretendard"/>
              </a:rPr>
              <a:t>자연어 입력 영역</a:t>
            </a:r>
          </a:p>
        </p:txBody>
      </p:sp>
      <p:pic>
        <p:nvPicPr>
          <p:cNvPr id="34" name="">
            <a:extLst xmlns:a="http://schemas.openxmlformats.org/drawingml/2006/main">
              <a:ext uri="{FF2B5EF4-FFF2-40B4-BE49-F238E27FC236}">
                <a16:creationId xmlns:a16="http://schemas.microsoft.com/office/drawing/2014/main" id="{F45AB71F-18C8-4B57-BB00-92F3052B5D5A}"/>
              </a:ext>
            </a:extLst>
          </p:cNvPr>
          <p:cNvPicPr>
            <a:picLocks xmlns:a="http://schemas.openxmlformats.org/drawingml/2006/main" noChangeAspect="1"/>
          </p:cNvPicPr>
          <p:nvPr/>
        </p:nvPicPr>
        <p:blipFill>
          <a:blip xmlns:r="http://schemas.openxmlformats.org/officeDocument/2006/relationships" xmlns:a="http://schemas.openxmlformats.org/drawingml/2006/main" r:embed="R5395d12af9ab4547"/>
          <a:srcRect xmlns:a="http://schemas.openxmlformats.org/drawingml/2006/main" l="0" t="93000" r="48000" b="0"/>
          <a:stretch xmlns:a="http://schemas.openxmlformats.org/drawingml/2006/main"/>
        </p:blipFill>
        <p:spPr>
          <a:xfrm xmlns:a="http://schemas.openxmlformats.org/drawingml/2006/main">
            <a:off x="9848850" y="6953250"/>
            <a:ext cx="7486650" cy="733425"/>
          </a:xfrm>
          <a:prstGeom xmlns:a="http://schemas.openxmlformats.org/drawingml/2006/main" prst="rect">
            <a:avLst/>
          </a:prstGeom>
        </p:spPr>
      </p:pic>
      <p:sp>
        <p:nvSpPr>
          <p:cNvPr id="35" name="선택한 시스템만 점검 작업으로 생성">
            <a:extLst xmlns:a="http://schemas.openxmlformats.org/drawingml/2006/main">
              <a:ext uri="{FF2B5EF4-FFF2-40B4-BE49-F238E27FC236}">
                <a16:creationId xmlns:a16="http://schemas.microsoft.com/office/drawing/2014/main" id="{1E4C86D1-715D-4167-8B4C-E5C0537E13FE}"/>
              </a:ext>
            </a:extLst>
          </p:cNvPr>
          <p:cNvSpPr>
            <a:spLocks xmlns:a="http://schemas.openxmlformats.org/drawingml/2006/main" noGrp="1"/>
          </p:cNvSpPr>
          <p:nvPr/>
        </p:nvSpPr>
        <p:spPr>
          <a:xfrm xmlns:a="http://schemas.openxmlformats.org/drawingml/2006/main">
            <a:off x="9858375" y="8658225"/>
            <a:ext cx="7477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75" b="1">
                <a:solidFill>
                  <a:srgbClr val="075BEA"/>
                </a:solidFill>
                <a:latin typeface="Pretendard"/>
                <a:ea typeface="Pretendard"/>
                <a:cs typeface="Pretendard"/>
              </a:defRPr>
            </a:defPPr>
            <a:lvl1pPr algn="ctr">
              <a:defRPr sz="2175" b="1">
                <a:solidFill>
                  <a:srgbClr val="075BEA"/>
                </a:solidFill>
                <a:latin typeface="Pretendard"/>
                <a:ea typeface="Pretendard"/>
                <a:cs typeface="Pretendard"/>
              </a:defRPr>
            </a:lvl1pPr>
            <a:lvl2pPr algn="ctr">
              <a:defRPr sz="2175" b="1">
                <a:solidFill>
                  <a:srgbClr val="075BEA"/>
                </a:solidFill>
                <a:latin typeface="Pretendard"/>
                <a:ea typeface="Pretendard"/>
                <a:cs typeface="Pretendard"/>
              </a:defRPr>
            </a:lvl2pPr>
            <a:lvl3pPr algn="ctr">
              <a:defRPr sz="2175" b="1">
                <a:solidFill>
                  <a:srgbClr val="075BEA"/>
                </a:solidFill>
                <a:latin typeface="Pretendard"/>
                <a:ea typeface="Pretendard"/>
                <a:cs typeface="Pretendard"/>
              </a:defRPr>
            </a:lvl3pPr>
            <a:lvl4pPr algn="ctr">
              <a:defRPr sz="2175" b="1">
                <a:solidFill>
                  <a:srgbClr val="075BEA"/>
                </a:solidFill>
                <a:latin typeface="Pretendard"/>
                <a:ea typeface="Pretendard"/>
                <a:cs typeface="Pretendard"/>
              </a:defRPr>
            </a:lvl4pPr>
            <a:lvl5pPr algn="ctr">
              <a:defRPr sz="2175" b="1">
                <a:solidFill>
                  <a:srgbClr val="075BEA"/>
                </a:solidFill>
                <a:latin typeface="Pretendard"/>
                <a:ea typeface="Pretendard"/>
                <a:cs typeface="Pretendard"/>
              </a:defRPr>
            </a:lvl5pPr>
            <a:lvl6pPr algn="ctr">
              <a:defRPr sz="2175" b="1">
                <a:solidFill>
                  <a:srgbClr val="075BEA"/>
                </a:solidFill>
                <a:latin typeface="Pretendard"/>
                <a:ea typeface="Pretendard"/>
                <a:cs typeface="Pretendard"/>
              </a:defRPr>
            </a:lvl6pPr>
            <a:lvl7pPr algn="ctr">
              <a:defRPr sz="2175" b="1">
                <a:solidFill>
                  <a:srgbClr val="075BEA"/>
                </a:solidFill>
                <a:latin typeface="Pretendard"/>
                <a:ea typeface="Pretendard"/>
                <a:cs typeface="Pretendard"/>
              </a:defRPr>
            </a:lvl7pPr>
            <a:lvl8pPr algn="ctr">
              <a:defRPr sz="2175" b="1">
                <a:solidFill>
                  <a:srgbClr val="075BEA"/>
                </a:solidFill>
                <a:latin typeface="Pretendard"/>
                <a:ea typeface="Pretendard"/>
                <a:cs typeface="Pretendard"/>
              </a:defRPr>
            </a:lvl8pPr>
            <a:lvl9pPr algn="ctr">
              <a:defRPr sz="2175" b="1">
                <a:solidFill>
                  <a:srgbClr val="075BEA"/>
                </a:solidFill>
                <a:latin typeface="Pretendard"/>
                <a:ea typeface="Pretendard"/>
                <a:cs typeface="Pretendard"/>
              </a:defRPr>
            </a:lvl9pPr>
          </a:lstStyle>
          <a:p xmlns:a="http://schemas.openxmlformats.org/drawingml/2006/main">
            <a:pPr algn="ctr">
              <a:defRPr sz="2175" b="1">
                <a:solidFill>
                  <a:srgbClr val="075BEA"/>
                </a:solidFill>
                <a:latin typeface="Pretendard"/>
                <a:ea typeface="Pretendard"/>
                <a:cs typeface="Pretendard"/>
              </a:defRPr>
            </a:pPr>
            <a:r>
              <a:rPr sz="2175" b="1">
                <a:solidFill>
                  <a:srgbClr val="075BEA"/>
                </a:solidFill>
                <a:latin typeface="Pretendard"/>
                <a:ea typeface="Pretendard"/>
                <a:cs typeface="Pretendard"/>
              </a:rPr>
              <a:t>선택한 시스템만 점검 작업으로 생성</a:t>
            </a:r>
          </a:p>
        </p:txBody>
      </p:sp>
    </p:spTree>
    <p:extLst>
      <p:ext uri="{BB962C8B-B14F-4D97-AF65-F5344CB8AC3E}">
        <p14:creationId xmlns:p14="http://schemas.microsoft.com/office/powerpoint/2010/main" val="1639852189"/>
      </p:ext>
    </p:extLst>
  </p:cSld>
</p:sld>
</file>

<file path=ppt/slides/slide10.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88cfaad965024e81">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5de42b3b4ddf46e4">
            <a:extLst>
              <a:ext uri="{96DAC541-7B7A-43D3-8B79-37D633B846F1}">
                <asvg:svgBlip xmlns:asvg="http://schemas.microsoft.com/office/drawing/2016/SVG/main" r:embed="Rcd81c953fccd446c"/>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162320aac3844d27">
            <a:alphaModFix amt="75000"/>
            <a:extLst>
              <a:ext uri="{96DAC541-7B7A-43D3-8B79-37D633B846F1}">
                <asvg:svgBlip xmlns:asvg="http://schemas.microsoft.com/office/drawing/2016/SVG/main" r:embed="Racc7cfc09ac54816"/>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ae7fe25f5908438c">
            <a:extLst>
              <a:ext uri="{96DAC541-7B7A-43D3-8B79-37D633B846F1}">
                <asvg:svgBlip xmlns:asvg="http://schemas.microsoft.com/office/drawing/2016/SVG/main" r:embed="R428d281f29bb43bf"/>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454590e49b36483f">
            <a:extLst>
              <a:ext uri="{96DAC541-7B7A-43D3-8B79-37D633B846F1}">
                <asvg:svgBlip xmlns:asvg="http://schemas.microsoft.com/office/drawing/2016/SVG/main" r:embed="R74bd4270d5d34c42"/>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1aca33b11c4d4093">
            <a:extLst>
              <a:ext uri="{96DAC541-7B7A-43D3-8B79-37D633B846F1}">
                <asvg:svgBlip xmlns:asvg="http://schemas.microsoft.com/office/drawing/2016/SVG/main" r:embed="R0059e74ec96249d1"/>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8fcf591a8147456d"/>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3c5a28ca789547cb">
            <a:extLst>
              <a:ext uri="{96DAC541-7B7A-43D3-8B79-37D633B846F1}">
                <asvg:svgBlip xmlns:asvg="http://schemas.microsoft.com/office/drawing/2016/SVG/main" r:embed="Rc2b395d8331a400e"/>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8dbe5333715d46f5">
            <a:extLst>
              <a:ext uri="{96DAC541-7B7A-43D3-8B79-37D633B846F1}">
                <asvg:svgBlip xmlns:asvg="http://schemas.microsoft.com/office/drawing/2016/SVG/main" r:embed="Rab1ed703fb254399"/>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18fcc73a97764ac7">
            <a:extLst>
              <a:ext uri="{96DAC541-7B7A-43D3-8B79-37D633B846F1}">
                <asvg:svgBlip xmlns:asvg="http://schemas.microsoft.com/office/drawing/2016/SVG/main" r:embed="R12720b1c4d0a4359"/>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83fbe170a21f499e">
            <a:extLst>
              <a:ext uri="{96DAC541-7B7A-43D3-8B79-37D633B846F1}">
                <asvg:svgBlip xmlns:asvg="http://schemas.microsoft.com/office/drawing/2016/SVG/main" r:embed="R82431d77e239472e"/>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83fbe170a21f499e">
            <a:extLst>
              <a:ext uri="{96DAC541-7B7A-43D3-8B79-37D633B846F1}">
                <asvg:svgBlip xmlns:asvg="http://schemas.microsoft.com/office/drawing/2016/SVG/main" r:embed="R82431d77e239472e"/>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83fbe170a21f499e">
            <a:extLst>
              <a:ext uri="{96DAC541-7B7A-43D3-8B79-37D633B846F1}">
                <asvg:svgBlip xmlns:asvg="http://schemas.microsoft.com/office/drawing/2016/SVG/main" r:embed="R82431d77e239472e"/>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83fbe170a21f499e">
            <a:extLst>
              <a:ext uri="{96DAC541-7B7A-43D3-8B79-37D633B846F1}">
                <asvg:svgBlip xmlns:asvg="http://schemas.microsoft.com/office/drawing/2016/SVG/main" r:embed="R82431d77e239472e"/>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c49bb8e11267494e">
            <a:extLst>
              <a:ext uri="{96DAC541-7B7A-43D3-8B79-37D633B846F1}">
                <asvg:svgBlip xmlns:asvg="http://schemas.microsoft.com/office/drawing/2016/SVG/main" r:embed="R9848e545d1e54df1"/>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CF8702F6-455A-4B28-8C67-77D5E558AB31}"/>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0">
            <a:extLst xmlns:a="http://schemas.openxmlformats.org/drawingml/2006/main">
              <a:ext uri="{FF2B5EF4-FFF2-40B4-BE49-F238E27FC236}">
                <a16:creationId xmlns:a16="http://schemas.microsoft.com/office/drawing/2014/main" id="{B700C63F-1219-40C2-9C99-55A068520EF0}"/>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10</a:t>
            </a:r>
          </a:p>
        </p:txBody>
      </p:sp>
      <p:sp>
        <p:nvSpPr>
          <p:cNvPr id="20" name="2단계 | 대화·접수 보존과 복원">
            <a:extLst xmlns:a="http://schemas.openxmlformats.org/drawingml/2006/main">
              <a:ext uri="{FF2B5EF4-FFF2-40B4-BE49-F238E27FC236}">
                <a16:creationId xmlns:a16="http://schemas.microsoft.com/office/drawing/2014/main" id="{7AE9D91B-C2BA-42A2-8E51-045946A273C3}"/>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2단계 | 대화·접수 보존과 복원</a:t>
            </a:r>
          </a:p>
        </p:txBody>
      </p:sp>
      <p:sp>
        <p:nvSpPr>
          <p:cNvPr id="21" name="">
            <a:extLst xmlns:a="http://schemas.openxmlformats.org/drawingml/2006/main">
              <a:ext uri="{FF2B5EF4-FFF2-40B4-BE49-F238E27FC236}">
                <a16:creationId xmlns:a16="http://schemas.microsoft.com/office/drawing/2014/main" id="{B9F701C6-3F3B-4A75-9F4A-3C7CB7218CDF}"/>
              </a:ext>
            </a:extLst>
          </p:cNvPr>
          <p:cNvSpPr>
            <a:spLocks xmlns:a="http://schemas.openxmlformats.org/drawingml/2006/main" noGrp="1"/>
          </p:cNvSpPr>
          <p:nvPr/>
        </p:nvSpPr>
        <p:spPr>
          <a:xfrm xmlns:a="http://schemas.openxmlformats.org/drawingml/2006/main">
            <a:off x="2095500" y="2695575"/>
            <a:ext cx="7191375" cy="65722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0B8C073B-DC9D-4469-8272-3772D7A13024}"/>
              </a:ext>
            </a:extLst>
          </p:cNvPr>
          <p:cNvSpPr>
            <a:spLocks xmlns:a="http://schemas.openxmlformats.org/drawingml/2006/main" noGrp="1"/>
          </p:cNvSpPr>
          <p:nvPr/>
        </p:nvSpPr>
        <p:spPr>
          <a:xfrm xmlns:a="http://schemas.openxmlformats.org/drawingml/2006/main">
            <a:off x="9620250" y="2695575"/>
            <a:ext cx="7953375" cy="65722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10478">
            <a:solidFill>
              <a:srgbClr val="BCBEC4"/>
            </a:solidFill>
          </a:ln>
        </p:spPr>
      </p:sp>
      <p:sp>
        <p:nvSpPr>
          <p:cNvPr id="23" name="기존">
            <a:extLst xmlns:a="http://schemas.openxmlformats.org/drawingml/2006/main">
              <a:ext uri="{FF2B5EF4-FFF2-40B4-BE49-F238E27FC236}">
                <a16:creationId xmlns:a16="http://schemas.microsoft.com/office/drawing/2014/main" id="{13FECEDE-5A34-428B-A16D-1F3927D91932}"/>
              </a:ext>
            </a:extLst>
          </p:cNvPr>
          <p:cNvSpPr>
            <a:spLocks xmlns:a="http://schemas.openxmlformats.org/drawingml/2006/main" noGrp="1"/>
          </p:cNvSpPr>
          <p:nvPr/>
        </p:nvSpPr>
        <p:spPr>
          <a:xfrm xmlns:a="http://schemas.openxmlformats.org/drawingml/2006/main">
            <a:off x="2343150" y="27813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686868"/>
                </a:solidFill>
                <a:latin typeface="Pretendard"/>
                <a:ea typeface="Pretendard"/>
                <a:cs typeface="Pretendard"/>
              </a:defRPr>
            </a:defPPr>
            <a:lvl1pPr algn="l">
              <a:defRPr sz="2250" b="1">
                <a:solidFill>
                  <a:srgbClr val="686868"/>
                </a:solidFill>
                <a:latin typeface="Pretendard"/>
                <a:ea typeface="Pretendard"/>
                <a:cs typeface="Pretendard"/>
              </a:defRPr>
            </a:lvl1pPr>
            <a:lvl2pPr algn="l">
              <a:defRPr sz="2250" b="1">
                <a:solidFill>
                  <a:srgbClr val="686868"/>
                </a:solidFill>
                <a:latin typeface="Pretendard"/>
                <a:ea typeface="Pretendard"/>
                <a:cs typeface="Pretendard"/>
              </a:defRPr>
            </a:lvl2pPr>
            <a:lvl3pPr algn="l">
              <a:defRPr sz="2250" b="1">
                <a:solidFill>
                  <a:srgbClr val="686868"/>
                </a:solidFill>
                <a:latin typeface="Pretendard"/>
                <a:ea typeface="Pretendard"/>
                <a:cs typeface="Pretendard"/>
              </a:defRPr>
            </a:lvl3pPr>
            <a:lvl4pPr algn="l">
              <a:defRPr sz="2250" b="1">
                <a:solidFill>
                  <a:srgbClr val="686868"/>
                </a:solidFill>
                <a:latin typeface="Pretendard"/>
                <a:ea typeface="Pretendard"/>
                <a:cs typeface="Pretendard"/>
              </a:defRPr>
            </a:lvl4pPr>
            <a:lvl5pPr algn="l">
              <a:defRPr sz="2250" b="1">
                <a:solidFill>
                  <a:srgbClr val="686868"/>
                </a:solidFill>
                <a:latin typeface="Pretendard"/>
                <a:ea typeface="Pretendard"/>
                <a:cs typeface="Pretendard"/>
              </a:defRPr>
            </a:lvl5pPr>
            <a:lvl6pPr algn="l">
              <a:defRPr sz="2250" b="1">
                <a:solidFill>
                  <a:srgbClr val="686868"/>
                </a:solidFill>
                <a:latin typeface="Pretendard"/>
                <a:ea typeface="Pretendard"/>
                <a:cs typeface="Pretendard"/>
              </a:defRPr>
            </a:lvl6pPr>
            <a:lvl7pPr algn="l">
              <a:defRPr sz="2250" b="1">
                <a:solidFill>
                  <a:srgbClr val="686868"/>
                </a:solidFill>
                <a:latin typeface="Pretendard"/>
                <a:ea typeface="Pretendard"/>
                <a:cs typeface="Pretendard"/>
              </a:defRPr>
            </a:lvl7pPr>
            <a:lvl8pPr algn="l">
              <a:defRPr sz="2250" b="1">
                <a:solidFill>
                  <a:srgbClr val="686868"/>
                </a:solidFill>
                <a:latin typeface="Pretendard"/>
                <a:ea typeface="Pretendard"/>
                <a:cs typeface="Pretendard"/>
              </a:defRPr>
            </a:lvl8pPr>
            <a:lvl9pPr algn="l">
              <a:defRPr sz="2250" b="1">
                <a:solidFill>
                  <a:srgbClr val="686868"/>
                </a:solidFill>
                <a:latin typeface="Pretendard"/>
                <a:ea typeface="Pretendard"/>
                <a:cs typeface="Pretendard"/>
              </a:defRPr>
            </a:lvl9pPr>
          </a:lstStyle>
          <a:p xmlns:a="http://schemas.openxmlformats.org/drawingml/2006/main">
            <a:pPr algn="l">
              <a:defRPr sz="2250" b="1">
                <a:solidFill>
                  <a:srgbClr val="686868"/>
                </a:solidFill>
                <a:latin typeface="Pretendard"/>
                <a:ea typeface="Pretendard"/>
                <a:cs typeface="Pretendard"/>
              </a:defRPr>
            </a:pPr>
            <a:r>
              <a:rPr sz="2250" b="1">
                <a:solidFill>
                  <a:srgbClr val="686868"/>
                </a:solidFill>
                <a:latin typeface="Pretendard"/>
                <a:ea typeface="Pretendard"/>
                <a:cs typeface="Pretendard"/>
              </a:rPr>
              <a:t>기존</a:t>
            </a:r>
          </a:p>
        </p:txBody>
      </p:sp>
      <p:sp>
        <p:nvSpPr>
          <p:cNvPr id="24" name="새로고침하면 새 대화 ID 생성&#10;실행 스크립트는 대화 DB 삭제">
            <a:extLst xmlns:a="http://schemas.openxmlformats.org/drawingml/2006/main">
              <a:ext uri="{FF2B5EF4-FFF2-40B4-BE49-F238E27FC236}">
                <a16:creationId xmlns:a16="http://schemas.microsoft.com/office/drawing/2014/main" id="{9D0DD781-5281-411A-BF7F-38B77DC7A552}"/>
              </a:ext>
            </a:extLst>
          </p:cNvPr>
          <p:cNvSpPr>
            <a:spLocks xmlns:a="http://schemas.openxmlformats.org/drawingml/2006/main" noGrp="1"/>
          </p:cNvSpPr>
          <p:nvPr/>
        </p:nvSpPr>
        <p:spPr>
          <a:xfrm xmlns:a="http://schemas.openxmlformats.org/drawingml/2006/main">
            <a:off x="2343150" y="3286125"/>
            <a:ext cx="647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101010"/>
                </a:solidFill>
                <a:latin typeface="Pretendard"/>
                <a:ea typeface="Pretendard"/>
                <a:cs typeface="Pretendard"/>
              </a:defRPr>
            </a:defPPr>
            <a:lvl1pPr algn="l">
              <a:defRPr sz="2700" b="0">
                <a:solidFill>
                  <a:srgbClr val="101010"/>
                </a:solidFill>
                <a:latin typeface="Pretendard"/>
                <a:ea typeface="Pretendard"/>
                <a:cs typeface="Pretendard"/>
              </a:defRPr>
            </a:lvl1pPr>
            <a:lvl2pPr algn="l">
              <a:defRPr sz="2700" b="0">
                <a:solidFill>
                  <a:srgbClr val="101010"/>
                </a:solidFill>
                <a:latin typeface="Pretendard"/>
                <a:ea typeface="Pretendard"/>
                <a:cs typeface="Pretendard"/>
              </a:defRPr>
            </a:lvl2pPr>
            <a:lvl3pPr algn="l">
              <a:defRPr sz="2700" b="0">
                <a:solidFill>
                  <a:srgbClr val="101010"/>
                </a:solidFill>
                <a:latin typeface="Pretendard"/>
                <a:ea typeface="Pretendard"/>
                <a:cs typeface="Pretendard"/>
              </a:defRPr>
            </a:lvl3pPr>
            <a:lvl4pPr algn="l">
              <a:defRPr sz="2700" b="0">
                <a:solidFill>
                  <a:srgbClr val="101010"/>
                </a:solidFill>
                <a:latin typeface="Pretendard"/>
                <a:ea typeface="Pretendard"/>
                <a:cs typeface="Pretendard"/>
              </a:defRPr>
            </a:lvl4pPr>
            <a:lvl5pPr algn="l">
              <a:defRPr sz="2700" b="0">
                <a:solidFill>
                  <a:srgbClr val="101010"/>
                </a:solidFill>
                <a:latin typeface="Pretendard"/>
                <a:ea typeface="Pretendard"/>
                <a:cs typeface="Pretendard"/>
              </a:defRPr>
            </a:lvl5pPr>
            <a:lvl6pPr algn="l">
              <a:defRPr sz="2700" b="0">
                <a:solidFill>
                  <a:srgbClr val="101010"/>
                </a:solidFill>
                <a:latin typeface="Pretendard"/>
                <a:ea typeface="Pretendard"/>
                <a:cs typeface="Pretendard"/>
              </a:defRPr>
            </a:lvl6pPr>
            <a:lvl7pPr algn="l">
              <a:defRPr sz="2700" b="0">
                <a:solidFill>
                  <a:srgbClr val="101010"/>
                </a:solidFill>
                <a:latin typeface="Pretendard"/>
                <a:ea typeface="Pretendard"/>
                <a:cs typeface="Pretendard"/>
              </a:defRPr>
            </a:lvl7pPr>
            <a:lvl8pPr algn="l">
              <a:defRPr sz="2700" b="0">
                <a:solidFill>
                  <a:srgbClr val="101010"/>
                </a:solidFill>
                <a:latin typeface="Pretendard"/>
                <a:ea typeface="Pretendard"/>
                <a:cs typeface="Pretendard"/>
              </a:defRPr>
            </a:lvl8pPr>
            <a:lvl9pPr algn="l">
              <a:defRPr sz="2700" b="0">
                <a:solidFill>
                  <a:srgbClr val="101010"/>
                </a:solidFill>
                <a:latin typeface="Pretendard"/>
                <a:ea typeface="Pretendard"/>
                <a:cs typeface="Pretendard"/>
              </a:defRPr>
            </a:lvl9pPr>
          </a:lstStyle>
          <a:p xmlns:a="http://schemas.openxmlformats.org/drawingml/2006/main">
            <a:pPr algn="l">
              <a:defRPr sz="2700" b="0">
                <a:solidFill>
                  <a:srgbClr val="101010"/>
                </a:solidFill>
                <a:latin typeface="Pretendard"/>
                <a:ea typeface="Pretendard"/>
                <a:cs typeface="Pretendard"/>
              </a:defRPr>
            </a:pPr>
            <a:r>
              <a:rPr sz="2700" b="0">
                <a:solidFill>
                  <a:srgbClr val="101010"/>
                </a:solidFill>
                <a:latin typeface="Pretendard"/>
                <a:ea typeface="Pretendard"/>
                <a:cs typeface="Pretendard"/>
              </a:rPr>
              <a:t>새로고침하면 새 대화 ID 생성</a:t>
            </a:r>
          </a:p>
          <a:p xmlns:a="http://schemas.openxmlformats.org/drawingml/2006/main">
            <a:pPr algn="l">
              <a:defRPr sz="2700" b="0">
                <a:solidFill>
                  <a:srgbClr val="101010"/>
                </a:solidFill>
                <a:latin typeface="Pretendard"/>
                <a:ea typeface="Pretendard"/>
                <a:cs typeface="Pretendard"/>
              </a:defRPr>
            </a:pPr>
            <a:r>
              <a:rPr sz="2700" b="0">
                <a:solidFill>
                  <a:srgbClr val="101010"/>
                </a:solidFill>
                <a:latin typeface="Pretendard"/>
                <a:ea typeface="Pretendard"/>
                <a:cs typeface="Pretendard"/>
              </a:rPr>
              <a:t>실행 스크립트는 대화 DB 삭제</a:t>
            </a:r>
          </a:p>
        </p:txBody>
      </p:sp>
      <p:sp>
        <p:nvSpPr>
          <p:cNvPr id="25" name="개선">
            <a:extLst xmlns:a="http://schemas.openxmlformats.org/drawingml/2006/main">
              <a:ext uri="{FF2B5EF4-FFF2-40B4-BE49-F238E27FC236}">
                <a16:creationId xmlns:a16="http://schemas.microsoft.com/office/drawing/2014/main" id="{9C9C78B3-754B-4D7C-9272-4107BA34F978}"/>
              </a:ext>
            </a:extLst>
          </p:cNvPr>
          <p:cNvSpPr>
            <a:spLocks xmlns:a="http://schemas.openxmlformats.org/drawingml/2006/main" noGrp="1"/>
          </p:cNvSpPr>
          <p:nvPr/>
        </p:nvSpPr>
        <p:spPr>
          <a:xfrm xmlns:a="http://schemas.openxmlformats.org/drawingml/2006/main">
            <a:off x="2343150" y="4791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75BEA"/>
                </a:solidFill>
                <a:latin typeface="Pretendard"/>
                <a:ea typeface="Pretendard"/>
                <a:cs typeface="Pretendard"/>
              </a:defRPr>
            </a:defPPr>
            <a:lvl1pPr algn="l">
              <a:defRPr sz="2250" b="1">
                <a:solidFill>
                  <a:srgbClr val="075BEA"/>
                </a:solidFill>
                <a:latin typeface="Pretendard"/>
                <a:ea typeface="Pretendard"/>
                <a:cs typeface="Pretendard"/>
              </a:defRPr>
            </a:lvl1pPr>
            <a:lvl2pPr algn="l">
              <a:defRPr sz="2250" b="1">
                <a:solidFill>
                  <a:srgbClr val="075BEA"/>
                </a:solidFill>
                <a:latin typeface="Pretendard"/>
                <a:ea typeface="Pretendard"/>
                <a:cs typeface="Pretendard"/>
              </a:defRPr>
            </a:lvl2pPr>
            <a:lvl3pPr algn="l">
              <a:defRPr sz="2250" b="1">
                <a:solidFill>
                  <a:srgbClr val="075BEA"/>
                </a:solidFill>
                <a:latin typeface="Pretendard"/>
                <a:ea typeface="Pretendard"/>
                <a:cs typeface="Pretendard"/>
              </a:defRPr>
            </a:lvl3pPr>
            <a:lvl4pPr algn="l">
              <a:defRPr sz="2250" b="1">
                <a:solidFill>
                  <a:srgbClr val="075BEA"/>
                </a:solidFill>
                <a:latin typeface="Pretendard"/>
                <a:ea typeface="Pretendard"/>
                <a:cs typeface="Pretendard"/>
              </a:defRPr>
            </a:lvl4pPr>
            <a:lvl5pPr algn="l">
              <a:defRPr sz="2250" b="1">
                <a:solidFill>
                  <a:srgbClr val="075BEA"/>
                </a:solidFill>
                <a:latin typeface="Pretendard"/>
                <a:ea typeface="Pretendard"/>
                <a:cs typeface="Pretendard"/>
              </a:defRPr>
            </a:lvl5pPr>
            <a:lvl6pPr algn="l">
              <a:defRPr sz="2250" b="1">
                <a:solidFill>
                  <a:srgbClr val="075BEA"/>
                </a:solidFill>
                <a:latin typeface="Pretendard"/>
                <a:ea typeface="Pretendard"/>
                <a:cs typeface="Pretendard"/>
              </a:defRPr>
            </a:lvl6pPr>
            <a:lvl7pPr algn="l">
              <a:defRPr sz="2250" b="1">
                <a:solidFill>
                  <a:srgbClr val="075BEA"/>
                </a:solidFill>
                <a:latin typeface="Pretendard"/>
                <a:ea typeface="Pretendard"/>
                <a:cs typeface="Pretendard"/>
              </a:defRPr>
            </a:lvl7pPr>
            <a:lvl8pPr algn="l">
              <a:defRPr sz="2250" b="1">
                <a:solidFill>
                  <a:srgbClr val="075BEA"/>
                </a:solidFill>
                <a:latin typeface="Pretendard"/>
                <a:ea typeface="Pretendard"/>
                <a:cs typeface="Pretendard"/>
              </a:defRPr>
            </a:lvl8pPr>
            <a:lvl9pPr algn="l">
              <a:defRPr sz="2250" b="1">
                <a:solidFill>
                  <a:srgbClr val="075BEA"/>
                </a:solidFill>
                <a:latin typeface="Pretendard"/>
                <a:ea typeface="Pretendard"/>
                <a:cs typeface="Pretendard"/>
              </a:defRPr>
            </a:lvl9pPr>
          </a:lstStyle>
          <a:p xmlns:a="http://schemas.openxmlformats.org/drawingml/2006/main">
            <a:pPr algn="l">
              <a:defRPr sz="2250" b="1">
                <a:solidFill>
                  <a:srgbClr val="075BEA"/>
                </a:solidFill>
                <a:latin typeface="Pretendard"/>
                <a:ea typeface="Pretendard"/>
                <a:cs typeface="Pretendard"/>
              </a:defRPr>
            </a:pPr>
            <a:r>
              <a:rPr sz="2250" b="1">
                <a:solidFill>
                  <a:srgbClr val="075BEA"/>
                </a:solidFill>
                <a:latin typeface="Pretendard"/>
                <a:ea typeface="Pretendard"/>
                <a:cs typeface="Pretendard"/>
              </a:rPr>
              <a:t>개선</a:t>
            </a:r>
          </a:p>
        </p:txBody>
      </p:sp>
      <p:sp>
        <p:nvSpPr>
          <p:cNvPr id="26" name="대화 ID와 선택값을 복원하고&#10;접수·답변을 DB에 보존">
            <a:extLst xmlns:a="http://schemas.openxmlformats.org/drawingml/2006/main">
              <a:ext uri="{FF2B5EF4-FFF2-40B4-BE49-F238E27FC236}">
                <a16:creationId xmlns:a16="http://schemas.microsoft.com/office/drawing/2014/main" id="{5F60822D-E9E3-4CD1-96E8-2235FF86739E}"/>
              </a:ext>
            </a:extLst>
          </p:cNvPr>
          <p:cNvSpPr>
            <a:spLocks xmlns:a="http://schemas.openxmlformats.org/drawingml/2006/main" noGrp="1"/>
          </p:cNvSpPr>
          <p:nvPr/>
        </p:nvSpPr>
        <p:spPr>
          <a:xfrm xmlns:a="http://schemas.openxmlformats.org/drawingml/2006/main">
            <a:off x="2343150" y="5295900"/>
            <a:ext cx="647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01010"/>
                </a:solidFill>
                <a:latin typeface="Pretendard"/>
                <a:ea typeface="Pretendard"/>
                <a:cs typeface="Pretendard"/>
              </a:defRPr>
            </a:defPPr>
            <a:lvl1pPr algn="l">
              <a:defRPr sz="2775" b="1">
                <a:solidFill>
                  <a:srgbClr val="101010"/>
                </a:solidFill>
                <a:latin typeface="Pretendard"/>
                <a:ea typeface="Pretendard"/>
                <a:cs typeface="Pretendard"/>
              </a:defRPr>
            </a:lvl1pPr>
            <a:lvl2pPr algn="l">
              <a:defRPr sz="2775" b="1">
                <a:solidFill>
                  <a:srgbClr val="101010"/>
                </a:solidFill>
                <a:latin typeface="Pretendard"/>
                <a:ea typeface="Pretendard"/>
                <a:cs typeface="Pretendard"/>
              </a:defRPr>
            </a:lvl2pPr>
            <a:lvl3pPr algn="l">
              <a:defRPr sz="2775" b="1">
                <a:solidFill>
                  <a:srgbClr val="101010"/>
                </a:solidFill>
                <a:latin typeface="Pretendard"/>
                <a:ea typeface="Pretendard"/>
                <a:cs typeface="Pretendard"/>
              </a:defRPr>
            </a:lvl3pPr>
            <a:lvl4pPr algn="l">
              <a:defRPr sz="2775" b="1">
                <a:solidFill>
                  <a:srgbClr val="101010"/>
                </a:solidFill>
                <a:latin typeface="Pretendard"/>
                <a:ea typeface="Pretendard"/>
                <a:cs typeface="Pretendard"/>
              </a:defRPr>
            </a:lvl4pPr>
            <a:lvl5pPr algn="l">
              <a:defRPr sz="2775" b="1">
                <a:solidFill>
                  <a:srgbClr val="101010"/>
                </a:solidFill>
                <a:latin typeface="Pretendard"/>
                <a:ea typeface="Pretendard"/>
                <a:cs typeface="Pretendard"/>
              </a:defRPr>
            </a:lvl5pPr>
            <a:lvl6pPr algn="l">
              <a:defRPr sz="2775" b="1">
                <a:solidFill>
                  <a:srgbClr val="101010"/>
                </a:solidFill>
                <a:latin typeface="Pretendard"/>
                <a:ea typeface="Pretendard"/>
                <a:cs typeface="Pretendard"/>
              </a:defRPr>
            </a:lvl6pPr>
            <a:lvl7pPr algn="l">
              <a:defRPr sz="2775" b="1">
                <a:solidFill>
                  <a:srgbClr val="101010"/>
                </a:solidFill>
                <a:latin typeface="Pretendard"/>
                <a:ea typeface="Pretendard"/>
                <a:cs typeface="Pretendard"/>
              </a:defRPr>
            </a:lvl7pPr>
            <a:lvl8pPr algn="l">
              <a:defRPr sz="2775" b="1">
                <a:solidFill>
                  <a:srgbClr val="101010"/>
                </a:solidFill>
                <a:latin typeface="Pretendard"/>
                <a:ea typeface="Pretendard"/>
                <a:cs typeface="Pretendard"/>
              </a:defRPr>
            </a:lvl8pPr>
            <a:lvl9pPr algn="l">
              <a:defRPr sz="2775" b="1">
                <a:solidFill>
                  <a:srgbClr val="101010"/>
                </a:solidFill>
                <a:latin typeface="Pretendard"/>
                <a:ea typeface="Pretendard"/>
                <a:cs typeface="Pretendard"/>
              </a:defRPr>
            </a:lvl9pPr>
          </a:lstStyle>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대화 ID와 선택값을 복원하고</a:t>
            </a:r>
          </a:p>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접수·답변을 DB에 보존</a:t>
            </a:r>
          </a:p>
        </p:txBody>
      </p:sp>
      <p:sp>
        <p:nvSpPr>
          <p:cNvPr id="27" name="적용 기술: SQLite · 대화 ID · 요청 ID   |   기대 효과: 설명을 이">
            <a:extLst xmlns:a="http://schemas.openxmlformats.org/drawingml/2006/main">
              <a:ext uri="{FF2B5EF4-FFF2-40B4-BE49-F238E27FC236}">
                <a16:creationId xmlns:a16="http://schemas.microsoft.com/office/drawing/2014/main" id="{FE63BB13-F747-46E4-8CC8-06A6CE0EAD88}"/>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적용 기술: SQLite · 대화 ID · 요청 ID   |   기대 효과: 설명을 이어가고 중복 접수 방지</a:t>
            </a:r>
          </a:p>
        </p:txBody>
      </p:sp>
      <p:sp>
        <p:nvSpPr>
          <p:cNvPr id="28" name="같은 요청 ID → 저장된 결과 재사용&#10;처리 중인 요청 → 중복 실행 차단">
            <a:extLst xmlns:a="http://schemas.openxmlformats.org/drawingml/2006/main">
              <a:ext uri="{FF2B5EF4-FFF2-40B4-BE49-F238E27FC236}">
                <a16:creationId xmlns:a16="http://schemas.microsoft.com/office/drawing/2014/main" id="{387869B1-D65E-4A66-B2EF-2FFB3F532F08}"/>
              </a:ext>
            </a:extLst>
          </p:cNvPr>
          <p:cNvSpPr>
            <a:spLocks xmlns:a="http://schemas.openxmlformats.org/drawingml/2006/main" noGrp="1"/>
          </p:cNvSpPr>
          <p:nvPr/>
        </p:nvSpPr>
        <p:spPr>
          <a:xfrm xmlns:a="http://schemas.openxmlformats.org/drawingml/2006/main">
            <a:off x="2362200" y="7429500"/>
            <a:ext cx="66389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075BEA"/>
                </a:solidFill>
                <a:latin typeface="Pretendard"/>
                <a:ea typeface="Pretendard"/>
                <a:cs typeface="Pretendard"/>
              </a:defRPr>
            </a:defPPr>
            <a:lvl1pPr algn="l">
              <a:defRPr sz="2400" b="1">
                <a:solidFill>
                  <a:srgbClr val="075BEA"/>
                </a:solidFill>
                <a:latin typeface="Pretendard"/>
                <a:ea typeface="Pretendard"/>
                <a:cs typeface="Pretendard"/>
              </a:defRPr>
            </a:lvl1pPr>
            <a:lvl2pPr algn="l">
              <a:defRPr sz="2400" b="1">
                <a:solidFill>
                  <a:srgbClr val="075BEA"/>
                </a:solidFill>
                <a:latin typeface="Pretendard"/>
                <a:ea typeface="Pretendard"/>
                <a:cs typeface="Pretendard"/>
              </a:defRPr>
            </a:lvl2pPr>
            <a:lvl3pPr algn="l">
              <a:defRPr sz="2400" b="1">
                <a:solidFill>
                  <a:srgbClr val="075BEA"/>
                </a:solidFill>
                <a:latin typeface="Pretendard"/>
                <a:ea typeface="Pretendard"/>
                <a:cs typeface="Pretendard"/>
              </a:defRPr>
            </a:lvl3pPr>
            <a:lvl4pPr algn="l">
              <a:defRPr sz="2400" b="1">
                <a:solidFill>
                  <a:srgbClr val="075BEA"/>
                </a:solidFill>
                <a:latin typeface="Pretendard"/>
                <a:ea typeface="Pretendard"/>
                <a:cs typeface="Pretendard"/>
              </a:defRPr>
            </a:lvl4pPr>
            <a:lvl5pPr algn="l">
              <a:defRPr sz="2400" b="1">
                <a:solidFill>
                  <a:srgbClr val="075BEA"/>
                </a:solidFill>
                <a:latin typeface="Pretendard"/>
                <a:ea typeface="Pretendard"/>
                <a:cs typeface="Pretendard"/>
              </a:defRPr>
            </a:lvl5pPr>
            <a:lvl6pPr algn="l">
              <a:defRPr sz="2400" b="1">
                <a:solidFill>
                  <a:srgbClr val="075BEA"/>
                </a:solidFill>
                <a:latin typeface="Pretendard"/>
                <a:ea typeface="Pretendard"/>
                <a:cs typeface="Pretendard"/>
              </a:defRPr>
            </a:lvl6pPr>
            <a:lvl7pPr algn="l">
              <a:defRPr sz="2400" b="1">
                <a:solidFill>
                  <a:srgbClr val="075BEA"/>
                </a:solidFill>
                <a:latin typeface="Pretendard"/>
                <a:ea typeface="Pretendard"/>
                <a:cs typeface="Pretendard"/>
              </a:defRPr>
            </a:lvl7pPr>
            <a:lvl8pPr algn="l">
              <a:defRPr sz="2400" b="1">
                <a:solidFill>
                  <a:srgbClr val="075BEA"/>
                </a:solidFill>
                <a:latin typeface="Pretendard"/>
                <a:ea typeface="Pretendard"/>
                <a:cs typeface="Pretendard"/>
              </a:defRPr>
            </a:lvl8pPr>
            <a:lvl9pPr algn="l">
              <a:defRPr sz="2400" b="1">
                <a:solidFill>
                  <a:srgbClr val="075BEA"/>
                </a:solidFill>
                <a:latin typeface="Pretendard"/>
                <a:ea typeface="Pretendard"/>
                <a:cs typeface="Pretendard"/>
              </a:defRPr>
            </a:lvl9pPr>
          </a:lstStyle>
          <a:p xmlns:a="http://schemas.openxmlformats.org/drawingml/2006/main">
            <a:pPr algn="l">
              <a:defRPr sz="2400" b="1">
                <a:solidFill>
                  <a:srgbClr val="075BEA"/>
                </a:solidFill>
                <a:latin typeface="Pretendard"/>
                <a:ea typeface="Pretendard"/>
                <a:cs typeface="Pretendard"/>
              </a:defRPr>
            </a:pPr>
            <a:r>
              <a:rPr sz="2400" b="1">
                <a:solidFill>
                  <a:srgbClr val="075BEA"/>
                </a:solidFill>
                <a:latin typeface="Pretendard"/>
                <a:ea typeface="Pretendard"/>
                <a:cs typeface="Pretendard"/>
              </a:rPr>
              <a:t>같은 요청 ID → 저장된 결과 재사용</a:t>
            </a:r>
          </a:p>
          <a:p xmlns:a="http://schemas.openxmlformats.org/drawingml/2006/main">
            <a:pPr algn="l">
              <a:defRPr sz="2400" b="1">
                <a:solidFill>
                  <a:srgbClr val="075BEA"/>
                </a:solidFill>
                <a:latin typeface="Pretendard"/>
                <a:ea typeface="Pretendard"/>
                <a:cs typeface="Pretendard"/>
              </a:defRPr>
            </a:pPr>
            <a:r>
              <a:rPr sz="2400" b="1">
                <a:solidFill>
                  <a:srgbClr val="075BEA"/>
                </a:solidFill>
                <a:latin typeface="Pretendard"/>
                <a:ea typeface="Pretendard"/>
                <a:cs typeface="Pretendard"/>
              </a:rPr>
              <a:t>처리 중인 요청 → 중복 실행 차단</a:t>
            </a:r>
          </a:p>
        </p:txBody>
      </p:sp>
      <p:pic>
        <p:nvPicPr>
          <p:cNvPr id="29" name="">
            <a:extLst xmlns:a="http://schemas.openxmlformats.org/drawingml/2006/main">
              <a:ext uri="{FF2B5EF4-FFF2-40B4-BE49-F238E27FC236}">
                <a16:creationId xmlns:a16="http://schemas.microsoft.com/office/drawing/2014/main" id="{0B62CABA-F785-4BC4-A8E4-9E0ACD0E6D6B}"/>
              </a:ext>
            </a:extLst>
          </p:cNvPr>
          <p:cNvPicPr>
            <a:picLocks xmlns:a="http://schemas.openxmlformats.org/drawingml/2006/main" noChangeAspect="1"/>
          </p:cNvPicPr>
          <p:nvPr/>
        </p:nvPicPr>
        <p:blipFill>
          <a:blip xmlns:r="http://schemas.openxmlformats.org/officeDocument/2006/relationships" xmlns:a="http://schemas.openxmlformats.org/drawingml/2006/main" r:embed="R1fdaae440f514bc2"/>
          <a:stretch xmlns:a="http://schemas.openxmlformats.org/drawingml/2006/main"/>
        </p:blipFill>
        <p:spPr>
          <a:xfrm xmlns:a="http://schemas.openxmlformats.org/drawingml/2006/main">
            <a:off x="9914981" y="3143250"/>
            <a:ext cx="7354389" cy="5362575"/>
          </a:xfrm>
          <a:prstGeom xmlns:a="http://schemas.openxmlformats.org/drawingml/2006/main" prst="rect">
            <a:avLst/>
          </a:prstGeom>
        </p:spPr>
      </p:pic>
      <p:sp>
        <p:nvSpPr>
          <p:cNvPr id="30" name="복원 확인: 같은 대화 · 같은 접수 · 같은 답변">
            <a:extLst xmlns:a="http://schemas.openxmlformats.org/drawingml/2006/main">
              <a:ext uri="{FF2B5EF4-FFF2-40B4-BE49-F238E27FC236}">
                <a16:creationId xmlns:a16="http://schemas.microsoft.com/office/drawing/2014/main" id="{AD5E4ACF-3DBD-4870-87F3-9B46E4CB9791}"/>
              </a:ext>
            </a:extLst>
          </p:cNvPr>
          <p:cNvSpPr>
            <a:spLocks xmlns:a="http://schemas.openxmlformats.org/drawingml/2006/main" noGrp="1"/>
          </p:cNvSpPr>
          <p:nvPr/>
        </p:nvSpPr>
        <p:spPr>
          <a:xfrm xmlns:a="http://schemas.openxmlformats.org/drawingml/2006/main">
            <a:off x="9858375" y="8658225"/>
            <a:ext cx="7477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00" b="1">
                <a:solidFill>
                  <a:srgbClr val="075BEA"/>
                </a:solidFill>
                <a:latin typeface="Pretendard"/>
                <a:ea typeface="Pretendard"/>
                <a:cs typeface="Pretendard"/>
              </a:defRPr>
            </a:defPPr>
            <a:lvl1pPr algn="ctr">
              <a:defRPr sz="2100" b="1">
                <a:solidFill>
                  <a:srgbClr val="075BEA"/>
                </a:solidFill>
                <a:latin typeface="Pretendard"/>
                <a:ea typeface="Pretendard"/>
                <a:cs typeface="Pretendard"/>
              </a:defRPr>
            </a:lvl1pPr>
            <a:lvl2pPr algn="ctr">
              <a:defRPr sz="2100" b="1">
                <a:solidFill>
                  <a:srgbClr val="075BEA"/>
                </a:solidFill>
                <a:latin typeface="Pretendard"/>
                <a:ea typeface="Pretendard"/>
                <a:cs typeface="Pretendard"/>
              </a:defRPr>
            </a:lvl2pPr>
            <a:lvl3pPr algn="ctr">
              <a:defRPr sz="2100" b="1">
                <a:solidFill>
                  <a:srgbClr val="075BEA"/>
                </a:solidFill>
                <a:latin typeface="Pretendard"/>
                <a:ea typeface="Pretendard"/>
                <a:cs typeface="Pretendard"/>
              </a:defRPr>
            </a:lvl3pPr>
            <a:lvl4pPr algn="ctr">
              <a:defRPr sz="2100" b="1">
                <a:solidFill>
                  <a:srgbClr val="075BEA"/>
                </a:solidFill>
                <a:latin typeface="Pretendard"/>
                <a:ea typeface="Pretendard"/>
                <a:cs typeface="Pretendard"/>
              </a:defRPr>
            </a:lvl4pPr>
            <a:lvl5pPr algn="ctr">
              <a:defRPr sz="2100" b="1">
                <a:solidFill>
                  <a:srgbClr val="075BEA"/>
                </a:solidFill>
                <a:latin typeface="Pretendard"/>
                <a:ea typeface="Pretendard"/>
                <a:cs typeface="Pretendard"/>
              </a:defRPr>
            </a:lvl5pPr>
            <a:lvl6pPr algn="ctr">
              <a:defRPr sz="2100" b="1">
                <a:solidFill>
                  <a:srgbClr val="075BEA"/>
                </a:solidFill>
                <a:latin typeface="Pretendard"/>
                <a:ea typeface="Pretendard"/>
                <a:cs typeface="Pretendard"/>
              </a:defRPr>
            </a:lvl6pPr>
            <a:lvl7pPr algn="ctr">
              <a:defRPr sz="2100" b="1">
                <a:solidFill>
                  <a:srgbClr val="075BEA"/>
                </a:solidFill>
                <a:latin typeface="Pretendard"/>
                <a:ea typeface="Pretendard"/>
                <a:cs typeface="Pretendard"/>
              </a:defRPr>
            </a:lvl7pPr>
            <a:lvl8pPr algn="ctr">
              <a:defRPr sz="2100" b="1">
                <a:solidFill>
                  <a:srgbClr val="075BEA"/>
                </a:solidFill>
                <a:latin typeface="Pretendard"/>
                <a:ea typeface="Pretendard"/>
                <a:cs typeface="Pretendard"/>
              </a:defRPr>
            </a:lvl8pPr>
            <a:lvl9pPr algn="ctr">
              <a:defRPr sz="2100" b="1">
                <a:solidFill>
                  <a:srgbClr val="075BEA"/>
                </a:solidFill>
                <a:latin typeface="Pretendard"/>
                <a:ea typeface="Pretendard"/>
                <a:cs typeface="Pretendard"/>
              </a:defRPr>
            </a:lvl9pPr>
          </a:lstStyle>
          <a:p xmlns:a="http://schemas.openxmlformats.org/drawingml/2006/main">
            <a:pPr algn="ctr">
              <a:defRPr sz="2100" b="1">
                <a:solidFill>
                  <a:srgbClr val="075BEA"/>
                </a:solidFill>
                <a:latin typeface="Pretendard"/>
                <a:ea typeface="Pretendard"/>
                <a:cs typeface="Pretendard"/>
              </a:defRPr>
            </a:pPr>
            <a:r>
              <a:rPr sz="2100" b="1">
                <a:solidFill>
                  <a:srgbClr val="075BEA"/>
                </a:solidFill>
                <a:latin typeface="Pretendard"/>
                <a:ea typeface="Pretendard"/>
                <a:cs typeface="Pretendard"/>
              </a:rPr>
              <a:t>복원 확인: 같은 대화 · 같은 접수 · 같은 답변</a:t>
            </a:r>
          </a:p>
        </p:txBody>
      </p:sp>
    </p:spTree>
    <p:extLst>
      <p:ext uri="{BB962C8B-B14F-4D97-AF65-F5344CB8AC3E}">
        <p14:creationId xmlns:p14="http://schemas.microsoft.com/office/powerpoint/2010/main" val="1639852189"/>
      </p:ext>
    </p:extLst>
  </p:cSld>
</p:sld>
</file>

<file path=ppt/slides/slide11.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ae0ded0c5a6949e2">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e14e37c01f024279">
            <a:extLst>
              <a:ext uri="{96DAC541-7B7A-43D3-8B79-37D633B846F1}">
                <asvg:svgBlip xmlns:asvg="http://schemas.microsoft.com/office/drawing/2016/SVG/main" r:embed="R9d933a3b329b4892"/>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994d703a356f40e6">
            <a:alphaModFix amt="75000"/>
            <a:extLst>
              <a:ext uri="{96DAC541-7B7A-43D3-8B79-37D633B846F1}">
                <asvg:svgBlip xmlns:asvg="http://schemas.microsoft.com/office/drawing/2016/SVG/main" r:embed="R1929e3ae427f470d"/>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3de6f07ef97c4e81">
            <a:extLst>
              <a:ext uri="{96DAC541-7B7A-43D3-8B79-37D633B846F1}">
                <asvg:svgBlip xmlns:asvg="http://schemas.microsoft.com/office/drawing/2016/SVG/main" r:embed="R4ae4edbdd9204fdf"/>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85b17e4c17fe4c1f">
            <a:extLst>
              <a:ext uri="{96DAC541-7B7A-43D3-8B79-37D633B846F1}">
                <asvg:svgBlip xmlns:asvg="http://schemas.microsoft.com/office/drawing/2016/SVG/main" r:embed="Ra60e94252a994913"/>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d958d0dc01b149c3">
            <a:extLst>
              <a:ext uri="{96DAC541-7B7A-43D3-8B79-37D633B846F1}">
                <asvg:svgBlip xmlns:asvg="http://schemas.microsoft.com/office/drawing/2016/SVG/main" r:embed="R52da67a44a694fa9"/>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7c9a932674fd41ec"/>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83ab217021fc4c00">
            <a:extLst>
              <a:ext uri="{96DAC541-7B7A-43D3-8B79-37D633B846F1}">
                <asvg:svgBlip xmlns:asvg="http://schemas.microsoft.com/office/drawing/2016/SVG/main" r:embed="Reb364493a0f54fe7"/>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7150a6f9cc594a37">
            <a:extLst>
              <a:ext uri="{96DAC541-7B7A-43D3-8B79-37D633B846F1}">
                <asvg:svgBlip xmlns:asvg="http://schemas.microsoft.com/office/drawing/2016/SVG/main" r:embed="Rcaffcf98b3cc4168"/>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565a2993a8dc4619">
            <a:extLst>
              <a:ext uri="{96DAC541-7B7A-43D3-8B79-37D633B846F1}">
                <asvg:svgBlip xmlns:asvg="http://schemas.microsoft.com/office/drawing/2016/SVG/main" r:embed="Rdc719740e2d14557"/>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207e7c8888b44f28">
            <a:extLst>
              <a:ext uri="{96DAC541-7B7A-43D3-8B79-37D633B846F1}">
                <asvg:svgBlip xmlns:asvg="http://schemas.microsoft.com/office/drawing/2016/SVG/main" r:embed="R4a7842de9db64b5f"/>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207e7c8888b44f28">
            <a:extLst>
              <a:ext uri="{96DAC541-7B7A-43D3-8B79-37D633B846F1}">
                <asvg:svgBlip xmlns:asvg="http://schemas.microsoft.com/office/drawing/2016/SVG/main" r:embed="R4a7842de9db64b5f"/>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207e7c8888b44f28">
            <a:extLst>
              <a:ext uri="{96DAC541-7B7A-43D3-8B79-37D633B846F1}">
                <asvg:svgBlip xmlns:asvg="http://schemas.microsoft.com/office/drawing/2016/SVG/main" r:embed="R4a7842de9db64b5f"/>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207e7c8888b44f28">
            <a:extLst>
              <a:ext uri="{96DAC541-7B7A-43D3-8B79-37D633B846F1}">
                <asvg:svgBlip xmlns:asvg="http://schemas.microsoft.com/office/drawing/2016/SVG/main" r:embed="R4a7842de9db64b5f"/>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e09095699826453c">
            <a:extLst>
              <a:ext uri="{96DAC541-7B7A-43D3-8B79-37D633B846F1}">
                <asvg:svgBlip xmlns:asvg="http://schemas.microsoft.com/office/drawing/2016/SVG/main" r:embed="R4a09bf570ebb48df"/>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487AD9B6-EE61-4B04-AD29-744C4B6C8222}"/>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1">
            <a:extLst xmlns:a="http://schemas.openxmlformats.org/drawingml/2006/main">
              <a:ext uri="{FF2B5EF4-FFF2-40B4-BE49-F238E27FC236}">
                <a16:creationId xmlns:a16="http://schemas.microsoft.com/office/drawing/2014/main" id="{F35799A9-6910-4321-B7B0-7D231F88A69A}"/>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11</a:t>
            </a:r>
          </a:p>
        </p:txBody>
      </p:sp>
      <p:sp>
        <p:nvSpPr>
          <p:cNvPr id="20" name="3단계 | 자연어 문의를 접수 정보로">
            <a:extLst xmlns:a="http://schemas.openxmlformats.org/drawingml/2006/main">
              <a:ext uri="{FF2B5EF4-FFF2-40B4-BE49-F238E27FC236}">
                <a16:creationId xmlns:a16="http://schemas.microsoft.com/office/drawing/2014/main" id="{3C943ED4-3A5A-493F-8BEE-172346D2735D}"/>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3단계 | 자연어 문의를 접수 정보로</a:t>
            </a:r>
          </a:p>
        </p:txBody>
      </p:sp>
      <p:sp>
        <p:nvSpPr>
          <p:cNvPr id="21" name="">
            <a:extLst xmlns:a="http://schemas.openxmlformats.org/drawingml/2006/main">
              <a:ext uri="{FF2B5EF4-FFF2-40B4-BE49-F238E27FC236}">
                <a16:creationId xmlns:a16="http://schemas.microsoft.com/office/drawing/2014/main" id="{3E08A5C5-7630-4303-9705-3E61E290179B}"/>
              </a:ext>
            </a:extLst>
          </p:cNvPr>
          <p:cNvSpPr>
            <a:spLocks xmlns:a="http://schemas.openxmlformats.org/drawingml/2006/main" noGrp="1"/>
          </p:cNvSpPr>
          <p:nvPr/>
        </p:nvSpPr>
        <p:spPr>
          <a:xfrm xmlns:a="http://schemas.openxmlformats.org/drawingml/2006/main">
            <a:off x="2095500" y="2781300"/>
            <a:ext cx="15478125" cy="1362075"/>
          </a:xfrm>
          <a:prstGeom xmlns:a="http://schemas.openxmlformats.org/drawingml/2006/main" prst="roundRect">
            <a:avLst>
              <a:gd name="adj" fmla="val 13986"/>
            </a:avLst>
          </a:prstGeom>
          <a:solidFill xmlns:a="http://schemas.openxmlformats.org/drawingml/2006/main">
            <a:srgbClr val="FFFFFF"/>
          </a:solidFill>
          <a:ln xmlns:a="http://schemas.openxmlformats.org/drawingml/2006/main" w="10478">
            <a:solidFill>
              <a:srgbClr val="BCBEC4"/>
            </a:solidFill>
          </a:ln>
        </p:spPr>
      </p:sp>
      <p:sp>
        <p:nvSpPr>
          <p:cNvPr id="22" name="“오전 9시부터 로그인 후 화면이 넘어가지 않아요.&#10;오류 메시지는 없어요. 윈도우 크롬">
            <a:extLst xmlns:a="http://schemas.openxmlformats.org/drawingml/2006/main">
              <a:ext uri="{FF2B5EF4-FFF2-40B4-BE49-F238E27FC236}">
                <a16:creationId xmlns:a16="http://schemas.microsoft.com/office/drawing/2014/main" id="{3AE78AE4-D3B8-4109-8738-79FD473888C4}"/>
              </a:ext>
            </a:extLst>
          </p:cNvPr>
          <p:cNvSpPr>
            <a:spLocks xmlns:a="http://schemas.openxmlformats.org/drawingml/2006/main" noGrp="1"/>
          </p:cNvSpPr>
          <p:nvPr/>
        </p:nvSpPr>
        <p:spPr>
          <a:xfrm xmlns:a="http://schemas.openxmlformats.org/drawingml/2006/main">
            <a:off x="2476500" y="3048000"/>
            <a:ext cx="14716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850" b="1">
                <a:solidFill>
                  <a:srgbClr val="101010"/>
                </a:solidFill>
                <a:latin typeface="Pretendard"/>
                <a:ea typeface="Pretendard"/>
                <a:cs typeface="Pretendard"/>
              </a:defRPr>
            </a:defPPr>
            <a:lvl1pPr algn="ctr">
              <a:defRPr sz="2850" b="1">
                <a:solidFill>
                  <a:srgbClr val="101010"/>
                </a:solidFill>
                <a:latin typeface="Pretendard"/>
                <a:ea typeface="Pretendard"/>
                <a:cs typeface="Pretendard"/>
              </a:defRPr>
            </a:lvl1pPr>
            <a:lvl2pPr algn="ctr">
              <a:defRPr sz="2850" b="1">
                <a:solidFill>
                  <a:srgbClr val="101010"/>
                </a:solidFill>
                <a:latin typeface="Pretendard"/>
                <a:ea typeface="Pretendard"/>
                <a:cs typeface="Pretendard"/>
              </a:defRPr>
            </a:lvl2pPr>
            <a:lvl3pPr algn="ctr">
              <a:defRPr sz="2850" b="1">
                <a:solidFill>
                  <a:srgbClr val="101010"/>
                </a:solidFill>
                <a:latin typeface="Pretendard"/>
                <a:ea typeface="Pretendard"/>
                <a:cs typeface="Pretendard"/>
              </a:defRPr>
            </a:lvl3pPr>
            <a:lvl4pPr algn="ctr">
              <a:defRPr sz="2850" b="1">
                <a:solidFill>
                  <a:srgbClr val="101010"/>
                </a:solidFill>
                <a:latin typeface="Pretendard"/>
                <a:ea typeface="Pretendard"/>
                <a:cs typeface="Pretendard"/>
              </a:defRPr>
            </a:lvl4pPr>
            <a:lvl5pPr algn="ctr">
              <a:defRPr sz="2850" b="1">
                <a:solidFill>
                  <a:srgbClr val="101010"/>
                </a:solidFill>
                <a:latin typeface="Pretendard"/>
                <a:ea typeface="Pretendard"/>
                <a:cs typeface="Pretendard"/>
              </a:defRPr>
            </a:lvl5pPr>
            <a:lvl6pPr algn="ctr">
              <a:defRPr sz="2850" b="1">
                <a:solidFill>
                  <a:srgbClr val="101010"/>
                </a:solidFill>
                <a:latin typeface="Pretendard"/>
                <a:ea typeface="Pretendard"/>
                <a:cs typeface="Pretendard"/>
              </a:defRPr>
            </a:lvl6pPr>
            <a:lvl7pPr algn="ctr">
              <a:defRPr sz="2850" b="1">
                <a:solidFill>
                  <a:srgbClr val="101010"/>
                </a:solidFill>
                <a:latin typeface="Pretendard"/>
                <a:ea typeface="Pretendard"/>
                <a:cs typeface="Pretendard"/>
              </a:defRPr>
            </a:lvl7pPr>
            <a:lvl8pPr algn="ctr">
              <a:defRPr sz="2850" b="1">
                <a:solidFill>
                  <a:srgbClr val="101010"/>
                </a:solidFill>
                <a:latin typeface="Pretendard"/>
                <a:ea typeface="Pretendard"/>
                <a:cs typeface="Pretendard"/>
              </a:defRPr>
            </a:lvl8pPr>
            <a:lvl9pPr algn="ctr">
              <a:defRPr sz="2850" b="1">
                <a:solidFill>
                  <a:srgbClr val="101010"/>
                </a:solidFill>
                <a:latin typeface="Pretendard"/>
                <a:ea typeface="Pretendard"/>
                <a:cs typeface="Pretendard"/>
              </a:defRPr>
            </a:lvl9pPr>
          </a:lstStyle>
          <a:p xmlns:a="http://schemas.openxmlformats.org/drawingml/2006/main">
            <a:pPr algn="ctr">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“오전 9시부터 로그인 후 화면이 넘어가지 않아요.</a:t>
            </a:r>
          </a:p>
          <a:p xmlns:a="http://schemas.openxmlformats.org/drawingml/2006/main">
            <a:pPr algn="ctr">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오류 메시지는 없어요. 윈도우 크롬을 사용해요.”</a:t>
            </a:r>
          </a:p>
        </p:txBody>
      </p:sp>
      <p:sp>
        <p:nvSpPr>
          <p:cNvPr id="23" name="원문 그대로 전달 → 4개 항목으로 정리 · 부족한 정보 질문 · 후속 답변 병합">
            <a:extLst xmlns:a="http://schemas.openxmlformats.org/drawingml/2006/main">
              <a:ext uri="{FF2B5EF4-FFF2-40B4-BE49-F238E27FC236}">
                <a16:creationId xmlns:a16="http://schemas.microsoft.com/office/drawing/2014/main" id="{DF3358DD-EDB6-49DD-8C6E-49A08914D772}"/>
              </a:ext>
            </a:extLst>
          </p:cNvPr>
          <p:cNvSpPr>
            <a:spLocks xmlns:a="http://schemas.openxmlformats.org/drawingml/2006/main" noGrp="1"/>
          </p:cNvSpPr>
          <p:nvPr/>
        </p:nvSpPr>
        <p:spPr>
          <a:xfrm xmlns:a="http://schemas.openxmlformats.org/drawingml/2006/main">
            <a:off x="2286000" y="4410075"/>
            <a:ext cx="15097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075BEA"/>
                </a:solidFill>
                <a:latin typeface="Pretendard"/>
                <a:ea typeface="Pretendard"/>
                <a:cs typeface="Pretendard"/>
              </a:defRPr>
            </a:defPPr>
            <a:lvl1pPr algn="ctr">
              <a:defRPr sz="2550" b="1">
                <a:solidFill>
                  <a:srgbClr val="075BEA"/>
                </a:solidFill>
                <a:latin typeface="Pretendard"/>
                <a:ea typeface="Pretendard"/>
                <a:cs typeface="Pretendard"/>
              </a:defRPr>
            </a:lvl1pPr>
            <a:lvl2pPr algn="ctr">
              <a:defRPr sz="2550" b="1">
                <a:solidFill>
                  <a:srgbClr val="075BEA"/>
                </a:solidFill>
                <a:latin typeface="Pretendard"/>
                <a:ea typeface="Pretendard"/>
                <a:cs typeface="Pretendard"/>
              </a:defRPr>
            </a:lvl2pPr>
            <a:lvl3pPr algn="ctr">
              <a:defRPr sz="2550" b="1">
                <a:solidFill>
                  <a:srgbClr val="075BEA"/>
                </a:solidFill>
                <a:latin typeface="Pretendard"/>
                <a:ea typeface="Pretendard"/>
                <a:cs typeface="Pretendard"/>
              </a:defRPr>
            </a:lvl3pPr>
            <a:lvl4pPr algn="ctr">
              <a:defRPr sz="2550" b="1">
                <a:solidFill>
                  <a:srgbClr val="075BEA"/>
                </a:solidFill>
                <a:latin typeface="Pretendard"/>
                <a:ea typeface="Pretendard"/>
                <a:cs typeface="Pretendard"/>
              </a:defRPr>
            </a:lvl4pPr>
            <a:lvl5pPr algn="ctr">
              <a:defRPr sz="2550" b="1">
                <a:solidFill>
                  <a:srgbClr val="075BEA"/>
                </a:solidFill>
                <a:latin typeface="Pretendard"/>
                <a:ea typeface="Pretendard"/>
                <a:cs typeface="Pretendard"/>
              </a:defRPr>
            </a:lvl5pPr>
            <a:lvl6pPr algn="ctr">
              <a:defRPr sz="2550" b="1">
                <a:solidFill>
                  <a:srgbClr val="075BEA"/>
                </a:solidFill>
                <a:latin typeface="Pretendard"/>
                <a:ea typeface="Pretendard"/>
                <a:cs typeface="Pretendard"/>
              </a:defRPr>
            </a:lvl6pPr>
            <a:lvl7pPr algn="ctr">
              <a:defRPr sz="2550" b="1">
                <a:solidFill>
                  <a:srgbClr val="075BEA"/>
                </a:solidFill>
                <a:latin typeface="Pretendard"/>
                <a:ea typeface="Pretendard"/>
                <a:cs typeface="Pretendard"/>
              </a:defRPr>
            </a:lvl7pPr>
            <a:lvl8pPr algn="ctr">
              <a:defRPr sz="2550" b="1">
                <a:solidFill>
                  <a:srgbClr val="075BEA"/>
                </a:solidFill>
                <a:latin typeface="Pretendard"/>
                <a:ea typeface="Pretendard"/>
                <a:cs typeface="Pretendard"/>
              </a:defRPr>
            </a:lvl8pPr>
            <a:lvl9pPr algn="ctr">
              <a:defRPr sz="2550" b="1">
                <a:solidFill>
                  <a:srgbClr val="075BEA"/>
                </a:solidFill>
                <a:latin typeface="Pretendard"/>
                <a:ea typeface="Pretendard"/>
                <a:cs typeface="Pretendard"/>
              </a:defRPr>
            </a:lvl9pPr>
          </a:lstStyle>
          <a:p xmlns:a="http://schemas.openxmlformats.org/drawingml/2006/main">
            <a:pPr algn="ctr">
              <a:defRPr sz="2550" b="1">
                <a:solidFill>
                  <a:srgbClr val="075BEA"/>
                </a:solidFill>
                <a:latin typeface="Pretendard"/>
                <a:ea typeface="Pretendard"/>
                <a:cs typeface="Pretendard"/>
              </a:defRPr>
            </a:pPr>
            <a:r>
              <a:rPr sz="2550" b="1">
                <a:solidFill>
                  <a:srgbClr val="075BEA"/>
                </a:solidFill>
                <a:latin typeface="Pretendard"/>
                <a:ea typeface="Pretendard"/>
                <a:cs typeface="Pretendard"/>
              </a:rPr>
              <a:t>원문 그대로 전달 → 4개 항목으로 정리 · 부족한 정보 질문 · 후속 답변 병합</a:t>
            </a:r>
          </a:p>
        </p:txBody>
      </p:sp>
      <p:pic>
        <p:nvPicPr>
          <p:cNvPr id="24" name="">
            <a:extLst xmlns:a="http://schemas.openxmlformats.org/drawingml/2006/main">
              <a:ext uri="{FF2B5EF4-FFF2-40B4-BE49-F238E27FC236}">
                <a16:creationId xmlns:a16="http://schemas.microsoft.com/office/drawing/2014/main" id="{5CDC177F-6BDA-480A-AC26-B575148F3C1D}"/>
              </a:ext>
            </a:extLst>
          </p:cNvPr>
          <p:cNvPicPr>
            <a:picLocks xmlns:a="http://schemas.openxmlformats.org/drawingml/2006/main" noChangeAspect="1"/>
          </p:cNvPicPr>
          <p:nvPr/>
        </p:nvPicPr>
        <p:blipFill>
          <a:blip xmlns:r="http://schemas.openxmlformats.org/officeDocument/2006/relationships" xmlns:a="http://schemas.openxmlformats.org/drawingml/2006/main" r:embed="R16011f3368604755"/>
          <a:stretch xmlns:a="http://schemas.openxmlformats.org/drawingml/2006/main"/>
        </p:blipFill>
        <p:spPr>
          <a:xfrm xmlns:a="http://schemas.openxmlformats.org/drawingml/2006/main">
            <a:off x="3054494" y="5219700"/>
            <a:ext cx="13560136" cy="3857625"/>
          </a:xfrm>
          <a:prstGeom xmlns:a="http://schemas.openxmlformats.org/drawingml/2006/main" prst="rect">
            <a:avLst/>
          </a:prstGeom>
        </p:spPr>
      </p:pic>
      <p:sp>
        <p:nvSpPr>
          <p:cNvPr id="25" name="적용 기술: LLM 구조화 출력 · JSON Schema · 원문 근거 검사   |  ">
            <a:extLst xmlns:a="http://schemas.openxmlformats.org/drawingml/2006/main">
              <a:ext uri="{FF2B5EF4-FFF2-40B4-BE49-F238E27FC236}">
                <a16:creationId xmlns:a16="http://schemas.microsoft.com/office/drawing/2014/main" id="{71C4E126-7A66-4AC0-B603-71571ACC5423}"/>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적용 기술: LLM 구조화 출력 · JSON Schema · 원문 근거 검사   |   “없음”과 “미언급” 구분</a:t>
            </a:r>
          </a:p>
        </p:txBody>
      </p:sp>
    </p:spTree>
    <p:extLst>
      <p:ext uri="{BB962C8B-B14F-4D97-AF65-F5344CB8AC3E}">
        <p14:creationId xmlns:p14="http://schemas.microsoft.com/office/powerpoint/2010/main" val="1639852189"/>
      </p:ext>
    </p:extLst>
  </p:cSld>
</p:sld>
</file>

<file path=ppt/slides/slide12.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058838fd8e974dd4">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59fa4bae7fff4fe6">
            <a:extLst>
              <a:ext uri="{96DAC541-7B7A-43D3-8B79-37D633B846F1}">
                <asvg:svgBlip xmlns:asvg="http://schemas.microsoft.com/office/drawing/2016/SVG/main" r:embed="Ra14a69ecd5ac42d2"/>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3956b095a8e145c2">
            <a:alphaModFix amt="75000"/>
            <a:extLst>
              <a:ext uri="{96DAC541-7B7A-43D3-8B79-37D633B846F1}">
                <asvg:svgBlip xmlns:asvg="http://schemas.microsoft.com/office/drawing/2016/SVG/main" r:embed="R9d0867503cfb4e36"/>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433f343967774d36">
            <a:extLst>
              <a:ext uri="{96DAC541-7B7A-43D3-8B79-37D633B846F1}">
                <asvg:svgBlip xmlns:asvg="http://schemas.microsoft.com/office/drawing/2016/SVG/main" r:embed="R00987314ff6f4b00"/>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8501f4de5cd447d0">
            <a:extLst>
              <a:ext uri="{96DAC541-7B7A-43D3-8B79-37D633B846F1}">
                <asvg:svgBlip xmlns:asvg="http://schemas.microsoft.com/office/drawing/2016/SVG/main" r:embed="R7d830393bfcf4e20"/>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cb7659f24a544e9e">
            <a:extLst>
              <a:ext uri="{96DAC541-7B7A-43D3-8B79-37D633B846F1}">
                <asvg:svgBlip xmlns:asvg="http://schemas.microsoft.com/office/drawing/2016/SVG/main" r:embed="R52133a29f7314d0b"/>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37f3c2fe4606464f"/>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1ee176b4a94748b6">
            <a:extLst>
              <a:ext uri="{96DAC541-7B7A-43D3-8B79-37D633B846F1}">
                <asvg:svgBlip xmlns:asvg="http://schemas.microsoft.com/office/drawing/2016/SVG/main" r:embed="R04de86bfe7c44f7e"/>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5af5eb157c5f4256">
            <a:extLst>
              <a:ext uri="{96DAC541-7B7A-43D3-8B79-37D633B846F1}">
                <asvg:svgBlip xmlns:asvg="http://schemas.microsoft.com/office/drawing/2016/SVG/main" r:embed="R44c78a22526a4a03"/>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e77e6dbf37ce4f6c">
            <a:extLst>
              <a:ext uri="{96DAC541-7B7A-43D3-8B79-37D633B846F1}">
                <asvg:svgBlip xmlns:asvg="http://schemas.microsoft.com/office/drawing/2016/SVG/main" r:embed="R5f831a08cd104901"/>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b8c1be54485b4720">
            <a:extLst>
              <a:ext uri="{96DAC541-7B7A-43D3-8B79-37D633B846F1}">
                <asvg:svgBlip xmlns:asvg="http://schemas.microsoft.com/office/drawing/2016/SVG/main" r:embed="Rb17ffc00bc0745ef"/>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b8c1be54485b4720">
            <a:extLst>
              <a:ext uri="{96DAC541-7B7A-43D3-8B79-37D633B846F1}">
                <asvg:svgBlip xmlns:asvg="http://schemas.microsoft.com/office/drawing/2016/SVG/main" r:embed="Rb17ffc00bc0745ef"/>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b8c1be54485b4720">
            <a:extLst>
              <a:ext uri="{96DAC541-7B7A-43D3-8B79-37D633B846F1}">
                <asvg:svgBlip xmlns:asvg="http://schemas.microsoft.com/office/drawing/2016/SVG/main" r:embed="Rb17ffc00bc0745ef"/>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b8c1be54485b4720">
            <a:extLst>
              <a:ext uri="{96DAC541-7B7A-43D3-8B79-37D633B846F1}">
                <asvg:svgBlip xmlns:asvg="http://schemas.microsoft.com/office/drawing/2016/SVG/main" r:embed="Rb17ffc00bc0745ef"/>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375dd1ff67dd4c1a">
            <a:extLst>
              <a:ext uri="{96DAC541-7B7A-43D3-8B79-37D633B846F1}">
                <asvg:svgBlip xmlns:asvg="http://schemas.microsoft.com/office/drawing/2016/SVG/main" r:embed="Reffcf514379e4a92"/>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A6C3AE99-3CDD-48AD-B215-7E4F101FEA56}"/>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2">
            <a:extLst xmlns:a="http://schemas.openxmlformats.org/drawingml/2006/main">
              <a:ext uri="{FF2B5EF4-FFF2-40B4-BE49-F238E27FC236}">
                <a16:creationId xmlns:a16="http://schemas.microsoft.com/office/drawing/2014/main" id="{752D99E1-8DAD-446D-AE4A-3388835860BB}"/>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12</a:t>
            </a:r>
          </a:p>
        </p:txBody>
      </p:sp>
      <p:sp>
        <p:nvSpPr>
          <p:cNvPr id="20" name="4단계 | RAG 검색과 문서 출처 제공">
            <a:extLst xmlns:a="http://schemas.openxmlformats.org/drawingml/2006/main">
              <a:ext uri="{FF2B5EF4-FFF2-40B4-BE49-F238E27FC236}">
                <a16:creationId xmlns:a16="http://schemas.microsoft.com/office/drawing/2014/main" id="{5AFA378C-B0F8-4341-AA60-14246C453417}"/>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4단계 | RAG 검색과 문서 출처 제공</a:t>
            </a:r>
          </a:p>
        </p:txBody>
      </p:sp>
      <p:sp>
        <p:nvSpPr>
          <p:cNvPr id="21" name="">
            <a:extLst xmlns:a="http://schemas.openxmlformats.org/drawingml/2006/main">
              <a:ext uri="{FF2B5EF4-FFF2-40B4-BE49-F238E27FC236}">
                <a16:creationId xmlns:a16="http://schemas.microsoft.com/office/drawing/2014/main" id="{1C446B9A-51AD-4C0D-8475-B03693124EC5}"/>
              </a:ext>
            </a:extLst>
          </p:cNvPr>
          <p:cNvSpPr>
            <a:spLocks xmlns:a="http://schemas.openxmlformats.org/drawingml/2006/main" noGrp="1"/>
          </p:cNvSpPr>
          <p:nvPr/>
        </p:nvSpPr>
        <p:spPr>
          <a:xfrm xmlns:a="http://schemas.openxmlformats.org/drawingml/2006/main">
            <a:off x="2095500" y="2695575"/>
            <a:ext cx="7191375" cy="65722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CBA01B99-045E-464D-AA77-3BF2B9637F9B}"/>
              </a:ext>
            </a:extLst>
          </p:cNvPr>
          <p:cNvSpPr>
            <a:spLocks xmlns:a="http://schemas.openxmlformats.org/drawingml/2006/main" noGrp="1"/>
          </p:cNvSpPr>
          <p:nvPr/>
        </p:nvSpPr>
        <p:spPr>
          <a:xfrm xmlns:a="http://schemas.openxmlformats.org/drawingml/2006/main">
            <a:off x="9620250" y="2695575"/>
            <a:ext cx="7953375" cy="65722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10478">
            <a:solidFill>
              <a:srgbClr val="BCBEC4"/>
            </a:solidFill>
          </a:ln>
        </p:spPr>
      </p:sp>
      <p:sp>
        <p:nvSpPr>
          <p:cNvPr id="23" name="기존">
            <a:extLst xmlns:a="http://schemas.openxmlformats.org/drawingml/2006/main">
              <a:ext uri="{FF2B5EF4-FFF2-40B4-BE49-F238E27FC236}">
                <a16:creationId xmlns:a16="http://schemas.microsoft.com/office/drawing/2014/main" id="{BF043159-17D3-4043-8D1E-AC7D72955893}"/>
              </a:ext>
            </a:extLst>
          </p:cNvPr>
          <p:cNvSpPr>
            <a:spLocks xmlns:a="http://schemas.openxmlformats.org/drawingml/2006/main" noGrp="1"/>
          </p:cNvSpPr>
          <p:nvPr/>
        </p:nvSpPr>
        <p:spPr>
          <a:xfrm xmlns:a="http://schemas.openxmlformats.org/drawingml/2006/main">
            <a:off x="2343150" y="27813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686868"/>
                </a:solidFill>
                <a:latin typeface="Pretendard"/>
                <a:ea typeface="Pretendard"/>
                <a:cs typeface="Pretendard"/>
              </a:defRPr>
            </a:defPPr>
            <a:lvl1pPr algn="l">
              <a:defRPr sz="2250" b="1">
                <a:solidFill>
                  <a:srgbClr val="686868"/>
                </a:solidFill>
                <a:latin typeface="Pretendard"/>
                <a:ea typeface="Pretendard"/>
                <a:cs typeface="Pretendard"/>
              </a:defRPr>
            </a:lvl1pPr>
            <a:lvl2pPr algn="l">
              <a:defRPr sz="2250" b="1">
                <a:solidFill>
                  <a:srgbClr val="686868"/>
                </a:solidFill>
                <a:latin typeface="Pretendard"/>
                <a:ea typeface="Pretendard"/>
                <a:cs typeface="Pretendard"/>
              </a:defRPr>
            </a:lvl2pPr>
            <a:lvl3pPr algn="l">
              <a:defRPr sz="2250" b="1">
                <a:solidFill>
                  <a:srgbClr val="686868"/>
                </a:solidFill>
                <a:latin typeface="Pretendard"/>
                <a:ea typeface="Pretendard"/>
                <a:cs typeface="Pretendard"/>
              </a:defRPr>
            </a:lvl3pPr>
            <a:lvl4pPr algn="l">
              <a:defRPr sz="2250" b="1">
                <a:solidFill>
                  <a:srgbClr val="686868"/>
                </a:solidFill>
                <a:latin typeface="Pretendard"/>
                <a:ea typeface="Pretendard"/>
                <a:cs typeface="Pretendard"/>
              </a:defRPr>
            </a:lvl4pPr>
            <a:lvl5pPr algn="l">
              <a:defRPr sz="2250" b="1">
                <a:solidFill>
                  <a:srgbClr val="686868"/>
                </a:solidFill>
                <a:latin typeface="Pretendard"/>
                <a:ea typeface="Pretendard"/>
                <a:cs typeface="Pretendard"/>
              </a:defRPr>
            </a:lvl5pPr>
            <a:lvl6pPr algn="l">
              <a:defRPr sz="2250" b="1">
                <a:solidFill>
                  <a:srgbClr val="686868"/>
                </a:solidFill>
                <a:latin typeface="Pretendard"/>
                <a:ea typeface="Pretendard"/>
                <a:cs typeface="Pretendard"/>
              </a:defRPr>
            </a:lvl6pPr>
            <a:lvl7pPr algn="l">
              <a:defRPr sz="2250" b="1">
                <a:solidFill>
                  <a:srgbClr val="686868"/>
                </a:solidFill>
                <a:latin typeface="Pretendard"/>
                <a:ea typeface="Pretendard"/>
                <a:cs typeface="Pretendard"/>
              </a:defRPr>
            </a:lvl7pPr>
            <a:lvl8pPr algn="l">
              <a:defRPr sz="2250" b="1">
                <a:solidFill>
                  <a:srgbClr val="686868"/>
                </a:solidFill>
                <a:latin typeface="Pretendard"/>
                <a:ea typeface="Pretendard"/>
                <a:cs typeface="Pretendard"/>
              </a:defRPr>
            </a:lvl8pPr>
            <a:lvl9pPr algn="l">
              <a:defRPr sz="2250" b="1">
                <a:solidFill>
                  <a:srgbClr val="686868"/>
                </a:solidFill>
                <a:latin typeface="Pretendard"/>
                <a:ea typeface="Pretendard"/>
                <a:cs typeface="Pretendard"/>
              </a:defRPr>
            </a:lvl9pPr>
          </a:lstStyle>
          <a:p xmlns:a="http://schemas.openxmlformats.org/drawingml/2006/main">
            <a:pPr algn="l">
              <a:defRPr sz="2250" b="1">
                <a:solidFill>
                  <a:srgbClr val="686868"/>
                </a:solidFill>
                <a:latin typeface="Pretendard"/>
                <a:ea typeface="Pretendard"/>
                <a:cs typeface="Pretendard"/>
              </a:defRPr>
            </a:pPr>
            <a:r>
              <a:rPr sz="2250" b="1">
                <a:solidFill>
                  <a:srgbClr val="686868"/>
                </a:solidFill>
                <a:latin typeface="Pretendard"/>
                <a:ea typeface="Pretendard"/>
                <a:cs typeface="Pretendard"/>
              </a:rPr>
              <a:t>기존</a:t>
            </a:r>
          </a:p>
        </p:txBody>
      </p:sp>
      <p:sp>
        <p:nvSpPr>
          <p:cNvPr id="24" name="고정 키워드로 매뉴얼 선택&#10;일치하지 않아도 db-down 반환">
            <a:extLst xmlns:a="http://schemas.openxmlformats.org/drawingml/2006/main">
              <a:ext uri="{FF2B5EF4-FFF2-40B4-BE49-F238E27FC236}">
                <a16:creationId xmlns:a16="http://schemas.microsoft.com/office/drawing/2014/main" id="{65B9B331-41AC-42B8-ADF4-B4D2A336E4B7}"/>
              </a:ext>
            </a:extLst>
          </p:cNvPr>
          <p:cNvSpPr>
            <a:spLocks xmlns:a="http://schemas.openxmlformats.org/drawingml/2006/main" noGrp="1"/>
          </p:cNvSpPr>
          <p:nvPr/>
        </p:nvSpPr>
        <p:spPr>
          <a:xfrm xmlns:a="http://schemas.openxmlformats.org/drawingml/2006/main">
            <a:off x="2343150" y="3286125"/>
            <a:ext cx="647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0">
                <a:solidFill>
                  <a:srgbClr val="101010"/>
                </a:solidFill>
                <a:latin typeface="Pretendard"/>
                <a:ea typeface="Pretendard"/>
                <a:cs typeface="Pretendard"/>
              </a:defRPr>
            </a:defPPr>
            <a:lvl1pPr algn="l">
              <a:defRPr sz="2700" b="0">
                <a:solidFill>
                  <a:srgbClr val="101010"/>
                </a:solidFill>
                <a:latin typeface="Pretendard"/>
                <a:ea typeface="Pretendard"/>
                <a:cs typeface="Pretendard"/>
              </a:defRPr>
            </a:lvl1pPr>
            <a:lvl2pPr algn="l">
              <a:defRPr sz="2700" b="0">
                <a:solidFill>
                  <a:srgbClr val="101010"/>
                </a:solidFill>
                <a:latin typeface="Pretendard"/>
                <a:ea typeface="Pretendard"/>
                <a:cs typeface="Pretendard"/>
              </a:defRPr>
            </a:lvl2pPr>
            <a:lvl3pPr algn="l">
              <a:defRPr sz="2700" b="0">
                <a:solidFill>
                  <a:srgbClr val="101010"/>
                </a:solidFill>
                <a:latin typeface="Pretendard"/>
                <a:ea typeface="Pretendard"/>
                <a:cs typeface="Pretendard"/>
              </a:defRPr>
            </a:lvl3pPr>
            <a:lvl4pPr algn="l">
              <a:defRPr sz="2700" b="0">
                <a:solidFill>
                  <a:srgbClr val="101010"/>
                </a:solidFill>
                <a:latin typeface="Pretendard"/>
                <a:ea typeface="Pretendard"/>
                <a:cs typeface="Pretendard"/>
              </a:defRPr>
            </a:lvl4pPr>
            <a:lvl5pPr algn="l">
              <a:defRPr sz="2700" b="0">
                <a:solidFill>
                  <a:srgbClr val="101010"/>
                </a:solidFill>
                <a:latin typeface="Pretendard"/>
                <a:ea typeface="Pretendard"/>
                <a:cs typeface="Pretendard"/>
              </a:defRPr>
            </a:lvl5pPr>
            <a:lvl6pPr algn="l">
              <a:defRPr sz="2700" b="0">
                <a:solidFill>
                  <a:srgbClr val="101010"/>
                </a:solidFill>
                <a:latin typeface="Pretendard"/>
                <a:ea typeface="Pretendard"/>
                <a:cs typeface="Pretendard"/>
              </a:defRPr>
            </a:lvl6pPr>
            <a:lvl7pPr algn="l">
              <a:defRPr sz="2700" b="0">
                <a:solidFill>
                  <a:srgbClr val="101010"/>
                </a:solidFill>
                <a:latin typeface="Pretendard"/>
                <a:ea typeface="Pretendard"/>
                <a:cs typeface="Pretendard"/>
              </a:defRPr>
            </a:lvl7pPr>
            <a:lvl8pPr algn="l">
              <a:defRPr sz="2700" b="0">
                <a:solidFill>
                  <a:srgbClr val="101010"/>
                </a:solidFill>
                <a:latin typeface="Pretendard"/>
                <a:ea typeface="Pretendard"/>
                <a:cs typeface="Pretendard"/>
              </a:defRPr>
            </a:lvl8pPr>
            <a:lvl9pPr algn="l">
              <a:defRPr sz="2700" b="0">
                <a:solidFill>
                  <a:srgbClr val="101010"/>
                </a:solidFill>
                <a:latin typeface="Pretendard"/>
                <a:ea typeface="Pretendard"/>
                <a:cs typeface="Pretendard"/>
              </a:defRPr>
            </a:lvl9pPr>
          </a:lstStyle>
          <a:p xmlns:a="http://schemas.openxmlformats.org/drawingml/2006/main">
            <a:pPr algn="l">
              <a:defRPr sz="2700" b="0">
                <a:solidFill>
                  <a:srgbClr val="101010"/>
                </a:solidFill>
                <a:latin typeface="Pretendard"/>
                <a:ea typeface="Pretendard"/>
                <a:cs typeface="Pretendard"/>
              </a:defRPr>
            </a:pPr>
            <a:r>
              <a:rPr sz="2700" b="0">
                <a:solidFill>
                  <a:srgbClr val="101010"/>
                </a:solidFill>
                <a:latin typeface="Pretendard"/>
                <a:ea typeface="Pretendard"/>
                <a:cs typeface="Pretendard"/>
              </a:rPr>
              <a:t>고정 키워드로 매뉴얼 선택</a:t>
            </a:r>
          </a:p>
          <a:p xmlns:a="http://schemas.openxmlformats.org/drawingml/2006/main">
            <a:pPr algn="l">
              <a:defRPr sz="2700" b="0">
                <a:solidFill>
                  <a:srgbClr val="101010"/>
                </a:solidFill>
                <a:latin typeface="Pretendard"/>
                <a:ea typeface="Pretendard"/>
                <a:cs typeface="Pretendard"/>
              </a:defRPr>
            </a:pPr>
            <a:r>
              <a:rPr sz="2700" b="0">
                <a:solidFill>
                  <a:srgbClr val="101010"/>
                </a:solidFill>
                <a:latin typeface="Pretendard"/>
                <a:ea typeface="Pretendard"/>
                <a:cs typeface="Pretendard"/>
              </a:rPr>
              <a:t>일치하지 않아도 db-down 반환</a:t>
            </a:r>
          </a:p>
        </p:txBody>
      </p:sp>
      <p:sp>
        <p:nvSpPr>
          <p:cNvPr id="25" name="개선">
            <a:extLst xmlns:a="http://schemas.openxmlformats.org/drawingml/2006/main">
              <a:ext uri="{FF2B5EF4-FFF2-40B4-BE49-F238E27FC236}">
                <a16:creationId xmlns:a16="http://schemas.microsoft.com/office/drawing/2014/main" id="{1A60C6EE-91C6-4AAD-A241-62A5670D25B9}"/>
              </a:ext>
            </a:extLst>
          </p:cNvPr>
          <p:cNvSpPr>
            <a:spLocks xmlns:a="http://schemas.openxmlformats.org/drawingml/2006/main" noGrp="1"/>
          </p:cNvSpPr>
          <p:nvPr/>
        </p:nvSpPr>
        <p:spPr>
          <a:xfrm xmlns:a="http://schemas.openxmlformats.org/drawingml/2006/main">
            <a:off x="2343150" y="4791075"/>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75BEA"/>
                </a:solidFill>
                <a:latin typeface="Pretendard"/>
                <a:ea typeface="Pretendard"/>
                <a:cs typeface="Pretendard"/>
              </a:defRPr>
            </a:defPPr>
            <a:lvl1pPr algn="l">
              <a:defRPr sz="2250" b="1">
                <a:solidFill>
                  <a:srgbClr val="075BEA"/>
                </a:solidFill>
                <a:latin typeface="Pretendard"/>
                <a:ea typeface="Pretendard"/>
                <a:cs typeface="Pretendard"/>
              </a:defRPr>
            </a:lvl1pPr>
            <a:lvl2pPr algn="l">
              <a:defRPr sz="2250" b="1">
                <a:solidFill>
                  <a:srgbClr val="075BEA"/>
                </a:solidFill>
                <a:latin typeface="Pretendard"/>
                <a:ea typeface="Pretendard"/>
                <a:cs typeface="Pretendard"/>
              </a:defRPr>
            </a:lvl2pPr>
            <a:lvl3pPr algn="l">
              <a:defRPr sz="2250" b="1">
                <a:solidFill>
                  <a:srgbClr val="075BEA"/>
                </a:solidFill>
                <a:latin typeface="Pretendard"/>
                <a:ea typeface="Pretendard"/>
                <a:cs typeface="Pretendard"/>
              </a:defRPr>
            </a:lvl3pPr>
            <a:lvl4pPr algn="l">
              <a:defRPr sz="2250" b="1">
                <a:solidFill>
                  <a:srgbClr val="075BEA"/>
                </a:solidFill>
                <a:latin typeface="Pretendard"/>
                <a:ea typeface="Pretendard"/>
                <a:cs typeface="Pretendard"/>
              </a:defRPr>
            </a:lvl4pPr>
            <a:lvl5pPr algn="l">
              <a:defRPr sz="2250" b="1">
                <a:solidFill>
                  <a:srgbClr val="075BEA"/>
                </a:solidFill>
                <a:latin typeface="Pretendard"/>
                <a:ea typeface="Pretendard"/>
                <a:cs typeface="Pretendard"/>
              </a:defRPr>
            </a:lvl5pPr>
            <a:lvl6pPr algn="l">
              <a:defRPr sz="2250" b="1">
                <a:solidFill>
                  <a:srgbClr val="075BEA"/>
                </a:solidFill>
                <a:latin typeface="Pretendard"/>
                <a:ea typeface="Pretendard"/>
                <a:cs typeface="Pretendard"/>
              </a:defRPr>
            </a:lvl6pPr>
            <a:lvl7pPr algn="l">
              <a:defRPr sz="2250" b="1">
                <a:solidFill>
                  <a:srgbClr val="075BEA"/>
                </a:solidFill>
                <a:latin typeface="Pretendard"/>
                <a:ea typeface="Pretendard"/>
                <a:cs typeface="Pretendard"/>
              </a:defRPr>
            </a:lvl7pPr>
            <a:lvl8pPr algn="l">
              <a:defRPr sz="2250" b="1">
                <a:solidFill>
                  <a:srgbClr val="075BEA"/>
                </a:solidFill>
                <a:latin typeface="Pretendard"/>
                <a:ea typeface="Pretendard"/>
                <a:cs typeface="Pretendard"/>
              </a:defRPr>
            </a:lvl8pPr>
            <a:lvl9pPr algn="l">
              <a:defRPr sz="2250" b="1">
                <a:solidFill>
                  <a:srgbClr val="075BEA"/>
                </a:solidFill>
                <a:latin typeface="Pretendard"/>
                <a:ea typeface="Pretendard"/>
                <a:cs typeface="Pretendard"/>
              </a:defRPr>
            </a:lvl9pPr>
          </a:lstStyle>
          <a:p xmlns:a="http://schemas.openxmlformats.org/drawingml/2006/main">
            <a:pPr algn="l">
              <a:defRPr sz="2250" b="1">
                <a:solidFill>
                  <a:srgbClr val="075BEA"/>
                </a:solidFill>
                <a:latin typeface="Pretendard"/>
                <a:ea typeface="Pretendard"/>
                <a:cs typeface="Pretendard"/>
              </a:defRPr>
            </a:pPr>
            <a:r>
              <a:rPr sz="2250" b="1">
                <a:solidFill>
                  <a:srgbClr val="075BEA"/>
                </a:solidFill>
                <a:latin typeface="Pretendard"/>
                <a:ea typeface="Pretendard"/>
                <a:cs typeface="Pretendard"/>
              </a:rPr>
              <a:t>개선</a:t>
            </a:r>
          </a:p>
        </p:txBody>
      </p:sp>
      <p:sp>
        <p:nvSpPr>
          <p:cNvPr id="26" name="질문과 문서의 의미를 비교해&#10;관련 문서와 출처를 제공">
            <a:extLst xmlns:a="http://schemas.openxmlformats.org/drawingml/2006/main">
              <a:ext uri="{FF2B5EF4-FFF2-40B4-BE49-F238E27FC236}">
                <a16:creationId xmlns:a16="http://schemas.microsoft.com/office/drawing/2014/main" id="{3DBDEC5E-5B55-43A9-9F6E-2B9F77C4527E}"/>
              </a:ext>
            </a:extLst>
          </p:cNvPr>
          <p:cNvSpPr>
            <a:spLocks xmlns:a="http://schemas.openxmlformats.org/drawingml/2006/main" noGrp="1"/>
          </p:cNvSpPr>
          <p:nvPr/>
        </p:nvSpPr>
        <p:spPr>
          <a:xfrm xmlns:a="http://schemas.openxmlformats.org/drawingml/2006/main">
            <a:off x="2343150" y="5295900"/>
            <a:ext cx="647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01010"/>
                </a:solidFill>
                <a:latin typeface="Pretendard"/>
                <a:ea typeface="Pretendard"/>
                <a:cs typeface="Pretendard"/>
              </a:defRPr>
            </a:defPPr>
            <a:lvl1pPr algn="l">
              <a:defRPr sz="2775" b="1">
                <a:solidFill>
                  <a:srgbClr val="101010"/>
                </a:solidFill>
                <a:latin typeface="Pretendard"/>
                <a:ea typeface="Pretendard"/>
                <a:cs typeface="Pretendard"/>
              </a:defRPr>
            </a:lvl1pPr>
            <a:lvl2pPr algn="l">
              <a:defRPr sz="2775" b="1">
                <a:solidFill>
                  <a:srgbClr val="101010"/>
                </a:solidFill>
                <a:latin typeface="Pretendard"/>
                <a:ea typeface="Pretendard"/>
                <a:cs typeface="Pretendard"/>
              </a:defRPr>
            </a:lvl2pPr>
            <a:lvl3pPr algn="l">
              <a:defRPr sz="2775" b="1">
                <a:solidFill>
                  <a:srgbClr val="101010"/>
                </a:solidFill>
                <a:latin typeface="Pretendard"/>
                <a:ea typeface="Pretendard"/>
                <a:cs typeface="Pretendard"/>
              </a:defRPr>
            </a:lvl3pPr>
            <a:lvl4pPr algn="l">
              <a:defRPr sz="2775" b="1">
                <a:solidFill>
                  <a:srgbClr val="101010"/>
                </a:solidFill>
                <a:latin typeface="Pretendard"/>
                <a:ea typeface="Pretendard"/>
                <a:cs typeface="Pretendard"/>
              </a:defRPr>
            </a:lvl4pPr>
            <a:lvl5pPr algn="l">
              <a:defRPr sz="2775" b="1">
                <a:solidFill>
                  <a:srgbClr val="101010"/>
                </a:solidFill>
                <a:latin typeface="Pretendard"/>
                <a:ea typeface="Pretendard"/>
                <a:cs typeface="Pretendard"/>
              </a:defRPr>
            </a:lvl5pPr>
            <a:lvl6pPr algn="l">
              <a:defRPr sz="2775" b="1">
                <a:solidFill>
                  <a:srgbClr val="101010"/>
                </a:solidFill>
                <a:latin typeface="Pretendard"/>
                <a:ea typeface="Pretendard"/>
                <a:cs typeface="Pretendard"/>
              </a:defRPr>
            </a:lvl6pPr>
            <a:lvl7pPr algn="l">
              <a:defRPr sz="2775" b="1">
                <a:solidFill>
                  <a:srgbClr val="101010"/>
                </a:solidFill>
                <a:latin typeface="Pretendard"/>
                <a:ea typeface="Pretendard"/>
                <a:cs typeface="Pretendard"/>
              </a:defRPr>
            </a:lvl7pPr>
            <a:lvl8pPr algn="l">
              <a:defRPr sz="2775" b="1">
                <a:solidFill>
                  <a:srgbClr val="101010"/>
                </a:solidFill>
                <a:latin typeface="Pretendard"/>
                <a:ea typeface="Pretendard"/>
                <a:cs typeface="Pretendard"/>
              </a:defRPr>
            </a:lvl8pPr>
            <a:lvl9pPr algn="l">
              <a:defRPr sz="2775" b="1">
                <a:solidFill>
                  <a:srgbClr val="101010"/>
                </a:solidFill>
                <a:latin typeface="Pretendard"/>
                <a:ea typeface="Pretendard"/>
                <a:cs typeface="Pretendard"/>
              </a:defRPr>
            </a:lvl9pPr>
          </a:lstStyle>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질문과 문서의 의미를 비교해</a:t>
            </a:r>
          </a:p>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관련 문서와 출처를 제공</a:t>
            </a:r>
          </a:p>
        </p:txBody>
      </p:sp>
      <p:sp>
        <p:nvSpPr>
          <p:cNvPr id="27" name="적용 기술: 임베딩 · 로컬 벡터 색인 · RAG   |   사용자 FAQ와 운영자 R">
            <a:extLst xmlns:a="http://schemas.openxmlformats.org/drawingml/2006/main">
              <a:ext uri="{FF2B5EF4-FFF2-40B4-BE49-F238E27FC236}">
                <a16:creationId xmlns:a16="http://schemas.microsoft.com/office/drawing/2014/main" id="{899AD4DB-A231-4C62-9FDF-1449C6FFC37E}"/>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적용 기술: 임베딩 · 로컬 벡터 색인 · RAG   |   사용자 FAQ와 운영자 Runbook을 분리</a:t>
            </a:r>
          </a:p>
        </p:txBody>
      </p:sp>
      <p:sp>
        <p:nvSpPr>
          <p:cNvPr id="28" name="검색 결과 없음: no_match&#10;검색 호출 실패: error&#10;두 상태를 구분해 안내">
            <a:extLst xmlns:a="http://schemas.openxmlformats.org/drawingml/2006/main">
              <a:ext uri="{FF2B5EF4-FFF2-40B4-BE49-F238E27FC236}">
                <a16:creationId xmlns:a16="http://schemas.microsoft.com/office/drawing/2014/main" id="{037C3FC6-FF74-4E70-A271-C7BC35C8BE2F}"/>
              </a:ext>
            </a:extLst>
          </p:cNvPr>
          <p:cNvSpPr>
            <a:spLocks xmlns:a="http://schemas.openxmlformats.org/drawingml/2006/main" noGrp="1"/>
          </p:cNvSpPr>
          <p:nvPr/>
        </p:nvSpPr>
        <p:spPr>
          <a:xfrm xmlns:a="http://schemas.openxmlformats.org/drawingml/2006/main">
            <a:off x="2362200" y="7410450"/>
            <a:ext cx="66389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075BEA"/>
                </a:solidFill>
                <a:latin typeface="Pretendard"/>
                <a:ea typeface="Pretendard"/>
                <a:cs typeface="Pretendard"/>
              </a:defRPr>
            </a:defPPr>
            <a:lvl1pPr algn="l">
              <a:defRPr sz="2325" b="1">
                <a:solidFill>
                  <a:srgbClr val="075BEA"/>
                </a:solidFill>
                <a:latin typeface="Pretendard"/>
                <a:ea typeface="Pretendard"/>
                <a:cs typeface="Pretendard"/>
              </a:defRPr>
            </a:lvl1pPr>
            <a:lvl2pPr algn="l">
              <a:defRPr sz="2325" b="1">
                <a:solidFill>
                  <a:srgbClr val="075BEA"/>
                </a:solidFill>
                <a:latin typeface="Pretendard"/>
                <a:ea typeface="Pretendard"/>
                <a:cs typeface="Pretendard"/>
              </a:defRPr>
            </a:lvl2pPr>
            <a:lvl3pPr algn="l">
              <a:defRPr sz="2325" b="1">
                <a:solidFill>
                  <a:srgbClr val="075BEA"/>
                </a:solidFill>
                <a:latin typeface="Pretendard"/>
                <a:ea typeface="Pretendard"/>
                <a:cs typeface="Pretendard"/>
              </a:defRPr>
            </a:lvl3pPr>
            <a:lvl4pPr algn="l">
              <a:defRPr sz="2325" b="1">
                <a:solidFill>
                  <a:srgbClr val="075BEA"/>
                </a:solidFill>
                <a:latin typeface="Pretendard"/>
                <a:ea typeface="Pretendard"/>
                <a:cs typeface="Pretendard"/>
              </a:defRPr>
            </a:lvl4pPr>
            <a:lvl5pPr algn="l">
              <a:defRPr sz="2325" b="1">
                <a:solidFill>
                  <a:srgbClr val="075BEA"/>
                </a:solidFill>
                <a:latin typeface="Pretendard"/>
                <a:ea typeface="Pretendard"/>
                <a:cs typeface="Pretendard"/>
              </a:defRPr>
            </a:lvl5pPr>
            <a:lvl6pPr algn="l">
              <a:defRPr sz="2325" b="1">
                <a:solidFill>
                  <a:srgbClr val="075BEA"/>
                </a:solidFill>
                <a:latin typeface="Pretendard"/>
                <a:ea typeface="Pretendard"/>
                <a:cs typeface="Pretendard"/>
              </a:defRPr>
            </a:lvl6pPr>
            <a:lvl7pPr algn="l">
              <a:defRPr sz="2325" b="1">
                <a:solidFill>
                  <a:srgbClr val="075BEA"/>
                </a:solidFill>
                <a:latin typeface="Pretendard"/>
                <a:ea typeface="Pretendard"/>
                <a:cs typeface="Pretendard"/>
              </a:defRPr>
            </a:lvl7pPr>
            <a:lvl8pPr algn="l">
              <a:defRPr sz="2325" b="1">
                <a:solidFill>
                  <a:srgbClr val="075BEA"/>
                </a:solidFill>
                <a:latin typeface="Pretendard"/>
                <a:ea typeface="Pretendard"/>
                <a:cs typeface="Pretendard"/>
              </a:defRPr>
            </a:lvl8pPr>
            <a:lvl9pPr algn="l">
              <a:defRPr sz="2325" b="1">
                <a:solidFill>
                  <a:srgbClr val="075BEA"/>
                </a:solidFill>
                <a:latin typeface="Pretendard"/>
                <a:ea typeface="Pretendard"/>
                <a:cs typeface="Pretendard"/>
              </a:defRPr>
            </a:lvl9pPr>
          </a:lstStyle>
          <a:p xmlns:a="http://schemas.openxmlformats.org/drawingml/2006/main">
            <a:pPr algn="l">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검색 결과 없음: no_match</a:t>
            </a:r>
          </a:p>
          <a:p xmlns:a="http://schemas.openxmlformats.org/drawingml/2006/main">
            <a:pPr algn="l">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검색 호출 실패: error</a:t>
            </a:r>
          </a:p>
          <a:p xmlns:a="http://schemas.openxmlformats.org/drawingml/2006/main">
            <a:pPr algn="l">
              <a:defRPr sz="2325" b="1">
                <a:solidFill>
                  <a:srgbClr val="075BEA"/>
                </a:solidFill>
                <a:latin typeface="Pretendard"/>
                <a:ea typeface="Pretendard"/>
                <a:cs typeface="Pretendard"/>
              </a:defRPr>
            </a:pPr>
            <a:r>
              <a:rPr sz="2325" b="1">
                <a:solidFill>
                  <a:srgbClr val="075BEA"/>
                </a:solidFill>
                <a:latin typeface="Pretendard"/>
                <a:ea typeface="Pretendard"/>
                <a:cs typeface="Pretendard"/>
              </a:rPr>
              <a:t>두 상태를 구분해 안내</a:t>
            </a:r>
          </a:p>
        </p:txBody>
      </p:sp>
      <p:pic>
        <p:nvPicPr>
          <p:cNvPr id="29" name="">
            <a:extLst xmlns:a="http://schemas.openxmlformats.org/drawingml/2006/main">
              <a:ext uri="{FF2B5EF4-FFF2-40B4-BE49-F238E27FC236}">
                <a16:creationId xmlns:a16="http://schemas.microsoft.com/office/drawing/2014/main" id="{8A69F834-6058-4C67-8009-1D3A551CC5ED}"/>
              </a:ext>
            </a:extLst>
          </p:cNvPr>
          <p:cNvPicPr>
            <a:picLocks xmlns:a="http://schemas.openxmlformats.org/drawingml/2006/main" noChangeAspect="1"/>
          </p:cNvPicPr>
          <p:nvPr/>
        </p:nvPicPr>
        <p:blipFill>
          <a:blip xmlns:r="http://schemas.openxmlformats.org/officeDocument/2006/relationships" xmlns:a="http://schemas.openxmlformats.org/drawingml/2006/main" r:embed="R4df185518f44445a"/>
          <a:srcRect xmlns:a="http://schemas.openxmlformats.org/drawingml/2006/main" l="0" t="0" r="50700" b="0"/>
          <a:stretch xmlns:a="http://schemas.openxmlformats.org/drawingml/2006/main"/>
        </p:blipFill>
        <p:spPr>
          <a:xfrm xmlns:a="http://schemas.openxmlformats.org/drawingml/2006/main">
            <a:off x="9848850" y="3143250"/>
            <a:ext cx="7486650" cy="2524125"/>
          </a:xfrm>
          <a:prstGeom xmlns:a="http://schemas.openxmlformats.org/drawingml/2006/main" prst="rect">
            <a:avLst/>
          </a:prstGeom>
        </p:spPr>
      </p:pic>
      <p:pic>
        <p:nvPicPr>
          <p:cNvPr id="30" name="">
            <a:extLst xmlns:a="http://schemas.openxmlformats.org/drawingml/2006/main">
              <a:ext uri="{FF2B5EF4-FFF2-40B4-BE49-F238E27FC236}">
                <a16:creationId xmlns:a16="http://schemas.microsoft.com/office/drawing/2014/main" id="{002340CE-0B46-4BA3-BE1D-2784B2F7F0FD}"/>
              </a:ext>
            </a:extLst>
          </p:cNvPr>
          <p:cNvPicPr>
            <a:picLocks xmlns:a="http://schemas.openxmlformats.org/drawingml/2006/main" noChangeAspect="1"/>
          </p:cNvPicPr>
          <p:nvPr/>
        </p:nvPicPr>
        <p:blipFill>
          <a:blip xmlns:r="http://schemas.openxmlformats.org/officeDocument/2006/relationships" xmlns:a="http://schemas.openxmlformats.org/drawingml/2006/main" r:embed="R7259fcdc48324915"/>
          <a:srcRect xmlns:a="http://schemas.openxmlformats.org/drawingml/2006/main" l="50700" t="0" r="0" b="0"/>
          <a:stretch xmlns:a="http://schemas.openxmlformats.org/drawingml/2006/main"/>
        </p:blipFill>
        <p:spPr>
          <a:xfrm xmlns:a="http://schemas.openxmlformats.org/drawingml/2006/main">
            <a:off x="9848850" y="6000750"/>
            <a:ext cx="7486650" cy="2524125"/>
          </a:xfrm>
          <a:prstGeom xmlns:a="http://schemas.openxmlformats.org/drawingml/2006/main" prst="rect">
            <a:avLst/>
          </a:prstGeom>
        </p:spPr>
      </p:pic>
      <p:sp>
        <p:nvSpPr>
          <p:cNvPr id="31" name="시스템·문서 용도를 제한한 뒤 유사도 검색">
            <a:extLst xmlns:a="http://schemas.openxmlformats.org/drawingml/2006/main">
              <a:ext uri="{FF2B5EF4-FFF2-40B4-BE49-F238E27FC236}">
                <a16:creationId xmlns:a16="http://schemas.microsoft.com/office/drawing/2014/main" id="{DA4F601E-4CFF-4D06-9AA7-016378C015A5}"/>
              </a:ext>
            </a:extLst>
          </p:cNvPr>
          <p:cNvSpPr>
            <a:spLocks xmlns:a="http://schemas.openxmlformats.org/drawingml/2006/main" noGrp="1"/>
          </p:cNvSpPr>
          <p:nvPr/>
        </p:nvSpPr>
        <p:spPr>
          <a:xfrm xmlns:a="http://schemas.openxmlformats.org/drawingml/2006/main">
            <a:off x="9858375" y="8658225"/>
            <a:ext cx="7477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00" b="1">
                <a:solidFill>
                  <a:srgbClr val="075BEA"/>
                </a:solidFill>
                <a:latin typeface="Pretendard"/>
                <a:ea typeface="Pretendard"/>
                <a:cs typeface="Pretendard"/>
              </a:defRPr>
            </a:defPPr>
            <a:lvl1pPr algn="ctr">
              <a:defRPr sz="2100" b="1">
                <a:solidFill>
                  <a:srgbClr val="075BEA"/>
                </a:solidFill>
                <a:latin typeface="Pretendard"/>
                <a:ea typeface="Pretendard"/>
                <a:cs typeface="Pretendard"/>
              </a:defRPr>
            </a:lvl1pPr>
            <a:lvl2pPr algn="ctr">
              <a:defRPr sz="2100" b="1">
                <a:solidFill>
                  <a:srgbClr val="075BEA"/>
                </a:solidFill>
                <a:latin typeface="Pretendard"/>
                <a:ea typeface="Pretendard"/>
                <a:cs typeface="Pretendard"/>
              </a:defRPr>
            </a:lvl2pPr>
            <a:lvl3pPr algn="ctr">
              <a:defRPr sz="2100" b="1">
                <a:solidFill>
                  <a:srgbClr val="075BEA"/>
                </a:solidFill>
                <a:latin typeface="Pretendard"/>
                <a:ea typeface="Pretendard"/>
                <a:cs typeface="Pretendard"/>
              </a:defRPr>
            </a:lvl3pPr>
            <a:lvl4pPr algn="ctr">
              <a:defRPr sz="2100" b="1">
                <a:solidFill>
                  <a:srgbClr val="075BEA"/>
                </a:solidFill>
                <a:latin typeface="Pretendard"/>
                <a:ea typeface="Pretendard"/>
                <a:cs typeface="Pretendard"/>
              </a:defRPr>
            </a:lvl4pPr>
            <a:lvl5pPr algn="ctr">
              <a:defRPr sz="2100" b="1">
                <a:solidFill>
                  <a:srgbClr val="075BEA"/>
                </a:solidFill>
                <a:latin typeface="Pretendard"/>
                <a:ea typeface="Pretendard"/>
                <a:cs typeface="Pretendard"/>
              </a:defRPr>
            </a:lvl5pPr>
            <a:lvl6pPr algn="ctr">
              <a:defRPr sz="2100" b="1">
                <a:solidFill>
                  <a:srgbClr val="075BEA"/>
                </a:solidFill>
                <a:latin typeface="Pretendard"/>
                <a:ea typeface="Pretendard"/>
                <a:cs typeface="Pretendard"/>
              </a:defRPr>
            </a:lvl6pPr>
            <a:lvl7pPr algn="ctr">
              <a:defRPr sz="2100" b="1">
                <a:solidFill>
                  <a:srgbClr val="075BEA"/>
                </a:solidFill>
                <a:latin typeface="Pretendard"/>
                <a:ea typeface="Pretendard"/>
                <a:cs typeface="Pretendard"/>
              </a:defRPr>
            </a:lvl7pPr>
            <a:lvl8pPr algn="ctr">
              <a:defRPr sz="2100" b="1">
                <a:solidFill>
                  <a:srgbClr val="075BEA"/>
                </a:solidFill>
                <a:latin typeface="Pretendard"/>
                <a:ea typeface="Pretendard"/>
                <a:cs typeface="Pretendard"/>
              </a:defRPr>
            </a:lvl8pPr>
            <a:lvl9pPr algn="ctr">
              <a:defRPr sz="2100" b="1">
                <a:solidFill>
                  <a:srgbClr val="075BEA"/>
                </a:solidFill>
                <a:latin typeface="Pretendard"/>
                <a:ea typeface="Pretendard"/>
                <a:cs typeface="Pretendard"/>
              </a:defRPr>
            </a:lvl9pPr>
          </a:lstStyle>
          <a:p xmlns:a="http://schemas.openxmlformats.org/drawingml/2006/main">
            <a:pPr algn="ctr">
              <a:defRPr sz="2100" b="1">
                <a:solidFill>
                  <a:srgbClr val="075BEA"/>
                </a:solidFill>
                <a:latin typeface="Pretendard"/>
                <a:ea typeface="Pretendard"/>
                <a:cs typeface="Pretendard"/>
              </a:defRPr>
            </a:pPr>
            <a:r>
              <a:rPr sz="2100" b="1">
                <a:solidFill>
                  <a:srgbClr val="075BEA"/>
                </a:solidFill>
                <a:latin typeface="Pretendard"/>
                <a:ea typeface="Pretendard"/>
                <a:cs typeface="Pretendard"/>
              </a:rPr>
              <a:t>시스템·문서 용도를 제한한 뒤 유사도 검색</a:t>
            </a:r>
          </a:p>
        </p:txBody>
      </p:sp>
    </p:spTree>
    <p:extLst>
      <p:ext uri="{BB962C8B-B14F-4D97-AF65-F5344CB8AC3E}">
        <p14:creationId xmlns:p14="http://schemas.microsoft.com/office/powerpoint/2010/main" val="1639852189"/>
      </p:ext>
    </p:extLst>
  </p:cSld>
</p:sld>
</file>

<file path=ppt/slides/slide13.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29f251ae41c04f87">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8e93bfd7b876466b">
            <a:extLst>
              <a:ext uri="{96DAC541-7B7A-43D3-8B79-37D633B846F1}">
                <asvg:svgBlip xmlns:asvg="http://schemas.microsoft.com/office/drawing/2016/SVG/main" r:embed="R8fbf4ce91a494676"/>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42dec89b92504311">
            <a:alphaModFix amt="75000"/>
            <a:extLst>
              <a:ext uri="{96DAC541-7B7A-43D3-8B79-37D633B846F1}">
                <asvg:svgBlip xmlns:asvg="http://schemas.microsoft.com/office/drawing/2016/SVG/main" r:embed="R8962830c0f9a4477"/>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9b44335f934e49ac">
            <a:extLst>
              <a:ext uri="{96DAC541-7B7A-43D3-8B79-37D633B846F1}">
                <asvg:svgBlip xmlns:asvg="http://schemas.microsoft.com/office/drawing/2016/SVG/main" r:embed="Rc8f07f27808e4d5b"/>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169ca049ad474d99">
            <a:extLst>
              <a:ext uri="{96DAC541-7B7A-43D3-8B79-37D633B846F1}">
                <asvg:svgBlip xmlns:asvg="http://schemas.microsoft.com/office/drawing/2016/SVG/main" r:embed="Redee556a68e84c64"/>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54905d48e9d64f8e">
            <a:extLst>
              <a:ext uri="{96DAC541-7B7A-43D3-8B79-37D633B846F1}">
                <asvg:svgBlip xmlns:asvg="http://schemas.microsoft.com/office/drawing/2016/SVG/main" r:embed="R4d06fa12e1464a82"/>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3fe44e57ea47483e"/>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6842e5d3e66449bc">
            <a:extLst>
              <a:ext uri="{96DAC541-7B7A-43D3-8B79-37D633B846F1}">
                <asvg:svgBlip xmlns:asvg="http://schemas.microsoft.com/office/drawing/2016/SVG/main" r:embed="R75babaca1e204f10"/>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4f93b5bc94e94b39">
            <a:extLst>
              <a:ext uri="{96DAC541-7B7A-43D3-8B79-37D633B846F1}">
                <asvg:svgBlip xmlns:asvg="http://schemas.microsoft.com/office/drawing/2016/SVG/main" r:embed="Ra871cf9c678e4376"/>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888726faefa74d54">
            <a:extLst>
              <a:ext uri="{96DAC541-7B7A-43D3-8B79-37D633B846F1}">
                <asvg:svgBlip xmlns:asvg="http://schemas.microsoft.com/office/drawing/2016/SVG/main" r:embed="Rdee4af7a69704f06"/>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9b84de593b8e453d">
            <a:extLst>
              <a:ext uri="{96DAC541-7B7A-43D3-8B79-37D633B846F1}">
                <asvg:svgBlip xmlns:asvg="http://schemas.microsoft.com/office/drawing/2016/SVG/main" r:embed="Rbdb8ce5439974fcc"/>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9b84de593b8e453d">
            <a:extLst>
              <a:ext uri="{96DAC541-7B7A-43D3-8B79-37D633B846F1}">
                <asvg:svgBlip xmlns:asvg="http://schemas.microsoft.com/office/drawing/2016/SVG/main" r:embed="Rbdb8ce5439974fcc"/>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9b84de593b8e453d">
            <a:extLst>
              <a:ext uri="{96DAC541-7B7A-43D3-8B79-37D633B846F1}">
                <asvg:svgBlip xmlns:asvg="http://schemas.microsoft.com/office/drawing/2016/SVG/main" r:embed="Rbdb8ce5439974fcc"/>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9b84de593b8e453d">
            <a:extLst>
              <a:ext uri="{96DAC541-7B7A-43D3-8B79-37D633B846F1}">
                <asvg:svgBlip xmlns:asvg="http://schemas.microsoft.com/office/drawing/2016/SVG/main" r:embed="Rbdb8ce5439974fcc"/>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4656807bad764bcf">
            <a:extLst>
              <a:ext uri="{96DAC541-7B7A-43D3-8B79-37D633B846F1}">
                <asvg:svgBlip xmlns:asvg="http://schemas.microsoft.com/office/drawing/2016/SVG/main" r:embed="R5fc060b514484c5c"/>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B6FD03E3-CFC6-4107-AB97-F01C509540C5}"/>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3">
            <a:extLst xmlns:a="http://schemas.openxmlformats.org/drawingml/2006/main">
              <a:ext uri="{FF2B5EF4-FFF2-40B4-BE49-F238E27FC236}">
                <a16:creationId xmlns:a16="http://schemas.microsoft.com/office/drawing/2014/main" id="{EA729566-7C55-4DF4-95AF-5862A46AC30F}"/>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13</a:t>
            </a:r>
          </a:p>
        </p:txBody>
      </p:sp>
      <p:sp>
        <p:nvSpPr>
          <p:cNvPr id="20" name="5단계 | 근거 없는 오류 안내 차단">
            <a:extLst xmlns:a="http://schemas.openxmlformats.org/drawingml/2006/main">
              <a:ext uri="{FF2B5EF4-FFF2-40B4-BE49-F238E27FC236}">
                <a16:creationId xmlns:a16="http://schemas.microsoft.com/office/drawing/2014/main" id="{9EAD7684-9579-4EE4-ABEB-898D1EA9E37C}"/>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5단계 | 근거 없는 오류 안내 차단</a:t>
            </a:r>
          </a:p>
        </p:txBody>
      </p:sp>
      <p:sp>
        <p:nvSpPr>
          <p:cNvPr id="21" name="">
            <a:extLst xmlns:a="http://schemas.openxmlformats.org/drawingml/2006/main">
              <a:ext uri="{FF2B5EF4-FFF2-40B4-BE49-F238E27FC236}">
                <a16:creationId xmlns:a16="http://schemas.microsoft.com/office/drawing/2014/main" id="{E5DE03D8-DD8E-454C-9117-32B0AE4BDD1D}"/>
              </a:ext>
            </a:extLst>
          </p:cNvPr>
          <p:cNvSpPr>
            <a:spLocks xmlns:a="http://schemas.openxmlformats.org/drawingml/2006/main" noGrp="1"/>
          </p:cNvSpPr>
          <p:nvPr/>
        </p:nvSpPr>
        <p:spPr>
          <a:xfrm xmlns:a="http://schemas.openxmlformats.org/drawingml/2006/main">
            <a:off x="2095500" y="2781300"/>
            <a:ext cx="7381875" cy="6143625"/>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71E8B508-D2D7-41E0-AEF3-0203F4CFC927}"/>
              </a:ext>
            </a:extLst>
          </p:cNvPr>
          <p:cNvSpPr>
            <a:spLocks xmlns:a="http://schemas.openxmlformats.org/drawingml/2006/main" noGrp="1"/>
          </p:cNvSpPr>
          <p:nvPr/>
        </p:nvSpPr>
        <p:spPr>
          <a:xfrm xmlns:a="http://schemas.openxmlformats.org/drawingml/2006/main">
            <a:off x="9858375" y="2781300"/>
            <a:ext cx="7715250" cy="6143625"/>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10478">
            <a:solidFill>
              <a:srgbClr val="BCBEC4"/>
            </a:solidFill>
          </a:ln>
        </p:spPr>
      </p:sp>
      <p:sp>
        <p:nvSpPr>
          <p:cNvPr id="23" name="실제 시연에서 발견한 문제">
            <a:extLst xmlns:a="http://schemas.openxmlformats.org/drawingml/2006/main">
              <a:ext uri="{FF2B5EF4-FFF2-40B4-BE49-F238E27FC236}">
                <a16:creationId xmlns:a16="http://schemas.microsoft.com/office/drawing/2014/main" id="{06A40947-8266-461A-ABCF-EE60F71F74E6}"/>
              </a:ext>
            </a:extLst>
          </p:cNvPr>
          <p:cNvSpPr>
            <a:spLocks xmlns:a="http://schemas.openxmlformats.org/drawingml/2006/main" noGrp="1"/>
          </p:cNvSpPr>
          <p:nvPr/>
        </p:nvSpPr>
        <p:spPr>
          <a:xfrm xmlns:a="http://schemas.openxmlformats.org/drawingml/2006/main">
            <a:off x="2428875" y="3114675"/>
            <a:ext cx="6705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101010"/>
                </a:solidFill>
                <a:latin typeface="Pretendard"/>
                <a:ea typeface="Pretendard"/>
                <a:cs typeface="Pretendard"/>
              </a:defRPr>
            </a:defPPr>
            <a:lvl1pPr algn="l">
              <a:defRPr sz="2775" b="1">
                <a:solidFill>
                  <a:srgbClr val="101010"/>
                </a:solidFill>
                <a:latin typeface="Pretendard"/>
                <a:ea typeface="Pretendard"/>
                <a:cs typeface="Pretendard"/>
              </a:defRPr>
            </a:lvl1pPr>
            <a:lvl2pPr algn="l">
              <a:defRPr sz="2775" b="1">
                <a:solidFill>
                  <a:srgbClr val="101010"/>
                </a:solidFill>
                <a:latin typeface="Pretendard"/>
                <a:ea typeface="Pretendard"/>
                <a:cs typeface="Pretendard"/>
              </a:defRPr>
            </a:lvl2pPr>
            <a:lvl3pPr algn="l">
              <a:defRPr sz="2775" b="1">
                <a:solidFill>
                  <a:srgbClr val="101010"/>
                </a:solidFill>
                <a:latin typeface="Pretendard"/>
                <a:ea typeface="Pretendard"/>
                <a:cs typeface="Pretendard"/>
              </a:defRPr>
            </a:lvl3pPr>
            <a:lvl4pPr algn="l">
              <a:defRPr sz="2775" b="1">
                <a:solidFill>
                  <a:srgbClr val="101010"/>
                </a:solidFill>
                <a:latin typeface="Pretendard"/>
                <a:ea typeface="Pretendard"/>
                <a:cs typeface="Pretendard"/>
              </a:defRPr>
            </a:lvl4pPr>
            <a:lvl5pPr algn="l">
              <a:defRPr sz="2775" b="1">
                <a:solidFill>
                  <a:srgbClr val="101010"/>
                </a:solidFill>
                <a:latin typeface="Pretendard"/>
                <a:ea typeface="Pretendard"/>
                <a:cs typeface="Pretendard"/>
              </a:defRPr>
            </a:lvl5pPr>
            <a:lvl6pPr algn="l">
              <a:defRPr sz="2775" b="1">
                <a:solidFill>
                  <a:srgbClr val="101010"/>
                </a:solidFill>
                <a:latin typeface="Pretendard"/>
                <a:ea typeface="Pretendard"/>
                <a:cs typeface="Pretendard"/>
              </a:defRPr>
            </a:lvl6pPr>
            <a:lvl7pPr algn="l">
              <a:defRPr sz="2775" b="1">
                <a:solidFill>
                  <a:srgbClr val="101010"/>
                </a:solidFill>
                <a:latin typeface="Pretendard"/>
                <a:ea typeface="Pretendard"/>
                <a:cs typeface="Pretendard"/>
              </a:defRPr>
            </a:lvl7pPr>
            <a:lvl8pPr algn="l">
              <a:defRPr sz="2775" b="1">
                <a:solidFill>
                  <a:srgbClr val="101010"/>
                </a:solidFill>
                <a:latin typeface="Pretendard"/>
                <a:ea typeface="Pretendard"/>
                <a:cs typeface="Pretendard"/>
              </a:defRPr>
            </a:lvl8pPr>
            <a:lvl9pPr algn="l">
              <a:defRPr sz="2775" b="1">
                <a:solidFill>
                  <a:srgbClr val="101010"/>
                </a:solidFill>
                <a:latin typeface="Pretendard"/>
                <a:ea typeface="Pretendard"/>
                <a:cs typeface="Pretendard"/>
              </a:defRPr>
            </a:lvl9pPr>
          </a:lstStyle>
          <a:p xmlns:a="http://schemas.openxmlformats.org/drawingml/2006/main">
            <a:pPr algn="l">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실제 시연에서 발견한 문제</a:t>
            </a:r>
          </a:p>
        </p:txBody>
      </p:sp>
      <p:sp>
        <p:nvSpPr>
          <p:cNvPr id="24" name="사용자: “오류 메시지는 없어요”&#10;AI 답변: 문서의 504 오류까지 안내">
            <a:extLst xmlns:a="http://schemas.openxmlformats.org/drawingml/2006/main">
              <a:ext uri="{FF2B5EF4-FFF2-40B4-BE49-F238E27FC236}">
                <a16:creationId xmlns:a16="http://schemas.microsoft.com/office/drawing/2014/main" id="{AE5DC790-4C11-4830-A239-21D02D448672}"/>
              </a:ext>
            </a:extLst>
          </p:cNvPr>
          <p:cNvSpPr>
            <a:spLocks xmlns:a="http://schemas.openxmlformats.org/drawingml/2006/main" noGrp="1"/>
          </p:cNvSpPr>
          <p:nvPr/>
        </p:nvSpPr>
        <p:spPr>
          <a:xfrm xmlns:a="http://schemas.openxmlformats.org/drawingml/2006/main">
            <a:off x="2428875" y="4019550"/>
            <a:ext cx="6705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01010"/>
                </a:solidFill>
                <a:latin typeface="Pretendard"/>
                <a:ea typeface="Pretendard"/>
                <a:cs typeface="Pretendard"/>
              </a:defRPr>
            </a:defPPr>
            <a:lvl1pPr algn="l">
              <a:defRPr sz="2850" b="1">
                <a:solidFill>
                  <a:srgbClr val="101010"/>
                </a:solidFill>
                <a:latin typeface="Pretendard"/>
                <a:ea typeface="Pretendard"/>
                <a:cs typeface="Pretendard"/>
              </a:defRPr>
            </a:lvl1pPr>
            <a:lvl2pPr algn="l">
              <a:defRPr sz="2850" b="1">
                <a:solidFill>
                  <a:srgbClr val="101010"/>
                </a:solidFill>
                <a:latin typeface="Pretendard"/>
                <a:ea typeface="Pretendard"/>
                <a:cs typeface="Pretendard"/>
              </a:defRPr>
            </a:lvl2pPr>
            <a:lvl3pPr algn="l">
              <a:defRPr sz="2850" b="1">
                <a:solidFill>
                  <a:srgbClr val="101010"/>
                </a:solidFill>
                <a:latin typeface="Pretendard"/>
                <a:ea typeface="Pretendard"/>
                <a:cs typeface="Pretendard"/>
              </a:defRPr>
            </a:lvl3pPr>
            <a:lvl4pPr algn="l">
              <a:defRPr sz="2850" b="1">
                <a:solidFill>
                  <a:srgbClr val="101010"/>
                </a:solidFill>
                <a:latin typeface="Pretendard"/>
                <a:ea typeface="Pretendard"/>
                <a:cs typeface="Pretendard"/>
              </a:defRPr>
            </a:lvl4pPr>
            <a:lvl5pPr algn="l">
              <a:defRPr sz="2850" b="1">
                <a:solidFill>
                  <a:srgbClr val="101010"/>
                </a:solidFill>
                <a:latin typeface="Pretendard"/>
                <a:ea typeface="Pretendard"/>
                <a:cs typeface="Pretendard"/>
              </a:defRPr>
            </a:lvl5pPr>
            <a:lvl6pPr algn="l">
              <a:defRPr sz="2850" b="1">
                <a:solidFill>
                  <a:srgbClr val="101010"/>
                </a:solidFill>
                <a:latin typeface="Pretendard"/>
                <a:ea typeface="Pretendard"/>
                <a:cs typeface="Pretendard"/>
              </a:defRPr>
            </a:lvl6pPr>
            <a:lvl7pPr algn="l">
              <a:defRPr sz="2850" b="1">
                <a:solidFill>
                  <a:srgbClr val="101010"/>
                </a:solidFill>
                <a:latin typeface="Pretendard"/>
                <a:ea typeface="Pretendard"/>
                <a:cs typeface="Pretendard"/>
              </a:defRPr>
            </a:lvl7pPr>
            <a:lvl8pPr algn="l">
              <a:defRPr sz="2850" b="1">
                <a:solidFill>
                  <a:srgbClr val="101010"/>
                </a:solidFill>
                <a:latin typeface="Pretendard"/>
                <a:ea typeface="Pretendard"/>
                <a:cs typeface="Pretendard"/>
              </a:defRPr>
            </a:lvl8pPr>
            <a:lvl9pPr algn="l">
              <a:defRPr sz="2850" b="1">
                <a:solidFill>
                  <a:srgbClr val="101010"/>
                </a:solidFill>
                <a:latin typeface="Pretendard"/>
                <a:ea typeface="Pretendard"/>
                <a:cs typeface="Pretendard"/>
              </a:defRPr>
            </a:lvl9pPr>
          </a:lstStyle>
          <a:p xmlns:a="http://schemas.openxmlformats.org/drawingml/2006/main">
            <a:pPr algn="l">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사용자: “오류 메시지는 없어요”</a:t>
            </a:r>
          </a:p>
          <a:p xmlns:a="http://schemas.openxmlformats.org/drawingml/2006/main">
            <a:pPr algn="l">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AI 답변: 문서의 504 오류까지 안내</a:t>
            </a:r>
          </a:p>
        </p:txBody>
      </p:sp>
      <p:sp>
        <p:nvSpPr>
          <p:cNvPr id="25" name="1차 근거 검증을 적용한 뒤에도&#10;문서 예시를 문의 상황과 연결하는&#10;오류를 놓침">
            <a:extLst xmlns:a="http://schemas.openxmlformats.org/drawingml/2006/main">
              <a:ext uri="{FF2B5EF4-FFF2-40B4-BE49-F238E27FC236}">
                <a16:creationId xmlns:a16="http://schemas.microsoft.com/office/drawing/2014/main" id="{66AF6265-5CF1-4CBF-AE89-41AF96795C2A}"/>
              </a:ext>
            </a:extLst>
          </p:cNvPr>
          <p:cNvSpPr>
            <a:spLocks xmlns:a="http://schemas.openxmlformats.org/drawingml/2006/main" noGrp="1"/>
          </p:cNvSpPr>
          <p:nvPr/>
        </p:nvSpPr>
        <p:spPr>
          <a:xfrm xmlns:a="http://schemas.openxmlformats.org/drawingml/2006/main">
            <a:off x="2428875" y="5715000"/>
            <a:ext cx="67056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101010"/>
                </a:solidFill>
                <a:latin typeface="Pretendard"/>
                <a:ea typeface="Pretendard"/>
                <a:cs typeface="Pretendard"/>
              </a:defRPr>
            </a:defPPr>
            <a:lvl1pPr algn="l">
              <a:defRPr sz="2475" b="0">
                <a:solidFill>
                  <a:srgbClr val="101010"/>
                </a:solidFill>
                <a:latin typeface="Pretendard"/>
                <a:ea typeface="Pretendard"/>
                <a:cs typeface="Pretendard"/>
              </a:defRPr>
            </a:lvl1pPr>
            <a:lvl2pPr algn="l">
              <a:defRPr sz="2475" b="0">
                <a:solidFill>
                  <a:srgbClr val="101010"/>
                </a:solidFill>
                <a:latin typeface="Pretendard"/>
                <a:ea typeface="Pretendard"/>
                <a:cs typeface="Pretendard"/>
              </a:defRPr>
            </a:lvl2pPr>
            <a:lvl3pPr algn="l">
              <a:defRPr sz="2475" b="0">
                <a:solidFill>
                  <a:srgbClr val="101010"/>
                </a:solidFill>
                <a:latin typeface="Pretendard"/>
                <a:ea typeface="Pretendard"/>
                <a:cs typeface="Pretendard"/>
              </a:defRPr>
            </a:lvl3pPr>
            <a:lvl4pPr algn="l">
              <a:defRPr sz="2475" b="0">
                <a:solidFill>
                  <a:srgbClr val="101010"/>
                </a:solidFill>
                <a:latin typeface="Pretendard"/>
                <a:ea typeface="Pretendard"/>
                <a:cs typeface="Pretendard"/>
              </a:defRPr>
            </a:lvl4pPr>
            <a:lvl5pPr algn="l">
              <a:defRPr sz="2475" b="0">
                <a:solidFill>
                  <a:srgbClr val="101010"/>
                </a:solidFill>
                <a:latin typeface="Pretendard"/>
                <a:ea typeface="Pretendard"/>
                <a:cs typeface="Pretendard"/>
              </a:defRPr>
            </a:lvl5pPr>
            <a:lvl6pPr algn="l">
              <a:defRPr sz="2475" b="0">
                <a:solidFill>
                  <a:srgbClr val="101010"/>
                </a:solidFill>
                <a:latin typeface="Pretendard"/>
                <a:ea typeface="Pretendard"/>
                <a:cs typeface="Pretendard"/>
              </a:defRPr>
            </a:lvl6pPr>
            <a:lvl7pPr algn="l">
              <a:defRPr sz="2475" b="0">
                <a:solidFill>
                  <a:srgbClr val="101010"/>
                </a:solidFill>
                <a:latin typeface="Pretendard"/>
                <a:ea typeface="Pretendard"/>
                <a:cs typeface="Pretendard"/>
              </a:defRPr>
            </a:lvl7pPr>
            <a:lvl8pPr algn="l">
              <a:defRPr sz="2475" b="0">
                <a:solidFill>
                  <a:srgbClr val="101010"/>
                </a:solidFill>
                <a:latin typeface="Pretendard"/>
                <a:ea typeface="Pretendard"/>
                <a:cs typeface="Pretendard"/>
              </a:defRPr>
            </a:lvl8pPr>
            <a:lvl9pPr algn="l">
              <a:defRPr sz="2475" b="0">
                <a:solidFill>
                  <a:srgbClr val="101010"/>
                </a:solidFill>
                <a:latin typeface="Pretendard"/>
                <a:ea typeface="Pretendard"/>
                <a:cs typeface="Pretendard"/>
              </a:defRPr>
            </a:lvl9pPr>
          </a:lstStyle>
          <a:p xmlns:a="http://schemas.openxmlformats.org/drawingml/2006/main">
            <a:pPr algn="l">
              <a:defRPr sz="2475" b="0">
                <a:solidFill>
                  <a:srgbClr val="101010"/>
                </a:solidFill>
                <a:latin typeface="Pretendard"/>
                <a:ea typeface="Pretendard"/>
                <a:cs typeface="Pretendard"/>
              </a:defRPr>
            </a:pPr>
            <a:r>
              <a:rPr sz="2475" b="0">
                <a:solidFill>
                  <a:srgbClr val="101010"/>
                </a:solidFill>
                <a:latin typeface="Pretendard"/>
                <a:ea typeface="Pretendard"/>
                <a:cs typeface="Pretendard"/>
              </a:rPr>
              <a:t>1차 근거 검증을 적용한 뒤에도</a:t>
            </a:r>
          </a:p>
          <a:p xmlns:a="http://schemas.openxmlformats.org/drawingml/2006/main">
            <a:pPr algn="l">
              <a:defRPr sz="2475" b="0">
                <a:solidFill>
                  <a:srgbClr val="101010"/>
                </a:solidFill>
                <a:latin typeface="Pretendard"/>
                <a:ea typeface="Pretendard"/>
                <a:cs typeface="Pretendard"/>
              </a:defRPr>
            </a:pPr>
            <a:r>
              <a:rPr sz="2475" b="0">
                <a:solidFill>
                  <a:srgbClr val="101010"/>
                </a:solidFill>
                <a:latin typeface="Pretendard"/>
                <a:ea typeface="Pretendard"/>
                <a:cs typeface="Pretendard"/>
              </a:rPr>
              <a:t>문서 예시를 문의 상황과 연결하는</a:t>
            </a:r>
          </a:p>
          <a:p xmlns:a="http://schemas.openxmlformats.org/drawingml/2006/main">
            <a:pPr algn="l">
              <a:defRPr sz="2475" b="0">
                <a:solidFill>
                  <a:srgbClr val="101010"/>
                </a:solidFill>
                <a:latin typeface="Pretendard"/>
                <a:ea typeface="Pretendard"/>
                <a:cs typeface="Pretendard"/>
              </a:defRPr>
            </a:pPr>
            <a:r>
              <a:rPr sz="2475" b="0">
                <a:solidFill>
                  <a:srgbClr val="101010"/>
                </a:solidFill>
                <a:latin typeface="Pretendard"/>
                <a:ea typeface="Pretendard"/>
                <a:cs typeface="Pretendard"/>
              </a:rPr>
              <a:t>오류를 놓침</a:t>
            </a:r>
          </a:p>
        </p:txBody>
      </p:sp>
      <p:sp>
        <p:nvSpPr>
          <p:cNvPr id="26" name="보완: 생성 전 필터 + 생성 후 검사">
            <a:extLst xmlns:a="http://schemas.openxmlformats.org/drawingml/2006/main">
              <a:ext uri="{FF2B5EF4-FFF2-40B4-BE49-F238E27FC236}">
                <a16:creationId xmlns:a16="http://schemas.microsoft.com/office/drawing/2014/main" id="{40054A16-4BEB-4612-AF2A-C9F3A2DA6CAC}"/>
              </a:ext>
            </a:extLst>
          </p:cNvPr>
          <p:cNvSpPr>
            <a:spLocks xmlns:a="http://schemas.openxmlformats.org/drawingml/2006/main" noGrp="1"/>
          </p:cNvSpPr>
          <p:nvPr/>
        </p:nvSpPr>
        <p:spPr>
          <a:xfrm xmlns:a="http://schemas.openxmlformats.org/drawingml/2006/main">
            <a:off x="10191750" y="3114675"/>
            <a:ext cx="704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75" b="1">
                <a:solidFill>
                  <a:srgbClr val="075BEA"/>
                </a:solidFill>
                <a:latin typeface="Pretendard"/>
                <a:ea typeface="Pretendard"/>
                <a:cs typeface="Pretendard"/>
              </a:defRPr>
            </a:defPPr>
            <a:lvl1pPr algn="l">
              <a:defRPr sz="2775" b="1">
                <a:solidFill>
                  <a:srgbClr val="075BEA"/>
                </a:solidFill>
                <a:latin typeface="Pretendard"/>
                <a:ea typeface="Pretendard"/>
                <a:cs typeface="Pretendard"/>
              </a:defRPr>
            </a:lvl1pPr>
            <a:lvl2pPr algn="l">
              <a:defRPr sz="2775" b="1">
                <a:solidFill>
                  <a:srgbClr val="075BEA"/>
                </a:solidFill>
                <a:latin typeface="Pretendard"/>
                <a:ea typeface="Pretendard"/>
                <a:cs typeface="Pretendard"/>
              </a:defRPr>
            </a:lvl2pPr>
            <a:lvl3pPr algn="l">
              <a:defRPr sz="2775" b="1">
                <a:solidFill>
                  <a:srgbClr val="075BEA"/>
                </a:solidFill>
                <a:latin typeface="Pretendard"/>
                <a:ea typeface="Pretendard"/>
                <a:cs typeface="Pretendard"/>
              </a:defRPr>
            </a:lvl3pPr>
            <a:lvl4pPr algn="l">
              <a:defRPr sz="2775" b="1">
                <a:solidFill>
                  <a:srgbClr val="075BEA"/>
                </a:solidFill>
                <a:latin typeface="Pretendard"/>
                <a:ea typeface="Pretendard"/>
                <a:cs typeface="Pretendard"/>
              </a:defRPr>
            </a:lvl4pPr>
            <a:lvl5pPr algn="l">
              <a:defRPr sz="2775" b="1">
                <a:solidFill>
                  <a:srgbClr val="075BEA"/>
                </a:solidFill>
                <a:latin typeface="Pretendard"/>
                <a:ea typeface="Pretendard"/>
                <a:cs typeface="Pretendard"/>
              </a:defRPr>
            </a:lvl5pPr>
            <a:lvl6pPr algn="l">
              <a:defRPr sz="2775" b="1">
                <a:solidFill>
                  <a:srgbClr val="075BEA"/>
                </a:solidFill>
                <a:latin typeface="Pretendard"/>
                <a:ea typeface="Pretendard"/>
                <a:cs typeface="Pretendard"/>
              </a:defRPr>
            </a:lvl6pPr>
            <a:lvl7pPr algn="l">
              <a:defRPr sz="2775" b="1">
                <a:solidFill>
                  <a:srgbClr val="075BEA"/>
                </a:solidFill>
                <a:latin typeface="Pretendard"/>
                <a:ea typeface="Pretendard"/>
                <a:cs typeface="Pretendard"/>
              </a:defRPr>
            </a:lvl7pPr>
            <a:lvl8pPr algn="l">
              <a:defRPr sz="2775" b="1">
                <a:solidFill>
                  <a:srgbClr val="075BEA"/>
                </a:solidFill>
                <a:latin typeface="Pretendard"/>
                <a:ea typeface="Pretendard"/>
                <a:cs typeface="Pretendard"/>
              </a:defRPr>
            </a:lvl8pPr>
            <a:lvl9pPr algn="l">
              <a:defRPr sz="2775" b="1">
                <a:solidFill>
                  <a:srgbClr val="075BEA"/>
                </a:solidFill>
                <a:latin typeface="Pretendard"/>
                <a:ea typeface="Pretendard"/>
                <a:cs typeface="Pretendard"/>
              </a:defRPr>
            </a:lvl9pPr>
          </a:lstStyle>
          <a:p xmlns:a="http://schemas.openxmlformats.org/drawingml/2006/main">
            <a:pPr algn="l">
              <a:defRPr sz="2775" b="1">
                <a:solidFill>
                  <a:srgbClr val="075BEA"/>
                </a:solidFill>
                <a:latin typeface="Pretendard"/>
                <a:ea typeface="Pretendard"/>
                <a:cs typeface="Pretendard"/>
              </a:defRPr>
            </a:pPr>
            <a:r>
              <a:rPr sz="2775" b="1">
                <a:solidFill>
                  <a:srgbClr val="075BEA"/>
                </a:solidFill>
                <a:latin typeface="Pretendard"/>
                <a:ea typeface="Pretendard"/>
                <a:cs typeface="Pretendard"/>
              </a:rPr>
              <a:t>보완: 생성 전 필터 + 생성 후 검사</a:t>
            </a:r>
          </a:p>
        </p:txBody>
      </p:sp>
      <p:sp>
        <p:nvSpPr>
          <p:cNvPr id="27" name="확인되지 않은 HTTP 오류 코드(4xx/5xx)&#10;포함 문서를 답변 근거에서 제외&#10;최종">
            <a:extLst xmlns:a="http://schemas.openxmlformats.org/drawingml/2006/main">
              <a:ext uri="{FF2B5EF4-FFF2-40B4-BE49-F238E27FC236}">
                <a16:creationId xmlns:a16="http://schemas.microsoft.com/office/drawing/2014/main" id="{08147480-194F-41ED-9103-BB1622D0A659}"/>
              </a:ext>
            </a:extLst>
          </p:cNvPr>
          <p:cNvSpPr>
            <a:spLocks xmlns:a="http://schemas.openxmlformats.org/drawingml/2006/main" noGrp="1"/>
          </p:cNvSpPr>
          <p:nvPr/>
        </p:nvSpPr>
        <p:spPr>
          <a:xfrm xmlns:a="http://schemas.openxmlformats.org/drawingml/2006/main">
            <a:off x="10191750" y="4019550"/>
            <a:ext cx="70485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101010"/>
                </a:solidFill>
                <a:latin typeface="Pretendard"/>
                <a:ea typeface="Pretendard"/>
                <a:cs typeface="Pretendard"/>
              </a:defRPr>
            </a:defPPr>
            <a:lvl1pPr algn="l">
              <a:defRPr sz="2400" b="1">
                <a:solidFill>
                  <a:srgbClr val="101010"/>
                </a:solidFill>
                <a:latin typeface="Pretendard"/>
                <a:ea typeface="Pretendard"/>
                <a:cs typeface="Pretendard"/>
              </a:defRPr>
            </a:lvl1pPr>
            <a:lvl2pPr algn="l">
              <a:defRPr sz="2400" b="1">
                <a:solidFill>
                  <a:srgbClr val="101010"/>
                </a:solidFill>
                <a:latin typeface="Pretendard"/>
                <a:ea typeface="Pretendard"/>
                <a:cs typeface="Pretendard"/>
              </a:defRPr>
            </a:lvl2pPr>
            <a:lvl3pPr algn="l">
              <a:defRPr sz="2400" b="1">
                <a:solidFill>
                  <a:srgbClr val="101010"/>
                </a:solidFill>
                <a:latin typeface="Pretendard"/>
                <a:ea typeface="Pretendard"/>
                <a:cs typeface="Pretendard"/>
              </a:defRPr>
            </a:lvl3pPr>
            <a:lvl4pPr algn="l">
              <a:defRPr sz="2400" b="1">
                <a:solidFill>
                  <a:srgbClr val="101010"/>
                </a:solidFill>
                <a:latin typeface="Pretendard"/>
                <a:ea typeface="Pretendard"/>
                <a:cs typeface="Pretendard"/>
              </a:defRPr>
            </a:lvl4pPr>
            <a:lvl5pPr algn="l">
              <a:defRPr sz="2400" b="1">
                <a:solidFill>
                  <a:srgbClr val="101010"/>
                </a:solidFill>
                <a:latin typeface="Pretendard"/>
                <a:ea typeface="Pretendard"/>
                <a:cs typeface="Pretendard"/>
              </a:defRPr>
            </a:lvl5pPr>
            <a:lvl6pPr algn="l">
              <a:defRPr sz="2400" b="1">
                <a:solidFill>
                  <a:srgbClr val="101010"/>
                </a:solidFill>
                <a:latin typeface="Pretendard"/>
                <a:ea typeface="Pretendard"/>
                <a:cs typeface="Pretendard"/>
              </a:defRPr>
            </a:lvl6pPr>
            <a:lvl7pPr algn="l">
              <a:defRPr sz="2400" b="1">
                <a:solidFill>
                  <a:srgbClr val="101010"/>
                </a:solidFill>
                <a:latin typeface="Pretendard"/>
                <a:ea typeface="Pretendard"/>
                <a:cs typeface="Pretendard"/>
              </a:defRPr>
            </a:lvl7pPr>
            <a:lvl8pPr algn="l">
              <a:defRPr sz="2400" b="1">
                <a:solidFill>
                  <a:srgbClr val="101010"/>
                </a:solidFill>
                <a:latin typeface="Pretendard"/>
                <a:ea typeface="Pretendard"/>
                <a:cs typeface="Pretendard"/>
              </a:defRPr>
            </a:lvl8pPr>
            <a:lvl9pPr algn="l">
              <a:defRPr sz="2400" b="1">
                <a:solidFill>
                  <a:srgbClr val="101010"/>
                </a:solidFill>
                <a:latin typeface="Pretendard"/>
                <a:ea typeface="Pretendard"/>
                <a:cs typeface="Pretendard"/>
              </a:defRPr>
            </a:lvl9pPr>
          </a:lstStyle>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확인되지 않은 HTTP 오류 코드(4xx/5xx)</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포함 문서를 답변 근거에서 제외</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최종 답변에도 같은 코드가 없는지 검사</a:t>
            </a:r>
          </a:p>
        </p:txBody>
      </p:sp>
      <p:pic>
        <p:nvPicPr>
          <p:cNvPr id="28" name="">
            <a:extLst xmlns:a="http://schemas.openxmlformats.org/drawingml/2006/main">
              <a:ext uri="{FF2B5EF4-FFF2-40B4-BE49-F238E27FC236}">
                <a16:creationId xmlns:a16="http://schemas.microsoft.com/office/drawing/2014/main" id="{42CD3577-977F-4489-80AD-C5A87EF9B405}"/>
              </a:ext>
            </a:extLst>
          </p:cNvPr>
          <p:cNvPicPr>
            <a:picLocks xmlns:a="http://schemas.openxmlformats.org/drawingml/2006/main" noChangeAspect="1"/>
          </p:cNvPicPr>
          <p:nvPr/>
        </p:nvPicPr>
        <p:blipFill>
          <a:blip xmlns:r="http://schemas.openxmlformats.org/officeDocument/2006/relationships" xmlns:a="http://schemas.openxmlformats.org/drawingml/2006/main" r:embed="R032eef8f5ea14d5c"/>
          <a:srcRect xmlns:a="http://schemas.openxmlformats.org/drawingml/2006/main" l="0" t="0" r="0" b="42000"/>
          <a:stretch xmlns:a="http://schemas.openxmlformats.org/drawingml/2006/main"/>
        </p:blipFill>
        <p:spPr>
          <a:xfrm xmlns:a="http://schemas.openxmlformats.org/drawingml/2006/main">
            <a:off x="10191750" y="6048375"/>
            <a:ext cx="7048500" cy="2190750"/>
          </a:xfrm>
          <a:prstGeom xmlns:a="http://schemas.openxmlformats.org/drawingml/2006/main" prst="rect">
            <a:avLst/>
          </a:prstGeom>
        </p:spPr>
      </p:pic>
      <p:sp>
        <p:nvSpPr>
          <p:cNvPr id="29" name="총 3회 작성·검증 후에도 실패하면 제한된 안내 제공 · 실제 성공 사례 1건, 전체 ">
            <a:extLst xmlns:a="http://schemas.openxmlformats.org/drawingml/2006/main">
              <a:ext uri="{FF2B5EF4-FFF2-40B4-BE49-F238E27FC236}">
                <a16:creationId xmlns:a16="http://schemas.microsoft.com/office/drawing/2014/main" id="{8C58D629-4B50-4EC2-85E8-32EC768DAD9D}"/>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총 3회 작성·검증 후에도 실패하면 제한된 안내 제공 · 실제 성공 사례 1건, 전체 정확도 보장은 아님</a:t>
            </a:r>
          </a:p>
        </p:txBody>
      </p:sp>
    </p:spTree>
    <p:extLst>
      <p:ext uri="{BB962C8B-B14F-4D97-AF65-F5344CB8AC3E}">
        <p14:creationId xmlns:p14="http://schemas.microsoft.com/office/powerpoint/2010/main" val="1639852189"/>
      </p:ext>
    </p:extLst>
  </p:cSld>
</p:sld>
</file>

<file path=ppt/slides/slide14.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69e055111fea4647">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7ca334dff8254cfe">
            <a:extLst>
              <a:ext uri="{96DAC541-7B7A-43D3-8B79-37D633B846F1}">
                <asvg:svgBlip xmlns:asvg="http://schemas.microsoft.com/office/drawing/2016/SVG/main" r:embed="R441f6acf900a4179"/>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32883d697b694d77">
            <a:alphaModFix amt="75000"/>
            <a:extLst>
              <a:ext uri="{96DAC541-7B7A-43D3-8B79-37D633B846F1}">
                <asvg:svgBlip xmlns:asvg="http://schemas.microsoft.com/office/drawing/2016/SVG/main" r:embed="R7b077123acbb4348"/>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44b525bed3dd438e">
            <a:extLst>
              <a:ext uri="{96DAC541-7B7A-43D3-8B79-37D633B846F1}">
                <asvg:svgBlip xmlns:asvg="http://schemas.microsoft.com/office/drawing/2016/SVG/main" r:embed="Rc830efca9eab419b"/>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3c795610ccc54314">
            <a:extLst>
              <a:ext uri="{96DAC541-7B7A-43D3-8B79-37D633B846F1}">
                <asvg:svgBlip xmlns:asvg="http://schemas.microsoft.com/office/drawing/2016/SVG/main" r:embed="Rcc0d7bdf1a2145bb"/>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efee85d663524654">
            <a:extLst>
              <a:ext uri="{96DAC541-7B7A-43D3-8B79-37D633B846F1}">
                <asvg:svgBlip xmlns:asvg="http://schemas.microsoft.com/office/drawing/2016/SVG/main" r:embed="R2a3c820bea6746df"/>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1e8dfd689d144cc5"/>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6ae3044c13e24c1f">
            <a:extLst>
              <a:ext uri="{96DAC541-7B7A-43D3-8B79-37D633B846F1}">
                <asvg:svgBlip xmlns:asvg="http://schemas.microsoft.com/office/drawing/2016/SVG/main" r:embed="Re041af3d15b94c20"/>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b767953124de4156">
            <a:extLst>
              <a:ext uri="{96DAC541-7B7A-43D3-8B79-37D633B846F1}">
                <asvg:svgBlip xmlns:asvg="http://schemas.microsoft.com/office/drawing/2016/SVG/main" r:embed="R12c5d9bfc29d4735"/>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cfbd4e7d54344e9d">
            <a:extLst>
              <a:ext uri="{96DAC541-7B7A-43D3-8B79-37D633B846F1}">
                <asvg:svgBlip xmlns:asvg="http://schemas.microsoft.com/office/drawing/2016/SVG/main" r:embed="R736b6c7be38e4a11"/>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7bf2be08d09e40c3">
            <a:extLst>
              <a:ext uri="{96DAC541-7B7A-43D3-8B79-37D633B846F1}">
                <asvg:svgBlip xmlns:asvg="http://schemas.microsoft.com/office/drawing/2016/SVG/main" r:embed="R7d2744e165f34c42"/>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7bf2be08d09e40c3">
            <a:extLst>
              <a:ext uri="{96DAC541-7B7A-43D3-8B79-37D633B846F1}">
                <asvg:svgBlip xmlns:asvg="http://schemas.microsoft.com/office/drawing/2016/SVG/main" r:embed="R7d2744e165f34c42"/>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7bf2be08d09e40c3">
            <a:extLst>
              <a:ext uri="{96DAC541-7B7A-43D3-8B79-37D633B846F1}">
                <asvg:svgBlip xmlns:asvg="http://schemas.microsoft.com/office/drawing/2016/SVG/main" r:embed="R7d2744e165f34c42"/>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7bf2be08d09e40c3">
            <a:extLst>
              <a:ext uri="{96DAC541-7B7A-43D3-8B79-37D633B846F1}">
                <asvg:svgBlip xmlns:asvg="http://schemas.microsoft.com/office/drawing/2016/SVG/main" r:embed="R7d2744e165f34c42"/>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9f8b16a42e6a42d5">
            <a:extLst>
              <a:ext uri="{96DAC541-7B7A-43D3-8B79-37D633B846F1}">
                <asvg:svgBlip xmlns:asvg="http://schemas.microsoft.com/office/drawing/2016/SVG/main" r:embed="R85566a390f0e44e3"/>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F6CC5BF6-7B10-41AE-B077-0BD65675D9E9}"/>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4">
            <a:extLst xmlns:a="http://schemas.openxmlformats.org/drawingml/2006/main">
              <a:ext uri="{FF2B5EF4-FFF2-40B4-BE49-F238E27FC236}">
                <a16:creationId xmlns:a16="http://schemas.microsoft.com/office/drawing/2014/main" id="{5F0032F7-6888-4C2C-93E8-140A76F540BA}"/>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14</a:t>
            </a:r>
          </a:p>
        </p:txBody>
      </p:sp>
      <p:sp>
        <p:nvSpPr>
          <p:cNvPr id="20" name="6단계 | 관리자 문의 목록·상세 조회">
            <a:extLst xmlns:a="http://schemas.openxmlformats.org/drawingml/2006/main">
              <a:ext uri="{FF2B5EF4-FFF2-40B4-BE49-F238E27FC236}">
                <a16:creationId xmlns:a16="http://schemas.microsoft.com/office/drawing/2014/main" id="{95D931BA-9CEB-4986-9E11-870416C6D57D}"/>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6단계 | 관리자 문의 목록·상세 조회</a:t>
            </a:r>
          </a:p>
        </p:txBody>
      </p:sp>
      <p:pic>
        <p:nvPicPr>
          <p:cNvPr id="21" name="">
            <a:extLst xmlns:a="http://schemas.openxmlformats.org/drawingml/2006/main">
              <a:ext uri="{FF2B5EF4-FFF2-40B4-BE49-F238E27FC236}">
                <a16:creationId xmlns:a16="http://schemas.microsoft.com/office/drawing/2014/main" id="{4DDC59A3-C70F-4556-87C7-B0D57B93F4E3}"/>
              </a:ext>
            </a:extLst>
          </p:cNvPr>
          <p:cNvPicPr>
            <a:picLocks xmlns:a="http://schemas.openxmlformats.org/drawingml/2006/main" noChangeAspect="1"/>
          </p:cNvPicPr>
          <p:nvPr/>
        </p:nvPicPr>
        <p:blipFill>
          <a:blip xmlns:r="http://schemas.openxmlformats.org/officeDocument/2006/relationships" xmlns:a="http://schemas.openxmlformats.org/drawingml/2006/main" r:embed="R7cbbb8e44c4846ab"/>
          <a:stretch xmlns:a="http://schemas.openxmlformats.org/drawingml/2006/main"/>
        </p:blipFill>
        <p:spPr>
          <a:xfrm xmlns:a="http://schemas.openxmlformats.org/drawingml/2006/main">
            <a:off x="3106511" y="2876550"/>
            <a:ext cx="8360229" cy="6096000"/>
          </a:xfrm>
          <a:prstGeom xmlns:a="http://schemas.openxmlformats.org/drawingml/2006/main" prst="rect">
            <a:avLst/>
          </a:prstGeom>
        </p:spPr>
      </p:pic>
      <p:sp>
        <p:nvSpPr>
          <p:cNvPr id="22" name="기존">
            <a:extLst xmlns:a="http://schemas.openxmlformats.org/drawingml/2006/main">
              <a:ext uri="{FF2B5EF4-FFF2-40B4-BE49-F238E27FC236}">
                <a16:creationId xmlns:a16="http://schemas.microsoft.com/office/drawing/2014/main" id="{C8F4226E-73CE-4F27-866B-E1DF788DD33A}"/>
              </a:ext>
            </a:extLst>
          </p:cNvPr>
          <p:cNvSpPr>
            <a:spLocks xmlns:a="http://schemas.openxmlformats.org/drawingml/2006/main" noGrp="1"/>
          </p:cNvSpPr>
          <p:nvPr/>
        </p:nvSpPr>
        <p:spPr>
          <a:xfrm xmlns:a="http://schemas.openxmlformats.org/drawingml/2006/main">
            <a:off x="13049250" y="3057525"/>
            <a:ext cx="423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686868"/>
                </a:solidFill>
                <a:latin typeface="Pretendard"/>
                <a:ea typeface="Pretendard"/>
                <a:cs typeface="Pretendard"/>
              </a:defRPr>
            </a:defPPr>
            <a:lvl1pPr algn="l">
              <a:defRPr sz="2175" b="1">
                <a:solidFill>
                  <a:srgbClr val="686868"/>
                </a:solidFill>
                <a:latin typeface="Pretendard"/>
                <a:ea typeface="Pretendard"/>
                <a:cs typeface="Pretendard"/>
              </a:defRPr>
            </a:lvl1pPr>
            <a:lvl2pPr algn="l">
              <a:defRPr sz="2175" b="1">
                <a:solidFill>
                  <a:srgbClr val="686868"/>
                </a:solidFill>
                <a:latin typeface="Pretendard"/>
                <a:ea typeface="Pretendard"/>
                <a:cs typeface="Pretendard"/>
              </a:defRPr>
            </a:lvl2pPr>
            <a:lvl3pPr algn="l">
              <a:defRPr sz="2175" b="1">
                <a:solidFill>
                  <a:srgbClr val="686868"/>
                </a:solidFill>
                <a:latin typeface="Pretendard"/>
                <a:ea typeface="Pretendard"/>
                <a:cs typeface="Pretendard"/>
              </a:defRPr>
            </a:lvl3pPr>
            <a:lvl4pPr algn="l">
              <a:defRPr sz="2175" b="1">
                <a:solidFill>
                  <a:srgbClr val="686868"/>
                </a:solidFill>
                <a:latin typeface="Pretendard"/>
                <a:ea typeface="Pretendard"/>
                <a:cs typeface="Pretendard"/>
              </a:defRPr>
            </a:lvl4pPr>
            <a:lvl5pPr algn="l">
              <a:defRPr sz="2175" b="1">
                <a:solidFill>
                  <a:srgbClr val="686868"/>
                </a:solidFill>
                <a:latin typeface="Pretendard"/>
                <a:ea typeface="Pretendard"/>
                <a:cs typeface="Pretendard"/>
              </a:defRPr>
            </a:lvl5pPr>
            <a:lvl6pPr algn="l">
              <a:defRPr sz="2175" b="1">
                <a:solidFill>
                  <a:srgbClr val="686868"/>
                </a:solidFill>
                <a:latin typeface="Pretendard"/>
                <a:ea typeface="Pretendard"/>
                <a:cs typeface="Pretendard"/>
              </a:defRPr>
            </a:lvl6pPr>
            <a:lvl7pPr algn="l">
              <a:defRPr sz="2175" b="1">
                <a:solidFill>
                  <a:srgbClr val="686868"/>
                </a:solidFill>
                <a:latin typeface="Pretendard"/>
                <a:ea typeface="Pretendard"/>
                <a:cs typeface="Pretendard"/>
              </a:defRPr>
            </a:lvl7pPr>
            <a:lvl8pPr algn="l">
              <a:defRPr sz="2175" b="1">
                <a:solidFill>
                  <a:srgbClr val="686868"/>
                </a:solidFill>
                <a:latin typeface="Pretendard"/>
                <a:ea typeface="Pretendard"/>
                <a:cs typeface="Pretendard"/>
              </a:defRPr>
            </a:lvl8pPr>
            <a:lvl9pPr algn="l">
              <a:defRPr sz="2175" b="1">
                <a:solidFill>
                  <a:srgbClr val="686868"/>
                </a:solidFill>
                <a:latin typeface="Pretendard"/>
                <a:ea typeface="Pretendard"/>
                <a:cs typeface="Pretendard"/>
              </a:defRPr>
            </a:lvl9pPr>
          </a:lstStyle>
          <a:p xmlns:a="http://schemas.openxmlformats.org/drawingml/2006/main">
            <a:pPr algn="l">
              <a:defRPr sz="2175" b="1">
                <a:solidFill>
                  <a:srgbClr val="686868"/>
                </a:solidFill>
                <a:latin typeface="Pretendard"/>
                <a:ea typeface="Pretendard"/>
                <a:cs typeface="Pretendard"/>
              </a:defRPr>
            </a:pPr>
            <a:r>
              <a:rPr sz="2175" b="1">
                <a:solidFill>
                  <a:srgbClr val="686868"/>
                </a:solidFill>
                <a:latin typeface="Pretendard"/>
                <a:ea typeface="Pretendard"/>
                <a:cs typeface="Pretendard"/>
              </a:rPr>
              <a:t>기존</a:t>
            </a:r>
          </a:p>
        </p:txBody>
      </p:sp>
      <p:sp>
        <p:nvSpPr>
          <p:cNvPr id="23" name="문의별 관리 화면 없음">
            <a:extLst xmlns:a="http://schemas.openxmlformats.org/drawingml/2006/main">
              <a:ext uri="{FF2B5EF4-FFF2-40B4-BE49-F238E27FC236}">
                <a16:creationId xmlns:a16="http://schemas.microsoft.com/office/drawing/2014/main" id="{322E4641-7E14-4B2A-BE8D-C13ADAA9D855}"/>
              </a:ext>
            </a:extLst>
          </p:cNvPr>
          <p:cNvSpPr>
            <a:spLocks xmlns:a="http://schemas.openxmlformats.org/drawingml/2006/main" noGrp="1"/>
          </p:cNvSpPr>
          <p:nvPr/>
        </p:nvSpPr>
        <p:spPr>
          <a:xfrm xmlns:a="http://schemas.openxmlformats.org/drawingml/2006/main">
            <a:off x="13049250" y="3590925"/>
            <a:ext cx="4238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101010"/>
                </a:solidFill>
                <a:latin typeface="Pretendard"/>
                <a:ea typeface="Pretendard"/>
                <a:cs typeface="Pretendard"/>
              </a:defRPr>
            </a:defPPr>
            <a:lvl1pPr algn="l">
              <a:defRPr sz="2550" b="0">
                <a:solidFill>
                  <a:srgbClr val="101010"/>
                </a:solidFill>
                <a:latin typeface="Pretendard"/>
                <a:ea typeface="Pretendard"/>
                <a:cs typeface="Pretendard"/>
              </a:defRPr>
            </a:lvl1pPr>
            <a:lvl2pPr algn="l">
              <a:defRPr sz="2550" b="0">
                <a:solidFill>
                  <a:srgbClr val="101010"/>
                </a:solidFill>
                <a:latin typeface="Pretendard"/>
                <a:ea typeface="Pretendard"/>
                <a:cs typeface="Pretendard"/>
              </a:defRPr>
            </a:lvl2pPr>
            <a:lvl3pPr algn="l">
              <a:defRPr sz="2550" b="0">
                <a:solidFill>
                  <a:srgbClr val="101010"/>
                </a:solidFill>
                <a:latin typeface="Pretendard"/>
                <a:ea typeface="Pretendard"/>
                <a:cs typeface="Pretendard"/>
              </a:defRPr>
            </a:lvl3pPr>
            <a:lvl4pPr algn="l">
              <a:defRPr sz="2550" b="0">
                <a:solidFill>
                  <a:srgbClr val="101010"/>
                </a:solidFill>
                <a:latin typeface="Pretendard"/>
                <a:ea typeface="Pretendard"/>
                <a:cs typeface="Pretendard"/>
              </a:defRPr>
            </a:lvl4pPr>
            <a:lvl5pPr algn="l">
              <a:defRPr sz="2550" b="0">
                <a:solidFill>
                  <a:srgbClr val="101010"/>
                </a:solidFill>
                <a:latin typeface="Pretendard"/>
                <a:ea typeface="Pretendard"/>
                <a:cs typeface="Pretendard"/>
              </a:defRPr>
            </a:lvl5pPr>
            <a:lvl6pPr algn="l">
              <a:defRPr sz="2550" b="0">
                <a:solidFill>
                  <a:srgbClr val="101010"/>
                </a:solidFill>
                <a:latin typeface="Pretendard"/>
                <a:ea typeface="Pretendard"/>
                <a:cs typeface="Pretendard"/>
              </a:defRPr>
            </a:lvl6pPr>
            <a:lvl7pPr algn="l">
              <a:defRPr sz="2550" b="0">
                <a:solidFill>
                  <a:srgbClr val="101010"/>
                </a:solidFill>
                <a:latin typeface="Pretendard"/>
                <a:ea typeface="Pretendard"/>
                <a:cs typeface="Pretendard"/>
              </a:defRPr>
            </a:lvl7pPr>
            <a:lvl8pPr algn="l">
              <a:defRPr sz="2550" b="0">
                <a:solidFill>
                  <a:srgbClr val="101010"/>
                </a:solidFill>
                <a:latin typeface="Pretendard"/>
                <a:ea typeface="Pretendard"/>
                <a:cs typeface="Pretendard"/>
              </a:defRPr>
            </a:lvl8pPr>
            <a:lvl9pPr algn="l">
              <a:defRPr sz="2550" b="0">
                <a:solidFill>
                  <a:srgbClr val="101010"/>
                </a:solidFill>
                <a:latin typeface="Pretendard"/>
                <a:ea typeface="Pretendard"/>
                <a:cs typeface="Pretendard"/>
              </a:defRPr>
            </a:lvl9pPr>
          </a:lstStyle>
          <a:p xmlns:a="http://schemas.openxmlformats.org/drawingml/2006/main">
            <a:pPr algn="l">
              <a:defRPr sz="2550" b="0">
                <a:solidFill>
                  <a:srgbClr val="101010"/>
                </a:solidFill>
                <a:latin typeface="Pretendard"/>
                <a:ea typeface="Pretendard"/>
                <a:cs typeface="Pretendard"/>
              </a:defRPr>
            </a:pPr>
            <a:r>
              <a:rPr sz="2550" b="0">
                <a:solidFill>
                  <a:srgbClr val="101010"/>
                </a:solidFill>
                <a:latin typeface="Pretendard"/>
                <a:ea typeface="Pretendard"/>
                <a:cs typeface="Pretendard"/>
              </a:rPr>
              <a:t>문의별 관리 화면 없음</a:t>
            </a:r>
          </a:p>
        </p:txBody>
      </p:sp>
      <p:sp>
        <p:nvSpPr>
          <p:cNvPr id="24" name="개선">
            <a:extLst xmlns:a="http://schemas.openxmlformats.org/drawingml/2006/main">
              <a:ext uri="{FF2B5EF4-FFF2-40B4-BE49-F238E27FC236}">
                <a16:creationId xmlns:a16="http://schemas.microsoft.com/office/drawing/2014/main" id="{1FF6A63D-C89A-4D44-9354-426111CDF003}"/>
              </a:ext>
            </a:extLst>
          </p:cNvPr>
          <p:cNvSpPr>
            <a:spLocks xmlns:a="http://schemas.openxmlformats.org/drawingml/2006/main" noGrp="1"/>
          </p:cNvSpPr>
          <p:nvPr/>
        </p:nvSpPr>
        <p:spPr>
          <a:xfrm xmlns:a="http://schemas.openxmlformats.org/drawingml/2006/main">
            <a:off x="13049250" y="4857750"/>
            <a:ext cx="423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75BEA"/>
                </a:solidFill>
                <a:latin typeface="Pretendard"/>
                <a:ea typeface="Pretendard"/>
                <a:cs typeface="Pretendard"/>
              </a:defRPr>
            </a:defPPr>
            <a:lvl1pPr algn="l">
              <a:defRPr sz="2175" b="1">
                <a:solidFill>
                  <a:srgbClr val="075BEA"/>
                </a:solidFill>
                <a:latin typeface="Pretendard"/>
                <a:ea typeface="Pretendard"/>
                <a:cs typeface="Pretendard"/>
              </a:defRPr>
            </a:lvl1pPr>
            <a:lvl2pPr algn="l">
              <a:defRPr sz="2175" b="1">
                <a:solidFill>
                  <a:srgbClr val="075BEA"/>
                </a:solidFill>
                <a:latin typeface="Pretendard"/>
                <a:ea typeface="Pretendard"/>
                <a:cs typeface="Pretendard"/>
              </a:defRPr>
            </a:lvl2pPr>
            <a:lvl3pPr algn="l">
              <a:defRPr sz="2175" b="1">
                <a:solidFill>
                  <a:srgbClr val="075BEA"/>
                </a:solidFill>
                <a:latin typeface="Pretendard"/>
                <a:ea typeface="Pretendard"/>
                <a:cs typeface="Pretendard"/>
              </a:defRPr>
            </a:lvl3pPr>
            <a:lvl4pPr algn="l">
              <a:defRPr sz="2175" b="1">
                <a:solidFill>
                  <a:srgbClr val="075BEA"/>
                </a:solidFill>
                <a:latin typeface="Pretendard"/>
                <a:ea typeface="Pretendard"/>
                <a:cs typeface="Pretendard"/>
              </a:defRPr>
            </a:lvl4pPr>
            <a:lvl5pPr algn="l">
              <a:defRPr sz="2175" b="1">
                <a:solidFill>
                  <a:srgbClr val="075BEA"/>
                </a:solidFill>
                <a:latin typeface="Pretendard"/>
                <a:ea typeface="Pretendard"/>
                <a:cs typeface="Pretendard"/>
              </a:defRPr>
            </a:lvl5pPr>
            <a:lvl6pPr algn="l">
              <a:defRPr sz="2175" b="1">
                <a:solidFill>
                  <a:srgbClr val="075BEA"/>
                </a:solidFill>
                <a:latin typeface="Pretendard"/>
                <a:ea typeface="Pretendard"/>
                <a:cs typeface="Pretendard"/>
              </a:defRPr>
            </a:lvl6pPr>
            <a:lvl7pPr algn="l">
              <a:defRPr sz="2175" b="1">
                <a:solidFill>
                  <a:srgbClr val="075BEA"/>
                </a:solidFill>
                <a:latin typeface="Pretendard"/>
                <a:ea typeface="Pretendard"/>
                <a:cs typeface="Pretendard"/>
              </a:defRPr>
            </a:lvl7pPr>
            <a:lvl8pPr algn="l">
              <a:defRPr sz="2175" b="1">
                <a:solidFill>
                  <a:srgbClr val="075BEA"/>
                </a:solidFill>
                <a:latin typeface="Pretendard"/>
                <a:ea typeface="Pretendard"/>
                <a:cs typeface="Pretendard"/>
              </a:defRPr>
            </a:lvl8pPr>
            <a:lvl9pPr algn="l">
              <a:defRPr sz="2175" b="1">
                <a:solidFill>
                  <a:srgbClr val="075BEA"/>
                </a:solidFill>
                <a:latin typeface="Pretendard"/>
                <a:ea typeface="Pretendard"/>
                <a:cs typeface="Pretendard"/>
              </a:defRPr>
            </a:lvl9pPr>
          </a:lstStyle>
          <a:p xmlns:a="http://schemas.openxmlformats.org/drawingml/2006/main">
            <a:pPr algn="l">
              <a:defRPr sz="2175" b="1">
                <a:solidFill>
                  <a:srgbClr val="075BEA"/>
                </a:solidFill>
                <a:latin typeface="Pretendard"/>
                <a:ea typeface="Pretendard"/>
                <a:cs typeface="Pretendard"/>
              </a:defRPr>
            </a:pPr>
            <a:r>
              <a:rPr sz="2175" b="1">
                <a:solidFill>
                  <a:srgbClr val="075BEA"/>
                </a:solidFill>
                <a:latin typeface="Pretendard"/>
                <a:ea typeface="Pretendard"/>
                <a:cs typeface="Pretendard"/>
              </a:rPr>
              <a:t>개선</a:t>
            </a:r>
          </a:p>
        </p:txBody>
      </p:sp>
      <p:sp>
        <p:nvSpPr>
          <p:cNvPr id="25" name="상태별 조회·서비스명 확인&#10;원문과 정리된 정보 확인&#10;샘플 점검·문서 근거 확인&#10;실행 추">
            <a:extLst xmlns:a="http://schemas.openxmlformats.org/drawingml/2006/main">
              <a:ext uri="{FF2B5EF4-FFF2-40B4-BE49-F238E27FC236}">
                <a16:creationId xmlns:a16="http://schemas.microsoft.com/office/drawing/2014/main" id="{7A43363C-7114-4512-8465-6D5559D183C8}"/>
              </a:ext>
            </a:extLst>
          </p:cNvPr>
          <p:cNvSpPr>
            <a:spLocks xmlns:a="http://schemas.openxmlformats.org/drawingml/2006/main" noGrp="1"/>
          </p:cNvSpPr>
          <p:nvPr/>
        </p:nvSpPr>
        <p:spPr>
          <a:xfrm xmlns:a="http://schemas.openxmlformats.org/drawingml/2006/main">
            <a:off x="13049250" y="5429250"/>
            <a:ext cx="4238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101010"/>
                </a:solidFill>
                <a:latin typeface="Pretendard"/>
                <a:ea typeface="Pretendard"/>
                <a:cs typeface="Pretendard"/>
              </a:defRPr>
            </a:defPPr>
            <a:lvl1pPr algn="l">
              <a:defRPr sz="2400" b="1">
                <a:solidFill>
                  <a:srgbClr val="101010"/>
                </a:solidFill>
                <a:latin typeface="Pretendard"/>
                <a:ea typeface="Pretendard"/>
                <a:cs typeface="Pretendard"/>
              </a:defRPr>
            </a:lvl1pPr>
            <a:lvl2pPr algn="l">
              <a:defRPr sz="2400" b="1">
                <a:solidFill>
                  <a:srgbClr val="101010"/>
                </a:solidFill>
                <a:latin typeface="Pretendard"/>
                <a:ea typeface="Pretendard"/>
                <a:cs typeface="Pretendard"/>
              </a:defRPr>
            </a:lvl2pPr>
            <a:lvl3pPr algn="l">
              <a:defRPr sz="2400" b="1">
                <a:solidFill>
                  <a:srgbClr val="101010"/>
                </a:solidFill>
                <a:latin typeface="Pretendard"/>
                <a:ea typeface="Pretendard"/>
                <a:cs typeface="Pretendard"/>
              </a:defRPr>
            </a:lvl3pPr>
            <a:lvl4pPr algn="l">
              <a:defRPr sz="2400" b="1">
                <a:solidFill>
                  <a:srgbClr val="101010"/>
                </a:solidFill>
                <a:latin typeface="Pretendard"/>
                <a:ea typeface="Pretendard"/>
                <a:cs typeface="Pretendard"/>
              </a:defRPr>
            </a:lvl4pPr>
            <a:lvl5pPr algn="l">
              <a:defRPr sz="2400" b="1">
                <a:solidFill>
                  <a:srgbClr val="101010"/>
                </a:solidFill>
                <a:latin typeface="Pretendard"/>
                <a:ea typeface="Pretendard"/>
                <a:cs typeface="Pretendard"/>
              </a:defRPr>
            </a:lvl5pPr>
            <a:lvl6pPr algn="l">
              <a:defRPr sz="2400" b="1">
                <a:solidFill>
                  <a:srgbClr val="101010"/>
                </a:solidFill>
                <a:latin typeface="Pretendard"/>
                <a:ea typeface="Pretendard"/>
                <a:cs typeface="Pretendard"/>
              </a:defRPr>
            </a:lvl6pPr>
            <a:lvl7pPr algn="l">
              <a:defRPr sz="2400" b="1">
                <a:solidFill>
                  <a:srgbClr val="101010"/>
                </a:solidFill>
                <a:latin typeface="Pretendard"/>
                <a:ea typeface="Pretendard"/>
                <a:cs typeface="Pretendard"/>
              </a:defRPr>
            </a:lvl7pPr>
            <a:lvl8pPr algn="l">
              <a:defRPr sz="2400" b="1">
                <a:solidFill>
                  <a:srgbClr val="101010"/>
                </a:solidFill>
                <a:latin typeface="Pretendard"/>
                <a:ea typeface="Pretendard"/>
                <a:cs typeface="Pretendard"/>
              </a:defRPr>
            </a:lvl8pPr>
            <a:lvl9pPr algn="l">
              <a:defRPr sz="2400" b="1">
                <a:solidFill>
                  <a:srgbClr val="101010"/>
                </a:solidFill>
                <a:latin typeface="Pretendard"/>
                <a:ea typeface="Pretendard"/>
                <a:cs typeface="Pretendard"/>
              </a:defRPr>
            </a:lvl9pPr>
          </a:lstStyle>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상태별 조회·서비스명 확인</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원문과 정리된 정보 확인</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샘플 점검·문서 근거 확인</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실행 추적과 검증 결과 확인</a:t>
            </a:r>
          </a:p>
        </p:txBody>
      </p:sp>
      <p:sp>
        <p:nvSpPr>
          <p:cNvPr id="26" name="조회 시 AI를 다시 호출하지 않음">
            <a:extLst xmlns:a="http://schemas.openxmlformats.org/drawingml/2006/main">
              <a:ext uri="{FF2B5EF4-FFF2-40B4-BE49-F238E27FC236}">
                <a16:creationId xmlns:a16="http://schemas.microsoft.com/office/drawing/2014/main" id="{576750F4-6484-4D34-9143-544D9943F8C4}"/>
              </a:ext>
            </a:extLst>
          </p:cNvPr>
          <p:cNvSpPr>
            <a:spLocks xmlns:a="http://schemas.openxmlformats.org/drawingml/2006/main" noGrp="1"/>
          </p:cNvSpPr>
          <p:nvPr/>
        </p:nvSpPr>
        <p:spPr>
          <a:xfrm xmlns:a="http://schemas.openxmlformats.org/drawingml/2006/main">
            <a:off x="13049250" y="8258175"/>
            <a:ext cx="4238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75BEA"/>
                </a:solidFill>
                <a:latin typeface="Pretendard"/>
                <a:ea typeface="Pretendard"/>
                <a:cs typeface="Pretendard"/>
              </a:defRPr>
            </a:defPPr>
            <a:lvl1pPr algn="l">
              <a:defRPr sz="2100" b="1">
                <a:solidFill>
                  <a:srgbClr val="075BEA"/>
                </a:solidFill>
                <a:latin typeface="Pretendard"/>
                <a:ea typeface="Pretendard"/>
                <a:cs typeface="Pretendard"/>
              </a:defRPr>
            </a:lvl1pPr>
            <a:lvl2pPr algn="l">
              <a:defRPr sz="2100" b="1">
                <a:solidFill>
                  <a:srgbClr val="075BEA"/>
                </a:solidFill>
                <a:latin typeface="Pretendard"/>
                <a:ea typeface="Pretendard"/>
                <a:cs typeface="Pretendard"/>
              </a:defRPr>
            </a:lvl2pPr>
            <a:lvl3pPr algn="l">
              <a:defRPr sz="2100" b="1">
                <a:solidFill>
                  <a:srgbClr val="075BEA"/>
                </a:solidFill>
                <a:latin typeface="Pretendard"/>
                <a:ea typeface="Pretendard"/>
                <a:cs typeface="Pretendard"/>
              </a:defRPr>
            </a:lvl3pPr>
            <a:lvl4pPr algn="l">
              <a:defRPr sz="2100" b="1">
                <a:solidFill>
                  <a:srgbClr val="075BEA"/>
                </a:solidFill>
                <a:latin typeface="Pretendard"/>
                <a:ea typeface="Pretendard"/>
                <a:cs typeface="Pretendard"/>
              </a:defRPr>
            </a:lvl4pPr>
            <a:lvl5pPr algn="l">
              <a:defRPr sz="2100" b="1">
                <a:solidFill>
                  <a:srgbClr val="075BEA"/>
                </a:solidFill>
                <a:latin typeface="Pretendard"/>
                <a:ea typeface="Pretendard"/>
                <a:cs typeface="Pretendard"/>
              </a:defRPr>
            </a:lvl5pPr>
            <a:lvl6pPr algn="l">
              <a:defRPr sz="2100" b="1">
                <a:solidFill>
                  <a:srgbClr val="075BEA"/>
                </a:solidFill>
                <a:latin typeface="Pretendard"/>
                <a:ea typeface="Pretendard"/>
                <a:cs typeface="Pretendard"/>
              </a:defRPr>
            </a:lvl6pPr>
            <a:lvl7pPr algn="l">
              <a:defRPr sz="2100" b="1">
                <a:solidFill>
                  <a:srgbClr val="075BEA"/>
                </a:solidFill>
                <a:latin typeface="Pretendard"/>
                <a:ea typeface="Pretendard"/>
                <a:cs typeface="Pretendard"/>
              </a:defRPr>
            </a:lvl7pPr>
            <a:lvl8pPr algn="l">
              <a:defRPr sz="2100" b="1">
                <a:solidFill>
                  <a:srgbClr val="075BEA"/>
                </a:solidFill>
                <a:latin typeface="Pretendard"/>
                <a:ea typeface="Pretendard"/>
                <a:cs typeface="Pretendard"/>
              </a:defRPr>
            </a:lvl8pPr>
            <a:lvl9pPr algn="l">
              <a:defRPr sz="2100" b="1">
                <a:solidFill>
                  <a:srgbClr val="075BEA"/>
                </a:solidFill>
                <a:latin typeface="Pretendard"/>
                <a:ea typeface="Pretendard"/>
                <a:cs typeface="Pretendard"/>
              </a:defRPr>
            </a:lvl9pPr>
          </a:lstStyle>
          <a:p xmlns:a="http://schemas.openxmlformats.org/drawingml/2006/main">
            <a:pPr algn="l">
              <a:defRPr sz="2100" b="1">
                <a:solidFill>
                  <a:srgbClr val="075BEA"/>
                </a:solidFill>
                <a:latin typeface="Pretendard"/>
                <a:ea typeface="Pretendard"/>
                <a:cs typeface="Pretendard"/>
              </a:defRPr>
            </a:pPr>
            <a:r>
              <a:rPr sz="2100" b="1">
                <a:solidFill>
                  <a:srgbClr val="075BEA"/>
                </a:solidFill>
                <a:latin typeface="Pretendard"/>
                <a:ea typeface="Pretendard"/>
                <a:cs typeface="Pretendard"/>
              </a:rPr>
              <a:t>조회 시 AI를 다시 호출하지 않음</a:t>
            </a:r>
          </a:p>
        </p:txBody>
      </p:sp>
      <p:sp>
        <p:nvSpPr>
          <p:cNvPr id="27" name="적용 기술: FastAPI · SQLite · Vue · LangSmith   |   ">
            <a:extLst xmlns:a="http://schemas.openxmlformats.org/drawingml/2006/main">
              <a:ext uri="{FF2B5EF4-FFF2-40B4-BE49-F238E27FC236}">
                <a16:creationId xmlns:a16="http://schemas.microsoft.com/office/drawing/2014/main" id="{A9290EDE-65D5-4F9B-9F3C-40C7F83546AA}"/>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적용 기술: FastAPI · SQLite · Vue · LangSmith   |   completed는 답변 처리 완료, 장애 해결 상태가 아님</a:t>
            </a:r>
          </a:p>
        </p:txBody>
      </p:sp>
    </p:spTree>
    <p:extLst>
      <p:ext uri="{BB962C8B-B14F-4D97-AF65-F5344CB8AC3E}">
        <p14:creationId xmlns:p14="http://schemas.microsoft.com/office/powerpoint/2010/main" val="1639852189"/>
      </p:ext>
    </p:extLst>
  </p:cSld>
</p:sld>
</file>

<file path=ppt/slides/slide15.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8f1a257f06624867">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42d607e59e1a42e9">
            <a:extLst>
              <a:ext uri="{96DAC541-7B7A-43D3-8B79-37D633B846F1}">
                <asvg:svgBlip xmlns:asvg="http://schemas.microsoft.com/office/drawing/2016/SVG/main" r:embed="Rc03f62839a804a53"/>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7e7ba9f645c043a4">
            <a:alphaModFix amt="75000"/>
            <a:extLst>
              <a:ext uri="{96DAC541-7B7A-43D3-8B79-37D633B846F1}">
                <asvg:svgBlip xmlns:asvg="http://schemas.microsoft.com/office/drawing/2016/SVG/main" r:embed="R53b00504cdbc4e80"/>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eaafb9bc8239452a">
            <a:extLst>
              <a:ext uri="{96DAC541-7B7A-43D3-8B79-37D633B846F1}">
                <asvg:svgBlip xmlns:asvg="http://schemas.microsoft.com/office/drawing/2016/SVG/main" r:embed="R380cf2a9e1714c10"/>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7461ce288d354b2b">
            <a:extLst>
              <a:ext uri="{96DAC541-7B7A-43D3-8B79-37D633B846F1}">
                <asvg:svgBlip xmlns:asvg="http://schemas.microsoft.com/office/drawing/2016/SVG/main" r:embed="R4f6af1bc1232435e"/>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70d58a6d493044d2">
            <a:extLst>
              <a:ext uri="{96DAC541-7B7A-43D3-8B79-37D633B846F1}">
                <asvg:svgBlip xmlns:asvg="http://schemas.microsoft.com/office/drawing/2016/SVG/main" r:embed="R80e9be6022b647a2"/>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66752ad65a534faf"/>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8656ba127c5c4864">
            <a:extLst>
              <a:ext uri="{96DAC541-7B7A-43D3-8B79-37D633B846F1}">
                <asvg:svgBlip xmlns:asvg="http://schemas.microsoft.com/office/drawing/2016/SVG/main" r:embed="Re3957f75efe8464e"/>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1a0ac02f63b34517">
            <a:extLst>
              <a:ext uri="{96DAC541-7B7A-43D3-8B79-37D633B846F1}">
                <asvg:svgBlip xmlns:asvg="http://schemas.microsoft.com/office/drawing/2016/SVG/main" r:embed="Rdcf93ca5f52f483f"/>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7f5e3aaec3fb4475">
            <a:extLst>
              <a:ext uri="{96DAC541-7B7A-43D3-8B79-37D633B846F1}">
                <asvg:svgBlip xmlns:asvg="http://schemas.microsoft.com/office/drawing/2016/SVG/main" r:embed="Re887b8d585c94260"/>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e52b4c8e431441a3">
            <a:extLst>
              <a:ext uri="{96DAC541-7B7A-43D3-8B79-37D633B846F1}">
                <asvg:svgBlip xmlns:asvg="http://schemas.microsoft.com/office/drawing/2016/SVG/main" r:embed="Rb2065055c5154c3e"/>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e52b4c8e431441a3">
            <a:extLst>
              <a:ext uri="{96DAC541-7B7A-43D3-8B79-37D633B846F1}">
                <asvg:svgBlip xmlns:asvg="http://schemas.microsoft.com/office/drawing/2016/SVG/main" r:embed="Rb2065055c5154c3e"/>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e52b4c8e431441a3">
            <a:extLst>
              <a:ext uri="{96DAC541-7B7A-43D3-8B79-37D633B846F1}">
                <asvg:svgBlip xmlns:asvg="http://schemas.microsoft.com/office/drawing/2016/SVG/main" r:embed="Rb2065055c5154c3e"/>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e52b4c8e431441a3">
            <a:extLst>
              <a:ext uri="{96DAC541-7B7A-43D3-8B79-37D633B846F1}">
                <asvg:svgBlip xmlns:asvg="http://schemas.microsoft.com/office/drawing/2016/SVG/main" r:embed="Rb2065055c5154c3e"/>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8437965b905c4af5">
            <a:extLst>
              <a:ext uri="{96DAC541-7B7A-43D3-8B79-37D633B846F1}">
                <asvg:svgBlip xmlns:asvg="http://schemas.microsoft.com/office/drawing/2016/SVG/main" r:embed="R5a9d65b390f5444c"/>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20AE837F-3199-4C95-933E-0224C5A28023}"/>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5">
            <a:extLst xmlns:a="http://schemas.openxmlformats.org/drawingml/2006/main">
              <a:ext uri="{FF2B5EF4-FFF2-40B4-BE49-F238E27FC236}">
                <a16:creationId xmlns:a16="http://schemas.microsoft.com/office/drawing/2014/main" id="{C65F43EF-C4A0-4CF2-AEB5-E144FC456957}"/>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15</a:t>
            </a:r>
          </a:p>
        </p:txBody>
      </p:sp>
      <p:sp>
        <p:nvSpPr>
          <p:cNvPr id="20" name="7단계 | 임베딩 선택과 모듈 확장">
            <a:extLst xmlns:a="http://schemas.openxmlformats.org/drawingml/2006/main">
              <a:ext uri="{FF2B5EF4-FFF2-40B4-BE49-F238E27FC236}">
                <a16:creationId xmlns:a16="http://schemas.microsoft.com/office/drawing/2014/main" id="{00EB8CC8-7771-4B2C-835B-61507F256C2E}"/>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7단계 | 임베딩 선택과 모듈 확장</a:t>
            </a:r>
          </a:p>
        </p:txBody>
      </p:sp>
      <p:graphicFrame>
        <p:nvGraphicFramePr>
          <p:cNvPr id="21" name="">
            <a:extLst xmlns:a="http://schemas.openxmlformats.org/drawingml/2006/main">
              <a:ext uri="{FF2B5EF4-FFF2-40B4-BE49-F238E27FC236}">
                <a16:creationId xmlns:a16="http://schemas.microsoft.com/office/drawing/2014/main" id="{37B63D55-CAFF-4886-A310-C668A03321F8}"/>
              </a:ext>
            </a:extLst>
          </p:cNvPr>
          <p:cNvGraphicFramePr/>
          <p:nvPr/>
        </p:nvGraphicFramePr>
        <p:xfrm>
          <a:off xmlns:a="http://schemas.openxmlformats.org/drawingml/2006/main" x="2095500" y="2876550"/>
          <a:ext xmlns:a="http://schemas.openxmlformats.org/drawingml/2006/main" cx="15478125" cy="4048125"/>
        </p:xfrm>
        <a:graphic xmlns:a="http://schemas.openxmlformats.org/drawingml/2006/main">
          <a:graphicData uri="http://schemas.openxmlformats.org/drawingml/2006/table">
            <a:tbl>
              <a:tblPr/>
              <a:tblGrid>
                <a:gridCol w="2952750"/>
                <a:gridCol w="6334125"/>
                <a:gridCol w="6191250"/>
              </a:tblGrid>
              <a:tr h="809625">
                <a:tc>
                  <a:txBody>
                    <a:bodyPr/>
                    <a:lstStyle/>
                    <a:p>
                      <a:r>
                        <a:rPr sz="2175" b="1">
                          <a:solidFill>
                            <a:srgbClr val="FFFFFF"/>
                          </a:solidFill>
                          <a:latin typeface="Pretendard"/>
                          <a:ea typeface="Pretendard"/>
                          <a:cs typeface="Pretendard"/>
                        </a:rPr>
                        <a:t>역할</a:t>
                      </a:r>
                    </a:p>
                  </a:txBody>
                  <a:tcPr marL="190500" marR="152400" marT="152400" marB="114300">
                    <a:lnL w="11430">
                      <a:solidFill>
                        <a:srgbClr val="D2D6DF"/>
                      </a:solidFill>
                      <a:prstDash val="solid"/>
                    </a:lnL>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175" b="1">
                          <a:solidFill>
                            <a:srgbClr val="FFFFFF"/>
                          </a:solidFill>
                          <a:latin typeface="Pretendard"/>
                          <a:ea typeface="Pretendard"/>
                          <a:cs typeface="Pretendard"/>
                        </a:rPr>
                        <a:t>분리한 모듈</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175" b="1">
                          <a:solidFill>
                            <a:srgbClr val="FFFFFF"/>
                          </a:solidFill>
                          <a:latin typeface="Pretendard"/>
                          <a:ea typeface="Pretendard"/>
                          <a:cs typeface="Pretendard"/>
                        </a:rPr>
                        <a:t>교체·검증 방식</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r>
              <a:tr h="809625">
                <a:tc>
                  <a:txBody>
                    <a:bodyPr/>
                    <a:lstStyle/>
                    <a:p>
                      <a:r>
                        <a:rPr sz="2175">
                          <a:solidFill>
                            <a:srgbClr val="101010"/>
                          </a:solidFill>
                          <a:latin typeface="Pretendard"/>
                          <a:ea typeface="Pretendard"/>
                          <a:cs typeface="Pretendard"/>
                        </a:rPr>
                        <a:t>문의 접수·보존</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chat_service · inquiry_store</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요청·접수 상태와 DB 책임 분리</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809625">
                <a:tc>
                  <a:txBody>
                    <a:bodyPr/>
                    <a:lstStyle/>
                    <a:p>
                      <a:r>
                        <a:rPr sz="2175">
                          <a:solidFill>
                            <a:srgbClr val="101010"/>
                          </a:solidFill>
                          <a:latin typeface="Pretendard"/>
                          <a:ea typeface="Pretendard"/>
                          <a:cs typeface="Pretendard"/>
                        </a:rPr>
                        <a:t>문의 정보 정리</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intake · intake_llm</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모델 출력과 원문 근거 검사 분리</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809625">
                <a:tc>
                  <a:txBody>
                    <a:bodyPr/>
                    <a:lstStyle/>
                    <a:p>
                      <a:r>
                        <a:rPr sz="2175">
                          <a:solidFill>
                            <a:srgbClr val="101010"/>
                          </a:solidFill>
                          <a:latin typeface="Pretendard"/>
                          <a:ea typeface="Pretendard"/>
                          <a:cs typeface="Pretendard"/>
                        </a:rPr>
                        <a:t>문서 검색</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embeddings · retrieval</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Ollama / OpenAI 공급자 선택</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809625">
                <a:tc>
                  <a:txBody>
                    <a:bodyPr/>
                    <a:lstStyle/>
                    <a:p>
                      <a:r>
                        <a:rPr sz="2175">
                          <a:solidFill>
                            <a:srgbClr val="101010"/>
                          </a:solidFill>
                          <a:latin typeface="Pretendard"/>
                          <a:ea typeface="Pretendard"/>
                          <a:cs typeface="Pretendard"/>
                        </a:rPr>
                        <a:t>답변 검증</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answer_*: generation · validation · grounding</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75">
                          <a:solidFill>
                            <a:srgbClr val="101010"/>
                          </a:solidFill>
                          <a:latin typeface="Pretendard"/>
                          <a:ea typeface="Pretendard"/>
                          <a:cs typeface="Pretendard"/>
                        </a:rPr>
                        <a:t>생성·근거 검사·문서 적용 분리</a:t>
                      </a:r>
                    </a:p>
                  </a:txBody>
                  <a:tcPr marL="190500" marR="152400" marT="152400" marB="114300">
                    <a:lnR w="11430">
                      <a:solidFill>
                        <a:srgbClr val="D2D6DF"/>
                      </a:solidFill>
                      <a:prstDash val="solid"/>
                    </a:lnR>
                    <a:lnB w="11430">
                      <a:solidFill>
                        <a:srgbClr val="D2D6DF"/>
                      </a:solidFill>
                      <a:prstDash val="solid"/>
                    </a:lnB>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4742281E-838B-4632-9450-F5F55AB23D09}"/>
              </a:ext>
            </a:extLst>
          </p:cNvPr>
          <p:cNvSpPr>
            <a:spLocks xmlns:a="http://schemas.openxmlformats.org/drawingml/2006/main" noGrp="1"/>
          </p:cNvSpPr>
          <p:nvPr/>
        </p:nvSpPr>
        <p:spPr>
          <a:xfrm xmlns:a="http://schemas.openxmlformats.org/drawingml/2006/main">
            <a:off x="2095500" y="7296150"/>
            <a:ext cx="8810625" cy="1609725"/>
          </a:xfrm>
          <a:prstGeom xmlns:a="http://schemas.openxmlformats.org/drawingml/2006/main" prst="roundRect">
            <a:avLst>
              <a:gd name="adj" fmla="val 11834"/>
            </a:avLst>
          </a:prstGeom>
          <a:solidFill xmlns:a="http://schemas.openxmlformats.org/drawingml/2006/main">
            <a:srgbClr val="202127"/>
          </a:solidFill>
          <a:ln xmlns:a="http://schemas.openxmlformats.org/drawingml/2006/main" w="10478">
            <a:solidFill>
              <a:srgbClr val="202127"/>
            </a:solidFill>
          </a:ln>
        </p:spPr>
      </p:sp>
      <p:sp>
        <p:nvSpPr>
          <p:cNvPr id="23" name="deps = SupervisorDeps(&#10;    fast_llm=fast_llm, qu">
            <a:extLst xmlns:a="http://schemas.openxmlformats.org/drawingml/2006/main">
              <a:ext uri="{FF2B5EF4-FFF2-40B4-BE49-F238E27FC236}">
                <a16:creationId xmlns:a16="http://schemas.microsoft.com/office/drawing/2014/main" id="{33932D5F-06C2-4D60-8543-D2CD619660A2}"/>
              </a:ext>
            </a:extLst>
          </p:cNvPr>
          <p:cNvSpPr>
            <a:spLocks xmlns:a="http://schemas.openxmlformats.org/drawingml/2006/main" noGrp="1"/>
          </p:cNvSpPr>
          <p:nvPr/>
        </p:nvSpPr>
        <p:spPr>
          <a:xfrm xmlns:a="http://schemas.openxmlformats.org/drawingml/2006/main">
            <a:off x="2305050" y="7467600"/>
            <a:ext cx="83915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D9EBFD"/>
                </a:solidFill>
                <a:latin typeface="Pretendard"/>
                <a:ea typeface="Pretendard"/>
                <a:cs typeface="Pretendard"/>
              </a:defRPr>
            </a:defPPr>
            <a:lvl1pPr algn="l">
              <a:defRPr sz="1800" b="0">
                <a:solidFill>
                  <a:srgbClr val="D9EBFD"/>
                </a:solidFill>
                <a:latin typeface="Pretendard"/>
                <a:ea typeface="Pretendard"/>
                <a:cs typeface="Pretendard"/>
              </a:defRPr>
            </a:lvl1pPr>
            <a:lvl2pPr algn="l">
              <a:defRPr sz="1800" b="0">
                <a:solidFill>
                  <a:srgbClr val="D9EBFD"/>
                </a:solidFill>
                <a:latin typeface="Pretendard"/>
                <a:ea typeface="Pretendard"/>
                <a:cs typeface="Pretendard"/>
              </a:defRPr>
            </a:lvl2pPr>
            <a:lvl3pPr algn="l">
              <a:defRPr sz="1800" b="0">
                <a:solidFill>
                  <a:srgbClr val="D9EBFD"/>
                </a:solidFill>
                <a:latin typeface="Pretendard"/>
                <a:ea typeface="Pretendard"/>
                <a:cs typeface="Pretendard"/>
              </a:defRPr>
            </a:lvl3pPr>
            <a:lvl4pPr algn="l">
              <a:defRPr sz="1800" b="0">
                <a:solidFill>
                  <a:srgbClr val="D9EBFD"/>
                </a:solidFill>
                <a:latin typeface="Pretendard"/>
                <a:ea typeface="Pretendard"/>
                <a:cs typeface="Pretendard"/>
              </a:defRPr>
            </a:lvl4pPr>
            <a:lvl5pPr algn="l">
              <a:defRPr sz="1800" b="0">
                <a:solidFill>
                  <a:srgbClr val="D9EBFD"/>
                </a:solidFill>
                <a:latin typeface="Pretendard"/>
                <a:ea typeface="Pretendard"/>
                <a:cs typeface="Pretendard"/>
              </a:defRPr>
            </a:lvl5pPr>
            <a:lvl6pPr algn="l">
              <a:defRPr sz="1800" b="0">
                <a:solidFill>
                  <a:srgbClr val="D9EBFD"/>
                </a:solidFill>
                <a:latin typeface="Pretendard"/>
                <a:ea typeface="Pretendard"/>
                <a:cs typeface="Pretendard"/>
              </a:defRPr>
            </a:lvl6pPr>
            <a:lvl7pPr algn="l">
              <a:defRPr sz="1800" b="0">
                <a:solidFill>
                  <a:srgbClr val="D9EBFD"/>
                </a:solidFill>
                <a:latin typeface="Pretendard"/>
                <a:ea typeface="Pretendard"/>
                <a:cs typeface="Pretendard"/>
              </a:defRPr>
            </a:lvl7pPr>
            <a:lvl8pPr algn="l">
              <a:defRPr sz="1800" b="0">
                <a:solidFill>
                  <a:srgbClr val="D9EBFD"/>
                </a:solidFill>
                <a:latin typeface="Pretendard"/>
                <a:ea typeface="Pretendard"/>
                <a:cs typeface="Pretendard"/>
              </a:defRPr>
            </a:lvl8pPr>
            <a:lvl9pPr algn="l">
              <a:defRPr sz="1800" b="0">
                <a:solidFill>
                  <a:srgbClr val="D9EBFD"/>
                </a:solidFill>
                <a:latin typeface="Pretendard"/>
                <a:ea typeface="Pretendard"/>
                <a:cs typeface="Pretendard"/>
              </a:defRPr>
            </a:lvl9pPr>
          </a:lstStyle>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deps = SupervisorDeps(</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    fast_llm=fast_llm, quality_llm=quality_llm, mcp=mcp,</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    session_store=store, version=os.environ.get("SUPERVISOR_VERSION", "v2"),</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    retriever=retriever,</a:t>
            </a:r>
          </a:p>
          <a:p xmlns:a="http://schemas.openxmlformats.org/drawingml/2006/main">
            <a:pPr algn="l">
              <a:defRPr sz="1800" b="0">
                <a:solidFill>
                  <a:srgbClr val="D9EBFD"/>
                </a:solidFill>
                <a:latin typeface="Pretendard"/>
                <a:ea typeface="Pretendard"/>
                <a:cs typeface="Pretendard"/>
              </a:defRPr>
            </a:pPr>
            <a:r>
              <a:rPr sz="1800" b="0">
                <a:solidFill>
                  <a:srgbClr val="D9EBFD"/>
                </a:solidFill>
                <a:latin typeface="Pretendard"/>
                <a:ea typeface="Pretendard"/>
                <a:cs typeface="Pretendard"/>
              </a:rPr>
              <a:t>)</a:t>
            </a:r>
          </a:p>
        </p:txBody>
      </p:sp>
      <p:sp>
        <p:nvSpPr>
          <p:cNvPr id="24" name="server.py · ba5a883 · 123–127행">
            <a:extLst xmlns:a="http://schemas.openxmlformats.org/drawingml/2006/main">
              <a:ext uri="{FF2B5EF4-FFF2-40B4-BE49-F238E27FC236}">
                <a16:creationId xmlns:a16="http://schemas.microsoft.com/office/drawing/2014/main" id="{E2BCC855-6E77-43C7-89E3-EC0CCB94DACD}"/>
              </a:ext>
            </a:extLst>
          </p:cNvPr>
          <p:cNvSpPr>
            <a:spLocks xmlns:a="http://schemas.openxmlformats.org/drawingml/2006/main" noGrp="1"/>
          </p:cNvSpPr>
          <p:nvPr/>
        </p:nvSpPr>
        <p:spPr>
          <a:xfrm xmlns:a="http://schemas.openxmlformats.org/drawingml/2006/main">
            <a:off x="2095500" y="9001125"/>
            <a:ext cx="881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86868"/>
                </a:solidFill>
                <a:latin typeface="Pretendard"/>
                <a:ea typeface="Pretendard"/>
                <a:cs typeface="Pretendard"/>
              </a:defRPr>
            </a:defPPr>
            <a:lvl1pPr algn="l">
              <a:defRPr sz="1650" b="0">
                <a:solidFill>
                  <a:srgbClr val="686868"/>
                </a:solidFill>
                <a:latin typeface="Pretendard"/>
                <a:ea typeface="Pretendard"/>
                <a:cs typeface="Pretendard"/>
              </a:defRPr>
            </a:lvl1pPr>
            <a:lvl2pPr algn="l">
              <a:defRPr sz="1650" b="0">
                <a:solidFill>
                  <a:srgbClr val="686868"/>
                </a:solidFill>
                <a:latin typeface="Pretendard"/>
                <a:ea typeface="Pretendard"/>
                <a:cs typeface="Pretendard"/>
              </a:defRPr>
            </a:lvl2pPr>
            <a:lvl3pPr algn="l">
              <a:defRPr sz="1650" b="0">
                <a:solidFill>
                  <a:srgbClr val="686868"/>
                </a:solidFill>
                <a:latin typeface="Pretendard"/>
                <a:ea typeface="Pretendard"/>
                <a:cs typeface="Pretendard"/>
              </a:defRPr>
            </a:lvl3pPr>
            <a:lvl4pPr algn="l">
              <a:defRPr sz="1650" b="0">
                <a:solidFill>
                  <a:srgbClr val="686868"/>
                </a:solidFill>
                <a:latin typeface="Pretendard"/>
                <a:ea typeface="Pretendard"/>
                <a:cs typeface="Pretendard"/>
              </a:defRPr>
            </a:lvl4pPr>
            <a:lvl5pPr algn="l">
              <a:defRPr sz="1650" b="0">
                <a:solidFill>
                  <a:srgbClr val="686868"/>
                </a:solidFill>
                <a:latin typeface="Pretendard"/>
                <a:ea typeface="Pretendard"/>
                <a:cs typeface="Pretendard"/>
              </a:defRPr>
            </a:lvl5pPr>
            <a:lvl6pPr algn="l">
              <a:defRPr sz="1650" b="0">
                <a:solidFill>
                  <a:srgbClr val="686868"/>
                </a:solidFill>
                <a:latin typeface="Pretendard"/>
                <a:ea typeface="Pretendard"/>
                <a:cs typeface="Pretendard"/>
              </a:defRPr>
            </a:lvl6pPr>
            <a:lvl7pPr algn="l">
              <a:defRPr sz="1650" b="0">
                <a:solidFill>
                  <a:srgbClr val="686868"/>
                </a:solidFill>
                <a:latin typeface="Pretendard"/>
                <a:ea typeface="Pretendard"/>
                <a:cs typeface="Pretendard"/>
              </a:defRPr>
            </a:lvl7pPr>
            <a:lvl8pPr algn="l">
              <a:defRPr sz="1650" b="0">
                <a:solidFill>
                  <a:srgbClr val="686868"/>
                </a:solidFill>
                <a:latin typeface="Pretendard"/>
                <a:ea typeface="Pretendard"/>
                <a:cs typeface="Pretendard"/>
              </a:defRPr>
            </a:lvl8pPr>
            <a:lvl9pPr algn="l">
              <a:defRPr sz="1650" b="0">
                <a:solidFill>
                  <a:srgbClr val="686868"/>
                </a:solidFill>
                <a:latin typeface="Pretendard"/>
                <a:ea typeface="Pretendard"/>
                <a:cs typeface="Pretendard"/>
              </a:defRPr>
            </a:lvl9pPr>
          </a:lstStyle>
          <a:p xmlns:a="http://schemas.openxmlformats.org/drawingml/2006/main">
            <a:pPr algn="l">
              <a:defRPr sz="1650" b="0">
                <a:solidFill>
                  <a:srgbClr val="686868"/>
                </a:solidFill>
                <a:latin typeface="Pretendard"/>
                <a:ea typeface="Pretendard"/>
                <a:cs typeface="Pretendard"/>
              </a:defRPr>
            </a:pPr>
            <a:r>
              <a:rPr sz="1650" b="0">
                <a:solidFill>
                  <a:srgbClr val="686868"/>
                </a:solidFill>
                <a:latin typeface="Pretendard"/>
                <a:ea typeface="Pretendard"/>
                <a:cs typeface="Pretendard"/>
              </a:rPr>
              <a:t>server.py · ba5a883 · 123–127행</a:t>
            </a:r>
          </a:p>
        </p:txBody>
      </p:sp>
      <p:sp>
        <p:nvSpPr>
          <p:cNvPr id="25" name="생성: Ollama Qwen 유지&#10;임베딩: Ollama ↔ OpenAI&#10;테스트: Fix">
            <a:extLst xmlns:a="http://schemas.openxmlformats.org/drawingml/2006/main">
              <a:ext uri="{FF2B5EF4-FFF2-40B4-BE49-F238E27FC236}">
                <a16:creationId xmlns:a16="http://schemas.microsoft.com/office/drawing/2014/main" id="{611B33E5-D120-42F9-8E57-F57F9F7E81C5}"/>
              </a:ext>
            </a:extLst>
          </p:cNvPr>
          <p:cNvSpPr>
            <a:spLocks xmlns:a="http://schemas.openxmlformats.org/drawingml/2006/main" noGrp="1"/>
          </p:cNvSpPr>
          <p:nvPr/>
        </p:nvSpPr>
        <p:spPr>
          <a:xfrm xmlns:a="http://schemas.openxmlformats.org/drawingml/2006/main">
            <a:off x="11525250" y="7429500"/>
            <a:ext cx="5905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075BEA"/>
                </a:solidFill>
                <a:latin typeface="Pretendard"/>
                <a:ea typeface="Pretendard"/>
                <a:cs typeface="Pretendard"/>
              </a:defRPr>
            </a:defPPr>
            <a:lvl1pPr algn="l">
              <a:defRPr sz="2400" b="1">
                <a:solidFill>
                  <a:srgbClr val="075BEA"/>
                </a:solidFill>
                <a:latin typeface="Pretendard"/>
                <a:ea typeface="Pretendard"/>
                <a:cs typeface="Pretendard"/>
              </a:defRPr>
            </a:lvl1pPr>
            <a:lvl2pPr algn="l">
              <a:defRPr sz="2400" b="1">
                <a:solidFill>
                  <a:srgbClr val="075BEA"/>
                </a:solidFill>
                <a:latin typeface="Pretendard"/>
                <a:ea typeface="Pretendard"/>
                <a:cs typeface="Pretendard"/>
              </a:defRPr>
            </a:lvl2pPr>
            <a:lvl3pPr algn="l">
              <a:defRPr sz="2400" b="1">
                <a:solidFill>
                  <a:srgbClr val="075BEA"/>
                </a:solidFill>
                <a:latin typeface="Pretendard"/>
                <a:ea typeface="Pretendard"/>
                <a:cs typeface="Pretendard"/>
              </a:defRPr>
            </a:lvl3pPr>
            <a:lvl4pPr algn="l">
              <a:defRPr sz="2400" b="1">
                <a:solidFill>
                  <a:srgbClr val="075BEA"/>
                </a:solidFill>
                <a:latin typeface="Pretendard"/>
                <a:ea typeface="Pretendard"/>
                <a:cs typeface="Pretendard"/>
              </a:defRPr>
            </a:lvl4pPr>
            <a:lvl5pPr algn="l">
              <a:defRPr sz="2400" b="1">
                <a:solidFill>
                  <a:srgbClr val="075BEA"/>
                </a:solidFill>
                <a:latin typeface="Pretendard"/>
                <a:ea typeface="Pretendard"/>
                <a:cs typeface="Pretendard"/>
              </a:defRPr>
            </a:lvl5pPr>
            <a:lvl6pPr algn="l">
              <a:defRPr sz="2400" b="1">
                <a:solidFill>
                  <a:srgbClr val="075BEA"/>
                </a:solidFill>
                <a:latin typeface="Pretendard"/>
                <a:ea typeface="Pretendard"/>
                <a:cs typeface="Pretendard"/>
              </a:defRPr>
            </a:lvl6pPr>
            <a:lvl7pPr algn="l">
              <a:defRPr sz="2400" b="1">
                <a:solidFill>
                  <a:srgbClr val="075BEA"/>
                </a:solidFill>
                <a:latin typeface="Pretendard"/>
                <a:ea typeface="Pretendard"/>
                <a:cs typeface="Pretendard"/>
              </a:defRPr>
            </a:lvl7pPr>
            <a:lvl8pPr algn="l">
              <a:defRPr sz="2400" b="1">
                <a:solidFill>
                  <a:srgbClr val="075BEA"/>
                </a:solidFill>
                <a:latin typeface="Pretendard"/>
                <a:ea typeface="Pretendard"/>
                <a:cs typeface="Pretendard"/>
              </a:defRPr>
            </a:lvl8pPr>
            <a:lvl9pPr algn="l">
              <a:defRPr sz="2400" b="1">
                <a:solidFill>
                  <a:srgbClr val="075BEA"/>
                </a:solidFill>
                <a:latin typeface="Pretendard"/>
                <a:ea typeface="Pretendard"/>
                <a:cs typeface="Pretendard"/>
              </a:defRPr>
            </a:lvl9pPr>
          </a:lstStyle>
          <a:p xmlns:a="http://schemas.openxmlformats.org/drawingml/2006/main">
            <a:pPr algn="l">
              <a:defRPr sz="2400" b="1">
                <a:solidFill>
                  <a:srgbClr val="075BEA"/>
                </a:solidFill>
                <a:latin typeface="Pretendard"/>
                <a:ea typeface="Pretendard"/>
                <a:cs typeface="Pretendard"/>
              </a:defRPr>
            </a:pPr>
            <a:r>
              <a:rPr sz="2400" b="1">
                <a:solidFill>
                  <a:srgbClr val="075BEA"/>
                </a:solidFill>
                <a:latin typeface="Pretendard"/>
                <a:ea typeface="Pretendard"/>
                <a:cs typeface="Pretendard"/>
              </a:rPr>
              <a:t>생성: Ollama Qwen 유지</a:t>
            </a:r>
          </a:p>
          <a:p xmlns:a="http://schemas.openxmlformats.org/drawingml/2006/main">
            <a:pPr algn="l">
              <a:defRPr sz="2400" b="1">
                <a:solidFill>
                  <a:srgbClr val="075BEA"/>
                </a:solidFill>
                <a:latin typeface="Pretendard"/>
                <a:ea typeface="Pretendard"/>
                <a:cs typeface="Pretendard"/>
              </a:defRPr>
            </a:pPr>
            <a:r>
              <a:rPr sz="2400" b="1">
                <a:solidFill>
                  <a:srgbClr val="075BEA"/>
                </a:solidFill>
                <a:latin typeface="Pretendard"/>
                <a:ea typeface="Pretendard"/>
                <a:cs typeface="Pretendard"/>
              </a:rPr>
              <a:t>임베딩: Ollama ↔ OpenAI</a:t>
            </a:r>
          </a:p>
          <a:p xmlns:a="http://schemas.openxmlformats.org/drawingml/2006/main">
            <a:pPr algn="l">
              <a:defRPr sz="2400" b="1">
                <a:solidFill>
                  <a:srgbClr val="075BEA"/>
                </a:solidFill>
                <a:latin typeface="Pretendard"/>
                <a:ea typeface="Pretendard"/>
                <a:cs typeface="Pretendard"/>
              </a:defRPr>
            </a:pPr>
            <a:r>
              <a:rPr sz="2400" b="1">
                <a:solidFill>
                  <a:srgbClr val="075BEA"/>
                </a:solidFill>
                <a:latin typeface="Pretendard"/>
                <a:ea typeface="Pretendard"/>
                <a:cs typeface="Pretendard"/>
              </a:rPr>
              <a:t>테스트: FixedEmbedder 주입</a:t>
            </a:r>
          </a:p>
        </p:txBody>
      </p:sp>
      <p:sp>
        <p:nvSpPr>
          <p:cNvPr id="26" name="기존 SupervisorDeps를 활용해 검색기까지 주입 · OpenAI 임베딩은 웹 ">
            <a:extLst xmlns:a="http://schemas.openxmlformats.org/drawingml/2006/main">
              <a:ext uri="{FF2B5EF4-FFF2-40B4-BE49-F238E27FC236}">
                <a16:creationId xmlns:a16="http://schemas.microsoft.com/office/drawing/2014/main" id="{85DBEB8D-F713-41B8-9CB8-E8EC8C91B6E9}"/>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기존 SupervisorDeps를 활용해 검색기까지 주입 · OpenAI 임베딩은 웹 검색이나 답변 생성 기능이 아님</a:t>
            </a:r>
          </a:p>
        </p:txBody>
      </p:sp>
    </p:spTree>
    <p:extLst>
      <p:ext uri="{BB962C8B-B14F-4D97-AF65-F5344CB8AC3E}">
        <p14:creationId xmlns:p14="http://schemas.microsoft.com/office/powerpoint/2010/main" val="1639852189"/>
      </p:ext>
    </p:extLst>
  </p:cSld>
</p:sld>
</file>

<file path=ppt/slides/slide16.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0e5918cdc21a4833">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78d3efcfd81d4aac">
            <a:extLst>
              <a:ext uri="{96DAC541-7B7A-43D3-8B79-37D633B846F1}">
                <asvg:svgBlip xmlns:asvg="http://schemas.microsoft.com/office/drawing/2016/SVG/main" r:embed="R4bd413d542d946f6"/>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5bed9aef2a0549d8">
            <a:alphaModFix amt="75000"/>
            <a:extLst>
              <a:ext uri="{96DAC541-7B7A-43D3-8B79-37D633B846F1}">
                <asvg:svgBlip xmlns:asvg="http://schemas.microsoft.com/office/drawing/2016/SVG/main" r:embed="R6e320bb3181d4f73"/>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efd26be5ed6745bf">
            <a:extLst>
              <a:ext uri="{96DAC541-7B7A-43D3-8B79-37D633B846F1}">
                <asvg:svgBlip xmlns:asvg="http://schemas.microsoft.com/office/drawing/2016/SVG/main" r:embed="R1bd0970edb3b4516"/>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c24f1b77c65e4dc8">
            <a:extLst>
              <a:ext uri="{96DAC541-7B7A-43D3-8B79-37D633B846F1}">
                <asvg:svgBlip xmlns:asvg="http://schemas.microsoft.com/office/drawing/2016/SVG/main" r:embed="R3358de324cbc4d71"/>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20c0874a982d4b99">
            <a:extLst>
              <a:ext uri="{96DAC541-7B7A-43D3-8B79-37D633B846F1}">
                <asvg:svgBlip xmlns:asvg="http://schemas.microsoft.com/office/drawing/2016/SVG/main" r:embed="R9b0b50337d5b45d7"/>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632b60bf50824e05"/>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e316a0d101c140e3">
            <a:extLst>
              <a:ext uri="{96DAC541-7B7A-43D3-8B79-37D633B846F1}">
                <asvg:svgBlip xmlns:asvg="http://schemas.microsoft.com/office/drawing/2016/SVG/main" r:embed="Ra13ff4d1e15c4e83"/>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71e8555e54d34d4b">
            <a:extLst>
              <a:ext uri="{96DAC541-7B7A-43D3-8B79-37D633B846F1}">
                <asvg:svgBlip xmlns:asvg="http://schemas.microsoft.com/office/drawing/2016/SVG/main" r:embed="R49f33500457d4f7d"/>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1b8e46474de547e5">
            <a:extLst>
              <a:ext uri="{96DAC541-7B7A-43D3-8B79-37D633B846F1}">
                <asvg:svgBlip xmlns:asvg="http://schemas.microsoft.com/office/drawing/2016/SVG/main" r:embed="Rd88790e9826d438f"/>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030df6edefe64c41">
            <a:extLst>
              <a:ext uri="{96DAC541-7B7A-43D3-8B79-37D633B846F1}">
                <asvg:svgBlip xmlns:asvg="http://schemas.microsoft.com/office/drawing/2016/SVG/main" r:embed="Rc02e52fac5c54e56"/>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030df6edefe64c41">
            <a:extLst>
              <a:ext uri="{96DAC541-7B7A-43D3-8B79-37D633B846F1}">
                <asvg:svgBlip xmlns:asvg="http://schemas.microsoft.com/office/drawing/2016/SVG/main" r:embed="Rc02e52fac5c54e56"/>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030df6edefe64c41">
            <a:extLst>
              <a:ext uri="{96DAC541-7B7A-43D3-8B79-37D633B846F1}">
                <asvg:svgBlip xmlns:asvg="http://schemas.microsoft.com/office/drawing/2016/SVG/main" r:embed="Rc02e52fac5c54e56"/>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030df6edefe64c41">
            <a:extLst>
              <a:ext uri="{96DAC541-7B7A-43D3-8B79-37D633B846F1}">
                <asvg:svgBlip xmlns:asvg="http://schemas.microsoft.com/office/drawing/2016/SVG/main" r:embed="Rc02e52fac5c54e56"/>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8e06f1a5a9ba47b4">
            <a:extLst>
              <a:ext uri="{96DAC541-7B7A-43D3-8B79-37D633B846F1}">
                <asvg:svgBlip xmlns:asvg="http://schemas.microsoft.com/office/drawing/2016/SVG/main" r:embed="Rd8eeaa87d60045e5"/>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967C7B7F-455B-4489-BE9C-A73AB9DB8B5E}"/>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6">
            <a:extLst xmlns:a="http://schemas.openxmlformats.org/drawingml/2006/main">
              <a:ext uri="{FF2B5EF4-FFF2-40B4-BE49-F238E27FC236}">
                <a16:creationId xmlns:a16="http://schemas.microsoft.com/office/drawing/2014/main" id="{1CC0B4DD-A176-4805-8C28-68142589EC71}"/>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16</a:t>
            </a:r>
          </a:p>
        </p:txBody>
      </p:sp>
      <p:sp>
        <p:nvSpPr>
          <p:cNvPr id="20" name="같은 문의의 개선 전·후 화면">
            <a:extLst xmlns:a="http://schemas.openxmlformats.org/drawingml/2006/main">
              <a:ext uri="{FF2B5EF4-FFF2-40B4-BE49-F238E27FC236}">
                <a16:creationId xmlns:a16="http://schemas.microsoft.com/office/drawing/2014/main" id="{A990F7B7-65B7-43B5-BC7A-64B7E5832F1B}"/>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같은 문의의 개선 전·후 화면</a:t>
            </a:r>
          </a:p>
        </p:txBody>
      </p:sp>
      <p:sp>
        <p:nvSpPr>
          <p:cNvPr id="21" name="“로그인 후 화면이 넘어가지 않아요. 오류 메시지는 없어요.”">
            <a:extLst xmlns:a="http://schemas.openxmlformats.org/drawingml/2006/main">
              <a:ext uri="{FF2B5EF4-FFF2-40B4-BE49-F238E27FC236}">
                <a16:creationId xmlns:a16="http://schemas.microsoft.com/office/drawing/2014/main" id="{D11069EF-EE2D-495E-8437-2C6764F3A158}"/>
              </a:ext>
            </a:extLst>
          </p:cNvPr>
          <p:cNvSpPr>
            <a:spLocks xmlns:a="http://schemas.openxmlformats.org/drawingml/2006/main" noGrp="1"/>
          </p:cNvSpPr>
          <p:nvPr/>
        </p:nvSpPr>
        <p:spPr>
          <a:xfrm xmlns:a="http://schemas.openxmlformats.org/drawingml/2006/main">
            <a:off x="2190750" y="2647950"/>
            <a:ext cx="15287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775" b="1">
                <a:solidFill>
                  <a:srgbClr val="101010"/>
                </a:solidFill>
                <a:latin typeface="Pretendard"/>
                <a:ea typeface="Pretendard"/>
                <a:cs typeface="Pretendard"/>
              </a:defRPr>
            </a:defPPr>
            <a:lvl1pPr algn="ctr">
              <a:defRPr sz="2775" b="1">
                <a:solidFill>
                  <a:srgbClr val="101010"/>
                </a:solidFill>
                <a:latin typeface="Pretendard"/>
                <a:ea typeface="Pretendard"/>
                <a:cs typeface="Pretendard"/>
              </a:defRPr>
            </a:lvl1pPr>
            <a:lvl2pPr algn="ctr">
              <a:defRPr sz="2775" b="1">
                <a:solidFill>
                  <a:srgbClr val="101010"/>
                </a:solidFill>
                <a:latin typeface="Pretendard"/>
                <a:ea typeface="Pretendard"/>
                <a:cs typeface="Pretendard"/>
              </a:defRPr>
            </a:lvl2pPr>
            <a:lvl3pPr algn="ctr">
              <a:defRPr sz="2775" b="1">
                <a:solidFill>
                  <a:srgbClr val="101010"/>
                </a:solidFill>
                <a:latin typeface="Pretendard"/>
                <a:ea typeface="Pretendard"/>
                <a:cs typeface="Pretendard"/>
              </a:defRPr>
            </a:lvl3pPr>
            <a:lvl4pPr algn="ctr">
              <a:defRPr sz="2775" b="1">
                <a:solidFill>
                  <a:srgbClr val="101010"/>
                </a:solidFill>
                <a:latin typeface="Pretendard"/>
                <a:ea typeface="Pretendard"/>
                <a:cs typeface="Pretendard"/>
              </a:defRPr>
            </a:lvl4pPr>
            <a:lvl5pPr algn="ctr">
              <a:defRPr sz="2775" b="1">
                <a:solidFill>
                  <a:srgbClr val="101010"/>
                </a:solidFill>
                <a:latin typeface="Pretendard"/>
                <a:ea typeface="Pretendard"/>
                <a:cs typeface="Pretendard"/>
              </a:defRPr>
            </a:lvl5pPr>
            <a:lvl6pPr algn="ctr">
              <a:defRPr sz="2775" b="1">
                <a:solidFill>
                  <a:srgbClr val="101010"/>
                </a:solidFill>
                <a:latin typeface="Pretendard"/>
                <a:ea typeface="Pretendard"/>
                <a:cs typeface="Pretendard"/>
              </a:defRPr>
            </a:lvl6pPr>
            <a:lvl7pPr algn="ctr">
              <a:defRPr sz="2775" b="1">
                <a:solidFill>
                  <a:srgbClr val="101010"/>
                </a:solidFill>
                <a:latin typeface="Pretendard"/>
                <a:ea typeface="Pretendard"/>
                <a:cs typeface="Pretendard"/>
              </a:defRPr>
            </a:lvl7pPr>
            <a:lvl8pPr algn="ctr">
              <a:defRPr sz="2775" b="1">
                <a:solidFill>
                  <a:srgbClr val="101010"/>
                </a:solidFill>
                <a:latin typeface="Pretendard"/>
                <a:ea typeface="Pretendard"/>
                <a:cs typeface="Pretendard"/>
              </a:defRPr>
            </a:lvl8pPr>
            <a:lvl9pPr algn="ctr">
              <a:defRPr sz="2775" b="1">
                <a:solidFill>
                  <a:srgbClr val="101010"/>
                </a:solidFill>
                <a:latin typeface="Pretendard"/>
                <a:ea typeface="Pretendard"/>
                <a:cs typeface="Pretendard"/>
              </a:defRPr>
            </a:lvl9pPr>
          </a:lstStyle>
          <a:p xmlns:a="http://schemas.openxmlformats.org/drawingml/2006/main">
            <a:pPr algn="ctr">
              <a:defRPr sz="2775" b="1">
                <a:solidFill>
                  <a:srgbClr val="101010"/>
                </a:solidFill>
                <a:latin typeface="Pretendard"/>
                <a:ea typeface="Pretendard"/>
                <a:cs typeface="Pretendard"/>
              </a:defRPr>
            </a:pPr>
            <a:r>
              <a:rPr sz="2775" b="1">
                <a:solidFill>
                  <a:srgbClr val="101010"/>
                </a:solidFill>
                <a:latin typeface="Pretendard"/>
                <a:ea typeface="Pretendard"/>
                <a:cs typeface="Pretendard"/>
              </a:rPr>
              <a:t>“로그인 후 화면이 넘어가지 않아요. 오류 메시지는 없어요.”</a:t>
            </a:r>
          </a:p>
        </p:txBody>
      </p:sp>
      <p:sp>
        <p:nvSpPr>
          <p:cNvPr id="22" name="기존 Base Agent">
            <a:extLst xmlns:a="http://schemas.openxmlformats.org/drawingml/2006/main">
              <a:ext uri="{FF2B5EF4-FFF2-40B4-BE49-F238E27FC236}">
                <a16:creationId xmlns:a16="http://schemas.microsoft.com/office/drawing/2014/main" id="{430671D7-F2B0-4D0A-A12A-95670118666B}"/>
              </a:ext>
            </a:extLst>
          </p:cNvPr>
          <p:cNvSpPr>
            <a:spLocks xmlns:a="http://schemas.openxmlformats.org/drawingml/2006/main" noGrp="1"/>
          </p:cNvSpPr>
          <p:nvPr/>
        </p:nvSpPr>
        <p:spPr>
          <a:xfrm xmlns:a="http://schemas.openxmlformats.org/drawingml/2006/main">
            <a:off x="2190750" y="35433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686868"/>
                </a:solidFill>
                <a:latin typeface="Pretendard"/>
                <a:ea typeface="Pretendard"/>
                <a:cs typeface="Pretendard"/>
              </a:defRPr>
            </a:defPPr>
            <a:lvl1pPr algn="l">
              <a:defRPr sz="2925" b="1">
                <a:solidFill>
                  <a:srgbClr val="686868"/>
                </a:solidFill>
                <a:latin typeface="Pretendard"/>
                <a:ea typeface="Pretendard"/>
                <a:cs typeface="Pretendard"/>
              </a:defRPr>
            </a:lvl1pPr>
            <a:lvl2pPr algn="l">
              <a:defRPr sz="2925" b="1">
                <a:solidFill>
                  <a:srgbClr val="686868"/>
                </a:solidFill>
                <a:latin typeface="Pretendard"/>
                <a:ea typeface="Pretendard"/>
                <a:cs typeface="Pretendard"/>
              </a:defRPr>
            </a:lvl2pPr>
            <a:lvl3pPr algn="l">
              <a:defRPr sz="2925" b="1">
                <a:solidFill>
                  <a:srgbClr val="686868"/>
                </a:solidFill>
                <a:latin typeface="Pretendard"/>
                <a:ea typeface="Pretendard"/>
                <a:cs typeface="Pretendard"/>
              </a:defRPr>
            </a:lvl3pPr>
            <a:lvl4pPr algn="l">
              <a:defRPr sz="2925" b="1">
                <a:solidFill>
                  <a:srgbClr val="686868"/>
                </a:solidFill>
                <a:latin typeface="Pretendard"/>
                <a:ea typeface="Pretendard"/>
                <a:cs typeface="Pretendard"/>
              </a:defRPr>
            </a:lvl4pPr>
            <a:lvl5pPr algn="l">
              <a:defRPr sz="2925" b="1">
                <a:solidFill>
                  <a:srgbClr val="686868"/>
                </a:solidFill>
                <a:latin typeface="Pretendard"/>
                <a:ea typeface="Pretendard"/>
                <a:cs typeface="Pretendard"/>
              </a:defRPr>
            </a:lvl5pPr>
            <a:lvl6pPr algn="l">
              <a:defRPr sz="2925" b="1">
                <a:solidFill>
                  <a:srgbClr val="686868"/>
                </a:solidFill>
                <a:latin typeface="Pretendard"/>
                <a:ea typeface="Pretendard"/>
                <a:cs typeface="Pretendard"/>
              </a:defRPr>
            </a:lvl6pPr>
            <a:lvl7pPr algn="l">
              <a:defRPr sz="2925" b="1">
                <a:solidFill>
                  <a:srgbClr val="686868"/>
                </a:solidFill>
                <a:latin typeface="Pretendard"/>
                <a:ea typeface="Pretendard"/>
                <a:cs typeface="Pretendard"/>
              </a:defRPr>
            </a:lvl7pPr>
            <a:lvl8pPr algn="l">
              <a:defRPr sz="2925" b="1">
                <a:solidFill>
                  <a:srgbClr val="686868"/>
                </a:solidFill>
                <a:latin typeface="Pretendard"/>
                <a:ea typeface="Pretendard"/>
                <a:cs typeface="Pretendard"/>
              </a:defRPr>
            </a:lvl8pPr>
            <a:lvl9pPr algn="l">
              <a:defRPr sz="2925" b="1">
                <a:solidFill>
                  <a:srgbClr val="686868"/>
                </a:solidFill>
                <a:latin typeface="Pretendard"/>
                <a:ea typeface="Pretendard"/>
                <a:cs typeface="Pretendard"/>
              </a:defRPr>
            </a:lvl9pPr>
          </a:lstStyle>
          <a:p xmlns:a="http://schemas.openxmlformats.org/drawingml/2006/main">
            <a:pPr algn="l">
              <a:defRPr sz="2925" b="1">
                <a:solidFill>
                  <a:srgbClr val="686868"/>
                </a:solidFill>
                <a:latin typeface="Pretendard"/>
                <a:ea typeface="Pretendard"/>
                <a:cs typeface="Pretendard"/>
              </a:defRPr>
            </a:pPr>
            <a:r>
              <a:rPr sz="2925" b="1">
                <a:solidFill>
                  <a:srgbClr val="686868"/>
                </a:solidFill>
                <a:latin typeface="Pretendard"/>
                <a:ea typeface="Pretendard"/>
                <a:cs typeface="Pretendard"/>
              </a:rPr>
              <a:t>기존 Base Agent</a:t>
            </a:r>
          </a:p>
        </p:txBody>
      </p:sp>
      <p:sp>
        <p:nvSpPr>
          <p:cNvPr id="23" name="6단계 완료 헬프데스크">
            <a:extLst xmlns:a="http://schemas.openxmlformats.org/drawingml/2006/main">
              <a:ext uri="{FF2B5EF4-FFF2-40B4-BE49-F238E27FC236}">
                <a16:creationId xmlns:a16="http://schemas.microsoft.com/office/drawing/2014/main" id="{20274E05-818F-4F7D-90DD-845EE0C2F5C2}"/>
              </a:ext>
            </a:extLst>
          </p:cNvPr>
          <p:cNvSpPr>
            <a:spLocks xmlns:a="http://schemas.openxmlformats.org/drawingml/2006/main" noGrp="1"/>
          </p:cNvSpPr>
          <p:nvPr/>
        </p:nvSpPr>
        <p:spPr>
          <a:xfrm xmlns:a="http://schemas.openxmlformats.org/drawingml/2006/main">
            <a:off x="10115550" y="35433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075BEA"/>
                </a:solidFill>
                <a:latin typeface="Pretendard"/>
                <a:ea typeface="Pretendard"/>
                <a:cs typeface="Pretendard"/>
              </a:defRPr>
            </a:defPPr>
            <a:lvl1pPr algn="l">
              <a:defRPr sz="2925" b="1">
                <a:solidFill>
                  <a:srgbClr val="075BEA"/>
                </a:solidFill>
                <a:latin typeface="Pretendard"/>
                <a:ea typeface="Pretendard"/>
                <a:cs typeface="Pretendard"/>
              </a:defRPr>
            </a:lvl1pPr>
            <a:lvl2pPr algn="l">
              <a:defRPr sz="2925" b="1">
                <a:solidFill>
                  <a:srgbClr val="075BEA"/>
                </a:solidFill>
                <a:latin typeface="Pretendard"/>
                <a:ea typeface="Pretendard"/>
                <a:cs typeface="Pretendard"/>
              </a:defRPr>
            </a:lvl2pPr>
            <a:lvl3pPr algn="l">
              <a:defRPr sz="2925" b="1">
                <a:solidFill>
                  <a:srgbClr val="075BEA"/>
                </a:solidFill>
                <a:latin typeface="Pretendard"/>
                <a:ea typeface="Pretendard"/>
                <a:cs typeface="Pretendard"/>
              </a:defRPr>
            </a:lvl3pPr>
            <a:lvl4pPr algn="l">
              <a:defRPr sz="2925" b="1">
                <a:solidFill>
                  <a:srgbClr val="075BEA"/>
                </a:solidFill>
                <a:latin typeface="Pretendard"/>
                <a:ea typeface="Pretendard"/>
                <a:cs typeface="Pretendard"/>
              </a:defRPr>
            </a:lvl4pPr>
            <a:lvl5pPr algn="l">
              <a:defRPr sz="2925" b="1">
                <a:solidFill>
                  <a:srgbClr val="075BEA"/>
                </a:solidFill>
                <a:latin typeface="Pretendard"/>
                <a:ea typeface="Pretendard"/>
                <a:cs typeface="Pretendard"/>
              </a:defRPr>
            </a:lvl5pPr>
            <a:lvl6pPr algn="l">
              <a:defRPr sz="2925" b="1">
                <a:solidFill>
                  <a:srgbClr val="075BEA"/>
                </a:solidFill>
                <a:latin typeface="Pretendard"/>
                <a:ea typeface="Pretendard"/>
                <a:cs typeface="Pretendard"/>
              </a:defRPr>
            </a:lvl6pPr>
            <a:lvl7pPr algn="l">
              <a:defRPr sz="2925" b="1">
                <a:solidFill>
                  <a:srgbClr val="075BEA"/>
                </a:solidFill>
                <a:latin typeface="Pretendard"/>
                <a:ea typeface="Pretendard"/>
                <a:cs typeface="Pretendard"/>
              </a:defRPr>
            </a:lvl7pPr>
            <a:lvl8pPr algn="l">
              <a:defRPr sz="2925" b="1">
                <a:solidFill>
                  <a:srgbClr val="075BEA"/>
                </a:solidFill>
                <a:latin typeface="Pretendard"/>
                <a:ea typeface="Pretendard"/>
                <a:cs typeface="Pretendard"/>
              </a:defRPr>
            </a:lvl8pPr>
            <a:lvl9pPr algn="l">
              <a:defRPr sz="2925" b="1">
                <a:solidFill>
                  <a:srgbClr val="075BEA"/>
                </a:solidFill>
                <a:latin typeface="Pretendard"/>
                <a:ea typeface="Pretendard"/>
                <a:cs typeface="Pretendard"/>
              </a:defRPr>
            </a:lvl9pPr>
          </a:lstStyle>
          <a:p xmlns:a="http://schemas.openxmlformats.org/drawingml/2006/main">
            <a:pPr algn="l">
              <a:defRPr sz="2925" b="1">
                <a:solidFill>
                  <a:srgbClr val="075BEA"/>
                </a:solidFill>
                <a:latin typeface="Pretendard"/>
                <a:ea typeface="Pretendard"/>
                <a:cs typeface="Pretendard"/>
              </a:defRPr>
            </a:pPr>
            <a:r>
              <a:rPr sz="2925" b="1">
                <a:solidFill>
                  <a:srgbClr val="075BEA"/>
                </a:solidFill>
                <a:latin typeface="Pretendard"/>
                <a:ea typeface="Pretendard"/>
                <a:cs typeface="Pretendard"/>
              </a:rPr>
              <a:t>6단계 완료 헬프데스크</a:t>
            </a:r>
          </a:p>
        </p:txBody>
      </p:sp>
      <p:pic>
        <p:nvPicPr>
          <p:cNvPr id="24" name="">
            <a:extLst xmlns:a="http://schemas.openxmlformats.org/drawingml/2006/main">
              <a:ext uri="{FF2B5EF4-FFF2-40B4-BE49-F238E27FC236}">
                <a16:creationId xmlns:a16="http://schemas.microsoft.com/office/drawing/2014/main" id="{C27EE5D9-3849-402D-832B-298247878A36}"/>
              </a:ext>
            </a:extLst>
          </p:cNvPr>
          <p:cNvPicPr>
            <a:picLocks xmlns:a="http://schemas.openxmlformats.org/drawingml/2006/main" noChangeAspect="1"/>
          </p:cNvPicPr>
          <p:nvPr/>
        </p:nvPicPr>
        <p:blipFill>
          <a:blip xmlns:r="http://schemas.openxmlformats.org/officeDocument/2006/relationships" xmlns:a="http://schemas.openxmlformats.org/drawingml/2006/main" r:embed="Ra6407aba0c4445ea"/>
          <a:srcRect xmlns:a="http://schemas.openxmlformats.org/drawingml/2006/main" l="0" t="0" r="0" b="73467"/>
          <a:stretch xmlns:a="http://schemas.openxmlformats.org/drawingml/2006/main"/>
        </p:blipFill>
        <p:spPr>
          <a:xfrm xmlns:a="http://schemas.openxmlformats.org/drawingml/2006/main">
            <a:off x="2095500" y="4648200"/>
            <a:ext cx="7524750" cy="2019300"/>
          </a:xfrm>
          <a:prstGeom xmlns:a="http://schemas.openxmlformats.org/drawingml/2006/main" prst="rect">
            <a:avLst/>
          </a:prstGeom>
        </p:spPr>
      </p:pic>
      <p:pic>
        <p:nvPicPr>
          <p:cNvPr id="25" name="">
            <a:extLst xmlns:a="http://schemas.openxmlformats.org/drawingml/2006/main">
              <a:ext uri="{FF2B5EF4-FFF2-40B4-BE49-F238E27FC236}">
                <a16:creationId xmlns:a16="http://schemas.microsoft.com/office/drawing/2014/main" id="{B42E7809-A050-4565-A7D2-E81546740FB3}"/>
              </a:ext>
            </a:extLst>
          </p:cNvPr>
          <p:cNvPicPr>
            <a:picLocks xmlns:a="http://schemas.openxmlformats.org/drawingml/2006/main" noChangeAspect="1"/>
          </p:cNvPicPr>
          <p:nvPr/>
        </p:nvPicPr>
        <p:blipFill>
          <a:blip xmlns:r="http://schemas.openxmlformats.org/officeDocument/2006/relationships" xmlns:a="http://schemas.openxmlformats.org/drawingml/2006/main" r:embed="R5ed127499409409e"/>
          <a:srcRect xmlns:a="http://schemas.openxmlformats.org/drawingml/2006/main" l="2381" t="60814" r="3571" b="10941"/>
          <a:stretch xmlns:a="http://schemas.openxmlformats.org/drawingml/2006/main"/>
        </p:blipFill>
        <p:spPr>
          <a:xfrm xmlns:a="http://schemas.openxmlformats.org/drawingml/2006/main">
            <a:off x="10048875" y="4648200"/>
            <a:ext cx="7524750" cy="2114550"/>
          </a:xfrm>
          <a:prstGeom xmlns:a="http://schemas.openxmlformats.org/drawingml/2006/main" prst="rect">
            <a:avLst/>
          </a:prstGeom>
        </p:spPr>
      </p:pic>
      <p:sp>
        <p:nvSpPr>
          <p:cNvPr id="26" name="원본 화면의 질문·최종 답변 부분 확대">
            <a:extLst xmlns:a="http://schemas.openxmlformats.org/drawingml/2006/main">
              <a:ext uri="{FF2B5EF4-FFF2-40B4-BE49-F238E27FC236}">
                <a16:creationId xmlns:a16="http://schemas.microsoft.com/office/drawing/2014/main" id="{F71C0560-FC51-4F6A-AAE0-17D0CB7D9F07}"/>
              </a:ext>
            </a:extLst>
          </p:cNvPr>
          <p:cNvSpPr>
            <a:spLocks xmlns:a="http://schemas.openxmlformats.org/drawingml/2006/main" noGrp="1"/>
          </p:cNvSpPr>
          <p:nvPr/>
        </p:nvSpPr>
        <p:spPr>
          <a:xfrm xmlns:a="http://schemas.openxmlformats.org/drawingml/2006/main">
            <a:off x="2190750" y="72390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75" b="0">
                <a:solidFill>
                  <a:srgbClr val="686868"/>
                </a:solidFill>
                <a:latin typeface="Pretendard"/>
                <a:ea typeface="Pretendard"/>
                <a:cs typeface="Pretendard"/>
              </a:defRPr>
            </a:defPPr>
            <a:lvl1pPr algn="ctr">
              <a:defRPr sz="2175" b="0">
                <a:solidFill>
                  <a:srgbClr val="686868"/>
                </a:solidFill>
                <a:latin typeface="Pretendard"/>
                <a:ea typeface="Pretendard"/>
                <a:cs typeface="Pretendard"/>
              </a:defRPr>
            </a:lvl1pPr>
            <a:lvl2pPr algn="ctr">
              <a:defRPr sz="2175" b="0">
                <a:solidFill>
                  <a:srgbClr val="686868"/>
                </a:solidFill>
                <a:latin typeface="Pretendard"/>
                <a:ea typeface="Pretendard"/>
                <a:cs typeface="Pretendard"/>
              </a:defRPr>
            </a:lvl2pPr>
            <a:lvl3pPr algn="ctr">
              <a:defRPr sz="2175" b="0">
                <a:solidFill>
                  <a:srgbClr val="686868"/>
                </a:solidFill>
                <a:latin typeface="Pretendard"/>
                <a:ea typeface="Pretendard"/>
                <a:cs typeface="Pretendard"/>
              </a:defRPr>
            </a:lvl3pPr>
            <a:lvl4pPr algn="ctr">
              <a:defRPr sz="2175" b="0">
                <a:solidFill>
                  <a:srgbClr val="686868"/>
                </a:solidFill>
                <a:latin typeface="Pretendard"/>
                <a:ea typeface="Pretendard"/>
                <a:cs typeface="Pretendard"/>
              </a:defRPr>
            </a:lvl4pPr>
            <a:lvl5pPr algn="ctr">
              <a:defRPr sz="2175" b="0">
                <a:solidFill>
                  <a:srgbClr val="686868"/>
                </a:solidFill>
                <a:latin typeface="Pretendard"/>
                <a:ea typeface="Pretendard"/>
                <a:cs typeface="Pretendard"/>
              </a:defRPr>
            </a:lvl5pPr>
            <a:lvl6pPr algn="ctr">
              <a:defRPr sz="2175" b="0">
                <a:solidFill>
                  <a:srgbClr val="686868"/>
                </a:solidFill>
                <a:latin typeface="Pretendard"/>
                <a:ea typeface="Pretendard"/>
                <a:cs typeface="Pretendard"/>
              </a:defRPr>
            </a:lvl6pPr>
            <a:lvl7pPr algn="ctr">
              <a:defRPr sz="2175" b="0">
                <a:solidFill>
                  <a:srgbClr val="686868"/>
                </a:solidFill>
                <a:latin typeface="Pretendard"/>
                <a:ea typeface="Pretendard"/>
                <a:cs typeface="Pretendard"/>
              </a:defRPr>
            </a:lvl7pPr>
            <a:lvl8pPr algn="ctr">
              <a:defRPr sz="2175" b="0">
                <a:solidFill>
                  <a:srgbClr val="686868"/>
                </a:solidFill>
                <a:latin typeface="Pretendard"/>
                <a:ea typeface="Pretendard"/>
                <a:cs typeface="Pretendard"/>
              </a:defRPr>
            </a:lvl8pPr>
            <a:lvl9pPr algn="ctr">
              <a:defRPr sz="2175" b="0">
                <a:solidFill>
                  <a:srgbClr val="686868"/>
                </a:solidFill>
                <a:latin typeface="Pretendard"/>
                <a:ea typeface="Pretendard"/>
                <a:cs typeface="Pretendard"/>
              </a:defRPr>
            </a:lvl9pPr>
          </a:lstStyle>
          <a:p xmlns:a="http://schemas.openxmlformats.org/drawingml/2006/main">
            <a:pPr algn="ctr">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원본 화면의 질문·최종 답변 부분 확대</a:t>
            </a:r>
          </a:p>
        </p:txBody>
      </p:sp>
      <p:sp>
        <p:nvSpPr>
          <p:cNvPr id="27" name="개선 화면의 문의 정보·추가 질문 부분 확대">
            <a:extLst xmlns:a="http://schemas.openxmlformats.org/drawingml/2006/main">
              <a:ext uri="{FF2B5EF4-FFF2-40B4-BE49-F238E27FC236}">
                <a16:creationId xmlns:a16="http://schemas.microsoft.com/office/drawing/2014/main" id="{BF548EA5-03C4-436E-BFAE-B319AE528419}"/>
              </a:ext>
            </a:extLst>
          </p:cNvPr>
          <p:cNvSpPr>
            <a:spLocks xmlns:a="http://schemas.openxmlformats.org/drawingml/2006/main" noGrp="1"/>
          </p:cNvSpPr>
          <p:nvPr/>
        </p:nvSpPr>
        <p:spPr>
          <a:xfrm xmlns:a="http://schemas.openxmlformats.org/drawingml/2006/main">
            <a:off x="10096500" y="72390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75" b="0">
                <a:solidFill>
                  <a:srgbClr val="686868"/>
                </a:solidFill>
                <a:latin typeface="Pretendard"/>
                <a:ea typeface="Pretendard"/>
                <a:cs typeface="Pretendard"/>
              </a:defRPr>
            </a:defPPr>
            <a:lvl1pPr algn="ctr">
              <a:defRPr sz="2175" b="0">
                <a:solidFill>
                  <a:srgbClr val="686868"/>
                </a:solidFill>
                <a:latin typeface="Pretendard"/>
                <a:ea typeface="Pretendard"/>
                <a:cs typeface="Pretendard"/>
              </a:defRPr>
            </a:lvl1pPr>
            <a:lvl2pPr algn="ctr">
              <a:defRPr sz="2175" b="0">
                <a:solidFill>
                  <a:srgbClr val="686868"/>
                </a:solidFill>
                <a:latin typeface="Pretendard"/>
                <a:ea typeface="Pretendard"/>
                <a:cs typeface="Pretendard"/>
              </a:defRPr>
            </a:lvl2pPr>
            <a:lvl3pPr algn="ctr">
              <a:defRPr sz="2175" b="0">
                <a:solidFill>
                  <a:srgbClr val="686868"/>
                </a:solidFill>
                <a:latin typeface="Pretendard"/>
                <a:ea typeface="Pretendard"/>
                <a:cs typeface="Pretendard"/>
              </a:defRPr>
            </a:lvl3pPr>
            <a:lvl4pPr algn="ctr">
              <a:defRPr sz="2175" b="0">
                <a:solidFill>
                  <a:srgbClr val="686868"/>
                </a:solidFill>
                <a:latin typeface="Pretendard"/>
                <a:ea typeface="Pretendard"/>
                <a:cs typeface="Pretendard"/>
              </a:defRPr>
            </a:lvl4pPr>
            <a:lvl5pPr algn="ctr">
              <a:defRPr sz="2175" b="0">
                <a:solidFill>
                  <a:srgbClr val="686868"/>
                </a:solidFill>
                <a:latin typeface="Pretendard"/>
                <a:ea typeface="Pretendard"/>
                <a:cs typeface="Pretendard"/>
              </a:defRPr>
            </a:lvl5pPr>
            <a:lvl6pPr algn="ctr">
              <a:defRPr sz="2175" b="0">
                <a:solidFill>
                  <a:srgbClr val="686868"/>
                </a:solidFill>
                <a:latin typeface="Pretendard"/>
                <a:ea typeface="Pretendard"/>
                <a:cs typeface="Pretendard"/>
              </a:defRPr>
            </a:lvl6pPr>
            <a:lvl7pPr algn="ctr">
              <a:defRPr sz="2175" b="0">
                <a:solidFill>
                  <a:srgbClr val="686868"/>
                </a:solidFill>
                <a:latin typeface="Pretendard"/>
                <a:ea typeface="Pretendard"/>
                <a:cs typeface="Pretendard"/>
              </a:defRPr>
            </a:lvl7pPr>
            <a:lvl8pPr algn="ctr">
              <a:defRPr sz="2175" b="0">
                <a:solidFill>
                  <a:srgbClr val="686868"/>
                </a:solidFill>
                <a:latin typeface="Pretendard"/>
                <a:ea typeface="Pretendard"/>
                <a:cs typeface="Pretendard"/>
              </a:defRPr>
            </a:lvl8pPr>
            <a:lvl9pPr algn="ctr">
              <a:defRPr sz="2175" b="0">
                <a:solidFill>
                  <a:srgbClr val="686868"/>
                </a:solidFill>
                <a:latin typeface="Pretendard"/>
                <a:ea typeface="Pretendard"/>
                <a:cs typeface="Pretendard"/>
              </a:defRPr>
            </a:lvl9pPr>
          </a:lstStyle>
          <a:p xmlns:a="http://schemas.openxmlformats.org/drawingml/2006/main">
            <a:pPr algn="ctr">
              <a:defRPr sz="2175" b="0">
                <a:solidFill>
                  <a:srgbClr val="686868"/>
                </a:solidFill>
                <a:latin typeface="Pretendard"/>
                <a:ea typeface="Pretendard"/>
                <a:cs typeface="Pretendard"/>
              </a:defRPr>
            </a:pPr>
            <a:r>
              <a:rPr sz="2175" b="0">
                <a:solidFill>
                  <a:srgbClr val="686868"/>
                </a:solidFill>
                <a:latin typeface="Pretendard"/>
                <a:ea typeface="Pretendard"/>
                <a:cs typeface="Pretendard"/>
              </a:rPr>
              <a:t>개선 화면의 문의 정보·추가 질문 부분 확대</a:t>
            </a:r>
          </a:p>
        </p:txBody>
      </p:sp>
      <p:sp>
        <p:nvSpPr>
          <p:cNvPr id="28" name="일반 대화로 분류 → 점검 없이 인사">
            <a:extLst xmlns:a="http://schemas.openxmlformats.org/drawingml/2006/main">
              <a:ext uri="{FF2B5EF4-FFF2-40B4-BE49-F238E27FC236}">
                <a16:creationId xmlns:a16="http://schemas.microsoft.com/office/drawing/2014/main" id="{F25E0C35-037C-4F6D-BCF5-1537715CF986}"/>
              </a:ext>
            </a:extLst>
          </p:cNvPr>
          <p:cNvSpPr>
            <a:spLocks xmlns:a="http://schemas.openxmlformats.org/drawingml/2006/main" noGrp="1"/>
          </p:cNvSpPr>
          <p:nvPr/>
        </p:nvSpPr>
        <p:spPr>
          <a:xfrm xmlns:a="http://schemas.openxmlformats.org/drawingml/2006/main">
            <a:off x="2190750" y="823912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101010"/>
                </a:solidFill>
                <a:latin typeface="Pretendard"/>
                <a:ea typeface="Pretendard"/>
                <a:cs typeface="Pretendard"/>
              </a:defRPr>
            </a:defPPr>
            <a:lvl1pPr algn="ctr">
              <a:defRPr sz="2550" b="1">
                <a:solidFill>
                  <a:srgbClr val="101010"/>
                </a:solidFill>
                <a:latin typeface="Pretendard"/>
                <a:ea typeface="Pretendard"/>
                <a:cs typeface="Pretendard"/>
              </a:defRPr>
            </a:lvl1pPr>
            <a:lvl2pPr algn="ctr">
              <a:defRPr sz="2550" b="1">
                <a:solidFill>
                  <a:srgbClr val="101010"/>
                </a:solidFill>
                <a:latin typeface="Pretendard"/>
                <a:ea typeface="Pretendard"/>
                <a:cs typeface="Pretendard"/>
              </a:defRPr>
            </a:lvl2pPr>
            <a:lvl3pPr algn="ctr">
              <a:defRPr sz="2550" b="1">
                <a:solidFill>
                  <a:srgbClr val="101010"/>
                </a:solidFill>
                <a:latin typeface="Pretendard"/>
                <a:ea typeface="Pretendard"/>
                <a:cs typeface="Pretendard"/>
              </a:defRPr>
            </a:lvl3pPr>
            <a:lvl4pPr algn="ctr">
              <a:defRPr sz="2550" b="1">
                <a:solidFill>
                  <a:srgbClr val="101010"/>
                </a:solidFill>
                <a:latin typeface="Pretendard"/>
                <a:ea typeface="Pretendard"/>
                <a:cs typeface="Pretendard"/>
              </a:defRPr>
            </a:lvl4pPr>
            <a:lvl5pPr algn="ctr">
              <a:defRPr sz="2550" b="1">
                <a:solidFill>
                  <a:srgbClr val="101010"/>
                </a:solidFill>
                <a:latin typeface="Pretendard"/>
                <a:ea typeface="Pretendard"/>
                <a:cs typeface="Pretendard"/>
              </a:defRPr>
            </a:lvl5pPr>
            <a:lvl6pPr algn="ctr">
              <a:defRPr sz="2550" b="1">
                <a:solidFill>
                  <a:srgbClr val="101010"/>
                </a:solidFill>
                <a:latin typeface="Pretendard"/>
                <a:ea typeface="Pretendard"/>
                <a:cs typeface="Pretendard"/>
              </a:defRPr>
            </a:lvl6pPr>
            <a:lvl7pPr algn="ctr">
              <a:defRPr sz="2550" b="1">
                <a:solidFill>
                  <a:srgbClr val="101010"/>
                </a:solidFill>
                <a:latin typeface="Pretendard"/>
                <a:ea typeface="Pretendard"/>
                <a:cs typeface="Pretendard"/>
              </a:defRPr>
            </a:lvl7pPr>
            <a:lvl8pPr algn="ctr">
              <a:defRPr sz="2550" b="1">
                <a:solidFill>
                  <a:srgbClr val="101010"/>
                </a:solidFill>
                <a:latin typeface="Pretendard"/>
                <a:ea typeface="Pretendard"/>
                <a:cs typeface="Pretendard"/>
              </a:defRPr>
            </a:lvl8pPr>
            <a:lvl9pPr algn="ctr">
              <a:defRPr sz="2550" b="1">
                <a:solidFill>
                  <a:srgbClr val="101010"/>
                </a:solidFill>
                <a:latin typeface="Pretendard"/>
                <a:ea typeface="Pretendard"/>
                <a:cs typeface="Pretendard"/>
              </a:defRPr>
            </a:lvl9pPr>
          </a:lstStyle>
          <a:p xmlns:a="http://schemas.openxmlformats.org/drawingml/2006/main">
            <a:pPr algn="ctr">
              <a:defRPr sz="2550" b="1">
                <a:solidFill>
                  <a:srgbClr val="101010"/>
                </a:solidFill>
                <a:latin typeface="Pretendard"/>
                <a:ea typeface="Pretendard"/>
                <a:cs typeface="Pretendard"/>
              </a:defRPr>
            </a:pPr>
            <a:r>
              <a:rPr sz="2550" b="1">
                <a:solidFill>
                  <a:srgbClr val="101010"/>
                </a:solidFill>
                <a:latin typeface="Pretendard"/>
                <a:ea typeface="Pretendard"/>
                <a:cs typeface="Pretendard"/>
              </a:rPr>
              <a:t>일반 대화로 분류 → 점검 없이 인사</a:t>
            </a:r>
          </a:p>
        </p:txBody>
      </p:sp>
      <p:sp>
        <p:nvSpPr>
          <p:cNvPr id="29" name="선택 시스템 점검 → 접수 정보·추가 질문">
            <a:extLst xmlns:a="http://schemas.openxmlformats.org/drawingml/2006/main">
              <a:ext uri="{FF2B5EF4-FFF2-40B4-BE49-F238E27FC236}">
                <a16:creationId xmlns:a16="http://schemas.microsoft.com/office/drawing/2014/main" id="{CA23FD1B-200C-404C-B23B-46581D2D50DA}"/>
              </a:ext>
            </a:extLst>
          </p:cNvPr>
          <p:cNvSpPr>
            <a:spLocks xmlns:a="http://schemas.openxmlformats.org/drawingml/2006/main" noGrp="1"/>
          </p:cNvSpPr>
          <p:nvPr/>
        </p:nvSpPr>
        <p:spPr>
          <a:xfrm xmlns:a="http://schemas.openxmlformats.org/drawingml/2006/main">
            <a:off x="10096500" y="8239125"/>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550" b="1">
                <a:solidFill>
                  <a:srgbClr val="101010"/>
                </a:solidFill>
                <a:latin typeface="Pretendard"/>
                <a:ea typeface="Pretendard"/>
                <a:cs typeface="Pretendard"/>
              </a:defRPr>
            </a:defPPr>
            <a:lvl1pPr algn="ctr">
              <a:defRPr sz="2550" b="1">
                <a:solidFill>
                  <a:srgbClr val="101010"/>
                </a:solidFill>
                <a:latin typeface="Pretendard"/>
                <a:ea typeface="Pretendard"/>
                <a:cs typeface="Pretendard"/>
              </a:defRPr>
            </a:lvl1pPr>
            <a:lvl2pPr algn="ctr">
              <a:defRPr sz="2550" b="1">
                <a:solidFill>
                  <a:srgbClr val="101010"/>
                </a:solidFill>
                <a:latin typeface="Pretendard"/>
                <a:ea typeface="Pretendard"/>
                <a:cs typeface="Pretendard"/>
              </a:defRPr>
            </a:lvl2pPr>
            <a:lvl3pPr algn="ctr">
              <a:defRPr sz="2550" b="1">
                <a:solidFill>
                  <a:srgbClr val="101010"/>
                </a:solidFill>
                <a:latin typeface="Pretendard"/>
                <a:ea typeface="Pretendard"/>
                <a:cs typeface="Pretendard"/>
              </a:defRPr>
            </a:lvl3pPr>
            <a:lvl4pPr algn="ctr">
              <a:defRPr sz="2550" b="1">
                <a:solidFill>
                  <a:srgbClr val="101010"/>
                </a:solidFill>
                <a:latin typeface="Pretendard"/>
                <a:ea typeface="Pretendard"/>
                <a:cs typeface="Pretendard"/>
              </a:defRPr>
            </a:lvl4pPr>
            <a:lvl5pPr algn="ctr">
              <a:defRPr sz="2550" b="1">
                <a:solidFill>
                  <a:srgbClr val="101010"/>
                </a:solidFill>
                <a:latin typeface="Pretendard"/>
                <a:ea typeface="Pretendard"/>
                <a:cs typeface="Pretendard"/>
              </a:defRPr>
            </a:lvl5pPr>
            <a:lvl6pPr algn="ctr">
              <a:defRPr sz="2550" b="1">
                <a:solidFill>
                  <a:srgbClr val="101010"/>
                </a:solidFill>
                <a:latin typeface="Pretendard"/>
                <a:ea typeface="Pretendard"/>
                <a:cs typeface="Pretendard"/>
              </a:defRPr>
            </a:lvl6pPr>
            <a:lvl7pPr algn="ctr">
              <a:defRPr sz="2550" b="1">
                <a:solidFill>
                  <a:srgbClr val="101010"/>
                </a:solidFill>
                <a:latin typeface="Pretendard"/>
                <a:ea typeface="Pretendard"/>
                <a:cs typeface="Pretendard"/>
              </a:defRPr>
            </a:lvl7pPr>
            <a:lvl8pPr algn="ctr">
              <a:defRPr sz="2550" b="1">
                <a:solidFill>
                  <a:srgbClr val="101010"/>
                </a:solidFill>
                <a:latin typeface="Pretendard"/>
                <a:ea typeface="Pretendard"/>
                <a:cs typeface="Pretendard"/>
              </a:defRPr>
            </a:lvl8pPr>
            <a:lvl9pPr algn="ctr">
              <a:defRPr sz="2550" b="1">
                <a:solidFill>
                  <a:srgbClr val="101010"/>
                </a:solidFill>
                <a:latin typeface="Pretendard"/>
                <a:ea typeface="Pretendard"/>
                <a:cs typeface="Pretendard"/>
              </a:defRPr>
            </a:lvl9pPr>
          </a:lstStyle>
          <a:p xmlns:a="http://schemas.openxmlformats.org/drawingml/2006/main">
            <a:pPr algn="ctr">
              <a:defRPr sz="2550" b="1">
                <a:solidFill>
                  <a:srgbClr val="101010"/>
                </a:solidFill>
                <a:latin typeface="Pretendard"/>
                <a:ea typeface="Pretendard"/>
                <a:cs typeface="Pretendard"/>
              </a:defRPr>
            </a:pPr>
            <a:r>
              <a:rPr sz="2550" b="1">
                <a:solidFill>
                  <a:srgbClr val="101010"/>
                </a:solidFill>
                <a:latin typeface="Pretendard"/>
                <a:ea typeface="Pretendard"/>
                <a:cs typeface="Pretendard"/>
              </a:rPr>
              <a:t>선택 시스템 점검 → 접수 정보·추가 질문</a:t>
            </a:r>
          </a:p>
        </p:txBody>
      </p:sp>
      <p:sp>
        <p:nvSpPr>
          <p:cNvPr id="30" name="동일 질문 · 양쪽 fake 생성 모델 · 개선본은 서비스 선택 추가 · 실제 LLM ">
            <a:extLst xmlns:a="http://schemas.openxmlformats.org/drawingml/2006/main">
              <a:ext uri="{FF2B5EF4-FFF2-40B4-BE49-F238E27FC236}">
                <a16:creationId xmlns:a16="http://schemas.microsoft.com/office/drawing/2014/main" id="{F7DFDBF9-2C3E-40E6-813B-ED72A8062604}"/>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동일 질문 · 양쪽 fake 생성 모델 · 개선본은 서비스 선택 추가 · 실제 LLM 진단 정확도 비교가 아님</a:t>
            </a:r>
          </a:p>
        </p:txBody>
      </p:sp>
    </p:spTree>
    <p:extLst>
      <p:ext uri="{BB962C8B-B14F-4D97-AF65-F5344CB8AC3E}">
        <p14:creationId xmlns:p14="http://schemas.microsoft.com/office/powerpoint/2010/main" val="1639852189"/>
      </p:ext>
    </p:extLst>
  </p:cSld>
</p:sld>
</file>

<file path=ppt/slides/slide17.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bac0145fba1f4a43">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cb1ae6c8de4c47fb">
            <a:extLst>
              <a:ext uri="{96DAC541-7B7A-43D3-8B79-37D633B846F1}">
                <asvg:svgBlip xmlns:asvg="http://schemas.microsoft.com/office/drawing/2016/SVG/main" r:embed="Rbf40b1b6bcd14c39"/>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825639c3a05e4fc0">
            <a:alphaModFix amt="75000"/>
            <a:extLst>
              <a:ext uri="{96DAC541-7B7A-43D3-8B79-37D633B846F1}">
                <asvg:svgBlip xmlns:asvg="http://schemas.microsoft.com/office/drawing/2016/SVG/main" r:embed="Rb1ebab3cda304da3"/>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1ce8376e258a499a">
            <a:extLst>
              <a:ext uri="{96DAC541-7B7A-43D3-8B79-37D633B846F1}">
                <asvg:svgBlip xmlns:asvg="http://schemas.microsoft.com/office/drawing/2016/SVG/main" r:embed="R2e30b30d6638495f"/>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668579eed9ba476d">
            <a:extLst>
              <a:ext uri="{96DAC541-7B7A-43D3-8B79-37D633B846F1}">
                <asvg:svgBlip xmlns:asvg="http://schemas.microsoft.com/office/drawing/2016/SVG/main" r:embed="R89fbf579be244390"/>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55bc7e26ac094a3f">
            <a:extLst>
              <a:ext uri="{96DAC541-7B7A-43D3-8B79-37D633B846F1}">
                <asvg:svgBlip xmlns:asvg="http://schemas.microsoft.com/office/drawing/2016/SVG/main" r:embed="Rbdb51cc80675441e"/>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4cecb702e5e146e0"/>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a2a9ca7d92764878">
            <a:extLst>
              <a:ext uri="{96DAC541-7B7A-43D3-8B79-37D633B846F1}">
                <asvg:svgBlip xmlns:asvg="http://schemas.microsoft.com/office/drawing/2016/SVG/main" r:embed="Rb880b574bc934ef5"/>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bddeb663c34844ed">
            <a:extLst>
              <a:ext uri="{96DAC541-7B7A-43D3-8B79-37D633B846F1}">
                <asvg:svgBlip xmlns:asvg="http://schemas.microsoft.com/office/drawing/2016/SVG/main" r:embed="R799f674001554853"/>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b268340da1d64579">
            <a:extLst>
              <a:ext uri="{96DAC541-7B7A-43D3-8B79-37D633B846F1}">
                <asvg:svgBlip xmlns:asvg="http://schemas.microsoft.com/office/drawing/2016/SVG/main" r:embed="R7e16aff178204003"/>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b241f3b4fbe343ca">
            <a:extLst>
              <a:ext uri="{96DAC541-7B7A-43D3-8B79-37D633B846F1}">
                <asvg:svgBlip xmlns:asvg="http://schemas.microsoft.com/office/drawing/2016/SVG/main" r:embed="Rc4b3d106231e46e7"/>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b241f3b4fbe343ca">
            <a:extLst>
              <a:ext uri="{96DAC541-7B7A-43D3-8B79-37D633B846F1}">
                <asvg:svgBlip xmlns:asvg="http://schemas.microsoft.com/office/drawing/2016/SVG/main" r:embed="Rc4b3d106231e46e7"/>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b241f3b4fbe343ca">
            <a:extLst>
              <a:ext uri="{96DAC541-7B7A-43D3-8B79-37D633B846F1}">
                <asvg:svgBlip xmlns:asvg="http://schemas.microsoft.com/office/drawing/2016/SVG/main" r:embed="Rc4b3d106231e46e7"/>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b241f3b4fbe343ca">
            <a:extLst>
              <a:ext uri="{96DAC541-7B7A-43D3-8B79-37D633B846F1}">
                <asvg:svgBlip xmlns:asvg="http://schemas.microsoft.com/office/drawing/2016/SVG/main" r:embed="Rc4b3d106231e46e7"/>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ce8430159e764e26">
            <a:extLst>
              <a:ext uri="{96DAC541-7B7A-43D3-8B79-37D633B846F1}">
                <asvg:svgBlip xmlns:asvg="http://schemas.microsoft.com/office/drawing/2016/SVG/main" r:embed="R624619f7c1704bb9"/>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921951EF-141E-4DA3-A499-44DC9F7B2AD9}"/>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7">
            <a:extLst xmlns:a="http://schemas.openxmlformats.org/drawingml/2006/main">
              <a:ext uri="{FF2B5EF4-FFF2-40B4-BE49-F238E27FC236}">
                <a16:creationId xmlns:a16="http://schemas.microsoft.com/office/drawing/2014/main" id="{66815BD8-2311-4A34-BB62-77C5DF61807A}"/>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17</a:t>
            </a:r>
          </a:p>
        </p:txBody>
      </p:sp>
      <p:sp>
        <p:nvSpPr>
          <p:cNvPr id="20" name="RAG 도입 전·후 검색 결과">
            <a:extLst xmlns:a="http://schemas.openxmlformats.org/drawingml/2006/main">
              <a:ext uri="{FF2B5EF4-FFF2-40B4-BE49-F238E27FC236}">
                <a16:creationId xmlns:a16="http://schemas.microsoft.com/office/drawing/2014/main" id="{A116285C-55E7-4115-BE28-FABCBF25E96B}"/>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RAG 도입 전·후 검색 결과</a:t>
            </a:r>
          </a:p>
        </p:txBody>
      </p:sp>
      <p:sp>
        <p:nvSpPr>
          <p:cNvPr id="21" name="">
            <a:extLst xmlns:a="http://schemas.openxmlformats.org/drawingml/2006/main">
              <a:ext uri="{FF2B5EF4-FFF2-40B4-BE49-F238E27FC236}">
                <a16:creationId xmlns:a16="http://schemas.microsoft.com/office/drawing/2014/main" id="{CF6B595F-2D88-44C5-A164-723B1E8D5EDC}"/>
              </a:ext>
            </a:extLst>
          </p:cNvPr>
          <p:cNvSpPr>
            <a:spLocks xmlns:a="http://schemas.openxmlformats.org/drawingml/2006/main" noGrp="1"/>
          </p:cNvSpPr>
          <p:nvPr/>
        </p:nvSpPr>
        <p:spPr>
          <a:xfrm xmlns:a="http://schemas.openxmlformats.org/drawingml/2006/main">
            <a:off x="2095500" y="2809875"/>
            <a:ext cx="7381875" cy="6172200"/>
          </a:xfrm>
          <a:prstGeom xmlns:a="http://schemas.openxmlformats.org/drawingml/2006/main" prst="roundRect">
            <a:avLst>
              <a:gd name="adj" fmla="val 3086"/>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ED934CAE-3CE5-4A47-88FE-AAB94F67BA2F}"/>
              </a:ext>
            </a:extLst>
          </p:cNvPr>
          <p:cNvSpPr>
            <a:spLocks xmlns:a="http://schemas.openxmlformats.org/drawingml/2006/main" noGrp="1"/>
          </p:cNvSpPr>
          <p:nvPr/>
        </p:nvSpPr>
        <p:spPr>
          <a:xfrm xmlns:a="http://schemas.openxmlformats.org/drawingml/2006/main">
            <a:off x="9858375" y="2809875"/>
            <a:ext cx="7715250" cy="6172200"/>
          </a:xfrm>
          <a:prstGeom xmlns:a="http://schemas.openxmlformats.org/drawingml/2006/main" prst="roundRect">
            <a:avLst>
              <a:gd name="adj" fmla="val 3086"/>
            </a:avLst>
          </a:prstGeom>
          <a:solidFill xmlns:a="http://schemas.openxmlformats.org/drawingml/2006/main">
            <a:srgbClr val="FFFFFF"/>
          </a:solidFill>
          <a:ln xmlns:a="http://schemas.openxmlformats.org/drawingml/2006/main" w="10478">
            <a:solidFill>
              <a:srgbClr val="BCBEC4"/>
            </a:solidFill>
          </a:ln>
        </p:spPr>
      </p:sp>
      <p:sp>
        <p:nvSpPr>
          <p:cNvPr id="23" name="같은 Runbook 정답 질문 4개">
            <a:extLst xmlns:a="http://schemas.openxmlformats.org/drawingml/2006/main">
              <a:ext uri="{FF2B5EF4-FFF2-40B4-BE49-F238E27FC236}">
                <a16:creationId xmlns:a16="http://schemas.microsoft.com/office/drawing/2014/main" id="{9DD07115-5E78-4CE7-BA29-F29D7806C01A}"/>
              </a:ext>
            </a:extLst>
          </p:cNvPr>
          <p:cNvSpPr>
            <a:spLocks xmlns:a="http://schemas.openxmlformats.org/drawingml/2006/main" noGrp="1"/>
          </p:cNvSpPr>
          <p:nvPr/>
        </p:nvSpPr>
        <p:spPr>
          <a:xfrm xmlns:a="http://schemas.openxmlformats.org/drawingml/2006/main">
            <a:off x="2381250" y="3095625"/>
            <a:ext cx="6810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25" b="1">
                <a:solidFill>
                  <a:srgbClr val="101010"/>
                </a:solidFill>
                <a:latin typeface="Pretendard"/>
                <a:ea typeface="Pretendard"/>
                <a:cs typeface="Pretendard"/>
              </a:defRPr>
            </a:defPPr>
            <a:lvl1pPr algn="ctr">
              <a:defRPr sz="2625" b="1">
                <a:solidFill>
                  <a:srgbClr val="101010"/>
                </a:solidFill>
                <a:latin typeface="Pretendard"/>
                <a:ea typeface="Pretendard"/>
                <a:cs typeface="Pretendard"/>
              </a:defRPr>
            </a:lvl1pPr>
            <a:lvl2pPr algn="ctr">
              <a:defRPr sz="2625" b="1">
                <a:solidFill>
                  <a:srgbClr val="101010"/>
                </a:solidFill>
                <a:latin typeface="Pretendard"/>
                <a:ea typeface="Pretendard"/>
                <a:cs typeface="Pretendard"/>
              </a:defRPr>
            </a:lvl2pPr>
            <a:lvl3pPr algn="ctr">
              <a:defRPr sz="2625" b="1">
                <a:solidFill>
                  <a:srgbClr val="101010"/>
                </a:solidFill>
                <a:latin typeface="Pretendard"/>
                <a:ea typeface="Pretendard"/>
                <a:cs typeface="Pretendard"/>
              </a:defRPr>
            </a:lvl3pPr>
            <a:lvl4pPr algn="ctr">
              <a:defRPr sz="2625" b="1">
                <a:solidFill>
                  <a:srgbClr val="101010"/>
                </a:solidFill>
                <a:latin typeface="Pretendard"/>
                <a:ea typeface="Pretendard"/>
                <a:cs typeface="Pretendard"/>
              </a:defRPr>
            </a:lvl4pPr>
            <a:lvl5pPr algn="ctr">
              <a:defRPr sz="2625" b="1">
                <a:solidFill>
                  <a:srgbClr val="101010"/>
                </a:solidFill>
                <a:latin typeface="Pretendard"/>
                <a:ea typeface="Pretendard"/>
                <a:cs typeface="Pretendard"/>
              </a:defRPr>
            </a:lvl5pPr>
            <a:lvl6pPr algn="ctr">
              <a:defRPr sz="2625" b="1">
                <a:solidFill>
                  <a:srgbClr val="101010"/>
                </a:solidFill>
                <a:latin typeface="Pretendard"/>
                <a:ea typeface="Pretendard"/>
                <a:cs typeface="Pretendard"/>
              </a:defRPr>
            </a:lvl6pPr>
            <a:lvl7pPr algn="ctr">
              <a:defRPr sz="2625" b="1">
                <a:solidFill>
                  <a:srgbClr val="101010"/>
                </a:solidFill>
                <a:latin typeface="Pretendard"/>
                <a:ea typeface="Pretendard"/>
                <a:cs typeface="Pretendard"/>
              </a:defRPr>
            </a:lvl7pPr>
            <a:lvl8pPr algn="ctr">
              <a:defRPr sz="2625" b="1">
                <a:solidFill>
                  <a:srgbClr val="101010"/>
                </a:solidFill>
                <a:latin typeface="Pretendard"/>
                <a:ea typeface="Pretendard"/>
                <a:cs typeface="Pretendard"/>
              </a:defRPr>
            </a:lvl8pPr>
            <a:lvl9pPr algn="ctr">
              <a:defRPr sz="2625" b="1">
                <a:solidFill>
                  <a:srgbClr val="101010"/>
                </a:solidFill>
                <a:latin typeface="Pretendard"/>
                <a:ea typeface="Pretendard"/>
                <a:cs typeface="Pretendard"/>
              </a:defRPr>
            </a:lvl9pPr>
          </a:lstStyle>
          <a:p xmlns:a="http://schemas.openxmlformats.org/drawingml/2006/main">
            <a:pPr algn="ctr">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같은 Runbook 정답 질문 4개</a:t>
            </a:r>
          </a:p>
        </p:txBody>
      </p:sp>
      <p:graphicFrame>
        <p:nvGraphicFramePr>
          <p:cNvPr id="24" name="Chart">
            <a:extLst xmlns:a="http://schemas.openxmlformats.org/drawingml/2006/main">
              <a:ext uri="{FF2B5EF4-FFF2-40B4-BE49-F238E27FC236}">
                <a16:creationId xmlns:a16="http://schemas.microsoft.com/office/drawing/2014/main" id="{2457C672-A029-4547-8F86-C6288C83CE11}"/>
              </a:ext>
            </a:extLst>
          </p:cNvPr>
          <p:cNvGraphicFramePr/>
          <p:nvPr/>
        </p:nvGraphicFramePr>
        <p:xfrm>
          <a:off xmlns:a="http://schemas.openxmlformats.org/drawingml/2006/main" x="2428875" y="4010025"/>
          <a:ext xmlns:a="http://schemas.openxmlformats.org/drawingml/2006/main" cx="6667500" cy="3790950"/>
        </p:xfrm>
        <a:graphic xmlns:a="http://schemas.openxmlformats.org/drawingml/2006/main">
          <a:graphicData uri="http://schemas.openxmlformats.org/drawingml/2006/chart">
            <c:chart xmlns:r="http://schemas.openxmlformats.org/officeDocument/2006/relationships" xmlns:c="http://schemas.openxmlformats.org/drawingml/2006/chart" r:id="R13613759d7ab42c4"/>
          </a:graphicData>
        </a:graphic>
      </p:graphicFrame>
      <p:sp>
        <p:nvSpPr>
          <p:cNvPr id="25" name="1/4 → 4/4">
            <a:extLst xmlns:a="http://schemas.openxmlformats.org/drawingml/2006/main">
              <a:ext uri="{FF2B5EF4-FFF2-40B4-BE49-F238E27FC236}">
                <a16:creationId xmlns:a16="http://schemas.microsoft.com/office/drawing/2014/main" id="{CA3A38F0-F117-4775-9D14-AE6C4D623C28}"/>
              </a:ext>
            </a:extLst>
          </p:cNvPr>
          <p:cNvSpPr>
            <a:spLocks xmlns:a="http://schemas.openxmlformats.org/drawingml/2006/main" noGrp="1"/>
          </p:cNvSpPr>
          <p:nvPr/>
        </p:nvSpPr>
        <p:spPr>
          <a:xfrm xmlns:a="http://schemas.openxmlformats.org/drawingml/2006/main">
            <a:off x="2381250" y="8010525"/>
            <a:ext cx="681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900" b="1">
                <a:solidFill>
                  <a:srgbClr val="075BEA"/>
                </a:solidFill>
                <a:latin typeface="Pretendard"/>
                <a:ea typeface="Pretendard"/>
                <a:cs typeface="Pretendard"/>
              </a:defRPr>
            </a:defPPr>
            <a:lvl1pPr algn="ctr">
              <a:defRPr sz="3900" b="1">
                <a:solidFill>
                  <a:srgbClr val="075BEA"/>
                </a:solidFill>
                <a:latin typeface="Pretendard"/>
                <a:ea typeface="Pretendard"/>
                <a:cs typeface="Pretendard"/>
              </a:defRPr>
            </a:lvl1pPr>
            <a:lvl2pPr algn="ctr">
              <a:defRPr sz="3900" b="1">
                <a:solidFill>
                  <a:srgbClr val="075BEA"/>
                </a:solidFill>
                <a:latin typeface="Pretendard"/>
                <a:ea typeface="Pretendard"/>
                <a:cs typeface="Pretendard"/>
              </a:defRPr>
            </a:lvl2pPr>
            <a:lvl3pPr algn="ctr">
              <a:defRPr sz="3900" b="1">
                <a:solidFill>
                  <a:srgbClr val="075BEA"/>
                </a:solidFill>
                <a:latin typeface="Pretendard"/>
                <a:ea typeface="Pretendard"/>
                <a:cs typeface="Pretendard"/>
              </a:defRPr>
            </a:lvl3pPr>
            <a:lvl4pPr algn="ctr">
              <a:defRPr sz="3900" b="1">
                <a:solidFill>
                  <a:srgbClr val="075BEA"/>
                </a:solidFill>
                <a:latin typeface="Pretendard"/>
                <a:ea typeface="Pretendard"/>
                <a:cs typeface="Pretendard"/>
              </a:defRPr>
            </a:lvl4pPr>
            <a:lvl5pPr algn="ctr">
              <a:defRPr sz="3900" b="1">
                <a:solidFill>
                  <a:srgbClr val="075BEA"/>
                </a:solidFill>
                <a:latin typeface="Pretendard"/>
                <a:ea typeface="Pretendard"/>
                <a:cs typeface="Pretendard"/>
              </a:defRPr>
            </a:lvl5pPr>
            <a:lvl6pPr algn="ctr">
              <a:defRPr sz="3900" b="1">
                <a:solidFill>
                  <a:srgbClr val="075BEA"/>
                </a:solidFill>
                <a:latin typeface="Pretendard"/>
                <a:ea typeface="Pretendard"/>
                <a:cs typeface="Pretendard"/>
              </a:defRPr>
            </a:lvl6pPr>
            <a:lvl7pPr algn="ctr">
              <a:defRPr sz="3900" b="1">
                <a:solidFill>
                  <a:srgbClr val="075BEA"/>
                </a:solidFill>
                <a:latin typeface="Pretendard"/>
                <a:ea typeface="Pretendard"/>
                <a:cs typeface="Pretendard"/>
              </a:defRPr>
            </a:lvl7pPr>
            <a:lvl8pPr algn="ctr">
              <a:defRPr sz="3900" b="1">
                <a:solidFill>
                  <a:srgbClr val="075BEA"/>
                </a:solidFill>
                <a:latin typeface="Pretendard"/>
                <a:ea typeface="Pretendard"/>
                <a:cs typeface="Pretendard"/>
              </a:defRPr>
            </a:lvl8pPr>
            <a:lvl9pPr algn="ctr">
              <a:defRPr sz="3900" b="1">
                <a:solidFill>
                  <a:srgbClr val="075BEA"/>
                </a:solidFill>
                <a:latin typeface="Pretendard"/>
                <a:ea typeface="Pretendard"/>
                <a:cs typeface="Pretendard"/>
              </a:defRPr>
            </a:lvl9pPr>
          </a:lstStyle>
          <a:p xmlns:a="http://schemas.openxmlformats.org/drawingml/2006/main">
            <a:pPr algn="ctr">
              <a:defRPr sz="3900" b="1">
                <a:solidFill>
                  <a:srgbClr val="075BEA"/>
                </a:solidFill>
                <a:latin typeface="Pretendard"/>
                <a:ea typeface="Pretendard"/>
                <a:cs typeface="Pretendard"/>
              </a:defRPr>
            </a:pPr>
            <a:r>
              <a:rPr sz="3900" b="1">
                <a:solidFill>
                  <a:srgbClr val="075BEA"/>
                </a:solidFill>
                <a:latin typeface="Pretendard"/>
                <a:ea typeface="Pretendard"/>
                <a:cs typeface="Pretendard"/>
              </a:rPr>
              <a:t>1/4 → 4/4</a:t>
            </a:r>
          </a:p>
        </p:txBody>
      </p:sp>
      <p:pic>
        <p:nvPicPr>
          <p:cNvPr id="26" name="">
            <a:extLst xmlns:a="http://schemas.openxmlformats.org/drawingml/2006/main">
              <a:ext uri="{FF2B5EF4-FFF2-40B4-BE49-F238E27FC236}">
                <a16:creationId xmlns:a16="http://schemas.microsoft.com/office/drawing/2014/main" id="{A56EBF28-2417-44C2-9F82-ACDE3BFFC1D7}"/>
              </a:ext>
            </a:extLst>
          </p:cNvPr>
          <p:cNvPicPr>
            <a:picLocks xmlns:a="http://schemas.openxmlformats.org/drawingml/2006/main" noChangeAspect="1"/>
          </p:cNvPicPr>
          <p:nvPr/>
        </p:nvPicPr>
        <p:blipFill>
          <a:blip xmlns:r="http://schemas.openxmlformats.org/officeDocument/2006/relationships" xmlns:a="http://schemas.openxmlformats.org/drawingml/2006/main" r:embed="Rffb4a34eb10e46b1"/>
          <a:stretch xmlns:a="http://schemas.openxmlformats.org/drawingml/2006/main"/>
        </p:blipFill>
        <p:spPr>
          <a:xfrm xmlns:a="http://schemas.openxmlformats.org/drawingml/2006/main">
            <a:off x="10629638" y="3267075"/>
            <a:ext cx="6172723" cy="4495800"/>
          </a:xfrm>
          <a:prstGeom xmlns:a="http://schemas.openxmlformats.org/drawingml/2006/main" prst="rect">
            <a:avLst/>
          </a:prstGeom>
        </p:spPr>
      </p:pic>
      <p:sp>
        <p:nvSpPr>
          <p:cNvPr id="27" name="기존: 규칙 어댑터&#10;개선: 검색 상위 3개에 정답 포함 여부">
            <a:extLst xmlns:a="http://schemas.openxmlformats.org/drawingml/2006/main">
              <a:ext uri="{FF2B5EF4-FFF2-40B4-BE49-F238E27FC236}">
                <a16:creationId xmlns:a16="http://schemas.microsoft.com/office/drawing/2014/main" id="{7DA29800-C985-4682-BCE7-F4EDAB07FA55}"/>
              </a:ext>
            </a:extLst>
          </p:cNvPr>
          <p:cNvSpPr>
            <a:spLocks xmlns:a="http://schemas.openxmlformats.org/drawingml/2006/main" noGrp="1"/>
          </p:cNvSpPr>
          <p:nvPr/>
        </p:nvSpPr>
        <p:spPr>
          <a:xfrm xmlns:a="http://schemas.openxmlformats.org/drawingml/2006/main">
            <a:off x="10191750" y="7981950"/>
            <a:ext cx="714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01010"/>
                </a:solidFill>
                <a:latin typeface="Pretendard"/>
                <a:ea typeface="Pretendard"/>
                <a:cs typeface="Pretendard"/>
              </a:defRPr>
            </a:defPPr>
            <a:lvl1pPr algn="l">
              <a:defRPr sz="2175" b="0">
                <a:solidFill>
                  <a:srgbClr val="101010"/>
                </a:solidFill>
                <a:latin typeface="Pretendard"/>
                <a:ea typeface="Pretendard"/>
                <a:cs typeface="Pretendard"/>
              </a:defRPr>
            </a:lvl1pPr>
            <a:lvl2pPr algn="l">
              <a:defRPr sz="2175" b="0">
                <a:solidFill>
                  <a:srgbClr val="101010"/>
                </a:solidFill>
                <a:latin typeface="Pretendard"/>
                <a:ea typeface="Pretendard"/>
                <a:cs typeface="Pretendard"/>
              </a:defRPr>
            </a:lvl2pPr>
            <a:lvl3pPr algn="l">
              <a:defRPr sz="2175" b="0">
                <a:solidFill>
                  <a:srgbClr val="101010"/>
                </a:solidFill>
                <a:latin typeface="Pretendard"/>
                <a:ea typeface="Pretendard"/>
                <a:cs typeface="Pretendard"/>
              </a:defRPr>
            </a:lvl3pPr>
            <a:lvl4pPr algn="l">
              <a:defRPr sz="2175" b="0">
                <a:solidFill>
                  <a:srgbClr val="101010"/>
                </a:solidFill>
                <a:latin typeface="Pretendard"/>
                <a:ea typeface="Pretendard"/>
                <a:cs typeface="Pretendard"/>
              </a:defRPr>
            </a:lvl4pPr>
            <a:lvl5pPr algn="l">
              <a:defRPr sz="2175" b="0">
                <a:solidFill>
                  <a:srgbClr val="101010"/>
                </a:solidFill>
                <a:latin typeface="Pretendard"/>
                <a:ea typeface="Pretendard"/>
                <a:cs typeface="Pretendard"/>
              </a:defRPr>
            </a:lvl5pPr>
            <a:lvl6pPr algn="l">
              <a:defRPr sz="2175" b="0">
                <a:solidFill>
                  <a:srgbClr val="101010"/>
                </a:solidFill>
                <a:latin typeface="Pretendard"/>
                <a:ea typeface="Pretendard"/>
                <a:cs typeface="Pretendard"/>
              </a:defRPr>
            </a:lvl6pPr>
            <a:lvl7pPr algn="l">
              <a:defRPr sz="2175" b="0">
                <a:solidFill>
                  <a:srgbClr val="101010"/>
                </a:solidFill>
                <a:latin typeface="Pretendard"/>
                <a:ea typeface="Pretendard"/>
                <a:cs typeface="Pretendard"/>
              </a:defRPr>
            </a:lvl7pPr>
            <a:lvl8pPr algn="l">
              <a:defRPr sz="2175" b="0">
                <a:solidFill>
                  <a:srgbClr val="101010"/>
                </a:solidFill>
                <a:latin typeface="Pretendard"/>
                <a:ea typeface="Pretendard"/>
                <a:cs typeface="Pretendard"/>
              </a:defRPr>
            </a:lvl8pPr>
            <a:lvl9pPr algn="l">
              <a:defRPr sz="2175" b="0">
                <a:solidFill>
                  <a:srgbClr val="101010"/>
                </a:solidFill>
                <a:latin typeface="Pretendard"/>
                <a:ea typeface="Pretendard"/>
                <a:cs typeface="Pretendard"/>
              </a:defRPr>
            </a:lvl9pPr>
          </a:lstStyle>
          <a:p xmlns:a="http://schemas.openxmlformats.org/drawingml/2006/main">
            <a:pPr algn="l">
              <a:defRPr sz="2175" b="0">
                <a:solidFill>
                  <a:srgbClr val="101010"/>
                </a:solidFill>
                <a:latin typeface="Pretendard"/>
                <a:ea typeface="Pretendard"/>
                <a:cs typeface="Pretendard"/>
              </a:defRPr>
            </a:pPr>
            <a:r>
              <a:rPr sz="2175" b="0">
                <a:solidFill>
                  <a:srgbClr val="101010"/>
                </a:solidFill>
                <a:latin typeface="Pretendard"/>
                <a:ea typeface="Pretendard"/>
                <a:cs typeface="Pretendard"/>
              </a:rPr>
              <a:t>기존: 규칙 어댑터</a:t>
            </a:r>
          </a:p>
          <a:p xmlns:a="http://schemas.openxmlformats.org/drawingml/2006/main">
            <a:pPr algn="l">
              <a:defRPr sz="2175" b="0">
                <a:solidFill>
                  <a:srgbClr val="101010"/>
                </a:solidFill>
                <a:latin typeface="Pretendard"/>
                <a:ea typeface="Pretendard"/>
                <a:cs typeface="Pretendard"/>
              </a:defRPr>
            </a:pPr>
            <a:r>
              <a:rPr sz="2175" b="0">
                <a:solidFill>
                  <a:srgbClr val="101010"/>
                </a:solidFill>
                <a:latin typeface="Pretendard"/>
                <a:ea typeface="Pretendard"/>
                <a:cs typeface="Pretendard"/>
              </a:rPr>
              <a:t>개선: 검색 상위 3개에 정답 포함 여부</a:t>
            </a:r>
          </a:p>
        </p:txBody>
      </p:sp>
      <p:sp>
        <p:nvSpPr>
          <p:cNvPr id="28" name="소수 합성 질문의 검색 방식 비교 · 전체 서비스의 장애 진단 정확도 100%를 의미하">
            <a:extLst xmlns:a="http://schemas.openxmlformats.org/drawingml/2006/main">
              <a:ext uri="{FF2B5EF4-FFF2-40B4-BE49-F238E27FC236}">
                <a16:creationId xmlns:a16="http://schemas.microsoft.com/office/drawing/2014/main" id="{8F122EFC-2392-4DFC-AAE2-9E4C49DFE4F2}"/>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소수 합성 질문의 검색 방식 비교 · 전체 서비스의 장애 진단 정확도 100%를 의미하지 않음</a:t>
            </a:r>
          </a:p>
        </p:txBody>
      </p:sp>
    </p:spTree>
    <p:extLst>
      <p:ext uri="{BB962C8B-B14F-4D97-AF65-F5344CB8AC3E}">
        <p14:creationId xmlns:p14="http://schemas.microsoft.com/office/powerpoint/2010/main" val="1639852189"/>
      </p:ext>
    </p:extLst>
  </p:cSld>
</p:sld>
</file>

<file path=ppt/slides/slide18.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e20cdb97daf84e90">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8b3a9ff530ec4614">
            <a:extLst>
              <a:ext uri="{96DAC541-7B7A-43D3-8B79-37D633B846F1}">
                <asvg:svgBlip xmlns:asvg="http://schemas.microsoft.com/office/drawing/2016/SVG/main" r:embed="R837a085bd02f4b64"/>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af907a0a28d84286">
            <a:alphaModFix amt="75000"/>
            <a:extLst>
              <a:ext uri="{96DAC541-7B7A-43D3-8B79-37D633B846F1}">
                <asvg:svgBlip xmlns:asvg="http://schemas.microsoft.com/office/drawing/2016/SVG/main" r:embed="Rc784a1ffc52e4fbd"/>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8486a7b604c447c3">
            <a:extLst>
              <a:ext uri="{96DAC541-7B7A-43D3-8B79-37D633B846F1}">
                <asvg:svgBlip xmlns:asvg="http://schemas.microsoft.com/office/drawing/2016/SVG/main" r:embed="Rad5b0cd9a52e4989"/>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82b4f6055bcf41ce">
            <a:extLst>
              <a:ext uri="{96DAC541-7B7A-43D3-8B79-37D633B846F1}">
                <asvg:svgBlip xmlns:asvg="http://schemas.microsoft.com/office/drawing/2016/SVG/main" r:embed="R91189dd4780141a5"/>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016f5f9d1e5544d7">
            <a:extLst>
              <a:ext uri="{96DAC541-7B7A-43D3-8B79-37D633B846F1}">
                <asvg:svgBlip xmlns:asvg="http://schemas.microsoft.com/office/drawing/2016/SVG/main" r:embed="Rcab0d9659f28469a"/>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88c7112c52a34fe2"/>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a5fdfbb1f5704fc6">
            <a:extLst>
              <a:ext uri="{96DAC541-7B7A-43D3-8B79-37D633B846F1}">
                <asvg:svgBlip xmlns:asvg="http://schemas.microsoft.com/office/drawing/2016/SVG/main" r:embed="R5d59f3c4e7bf4fe2"/>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6b1c399661004992">
            <a:extLst>
              <a:ext uri="{96DAC541-7B7A-43D3-8B79-37D633B846F1}">
                <asvg:svgBlip xmlns:asvg="http://schemas.microsoft.com/office/drawing/2016/SVG/main" r:embed="Rf17ce4d500ac4301"/>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4343426d8fd5491b">
            <a:extLst>
              <a:ext uri="{96DAC541-7B7A-43D3-8B79-37D633B846F1}">
                <asvg:svgBlip xmlns:asvg="http://schemas.microsoft.com/office/drawing/2016/SVG/main" r:embed="R4880868a1bb04128"/>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8005677295e74a21">
            <a:extLst>
              <a:ext uri="{96DAC541-7B7A-43D3-8B79-37D633B846F1}">
                <asvg:svgBlip xmlns:asvg="http://schemas.microsoft.com/office/drawing/2016/SVG/main" r:embed="Re4d071cfa81a45bd"/>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8005677295e74a21">
            <a:extLst>
              <a:ext uri="{96DAC541-7B7A-43D3-8B79-37D633B846F1}">
                <asvg:svgBlip xmlns:asvg="http://schemas.microsoft.com/office/drawing/2016/SVG/main" r:embed="Re4d071cfa81a45bd"/>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8005677295e74a21">
            <a:extLst>
              <a:ext uri="{96DAC541-7B7A-43D3-8B79-37D633B846F1}">
                <asvg:svgBlip xmlns:asvg="http://schemas.microsoft.com/office/drawing/2016/SVG/main" r:embed="Re4d071cfa81a45bd"/>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8005677295e74a21">
            <a:extLst>
              <a:ext uri="{96DAC541-7B7A-43D3-8B79-37D633B846F1}">
                <asvg:svgBlip xmlns:asvg="http://schemas.microsoft.com/office/drawing/2016/SVG/main" r:embed="Re4d071cfa81a45bd"/>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616a5dedeaef4e28">
            <a:extLst>
              <a:ext uri="{96DAC541-7B7A-43D3-8B79-37D633B846F1}">
                <asvg:svgBlip xmlns:asvg="http://schemas.microsoft.com/office/drawing/2016/SVG/main" r:embed="R453713f4029044e6"/>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BE16FBF8-3930-4238-8E1F-1AD78FB79878}"/>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8">
            <a:extLst xmlns:a="http://schemas.openxmlformats.org/drawingml/2006/main">
              <a:ext uri="{FF2B5EF4-FFF2-40B4-BE49-F238E27FC236}">
                <a16:creationId xmlns:a16="http://schemas.microsoft.com/office/drawing/2014/main" id="{AEDB8F4F-38DB-4DEC-B8B0-C43F240A2C3C}"/>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18</a:t>
            </a:r>
          </a:p>
        </p:txBody>
      </p:sp>
      <p:sp>
        <p:nvSpPr>
          <p:cNvPr id="20" name="Ollama · OpenAI 임베딩 실측 비교">
            <a:extLst xmlns:a="http://schemas.openxmlformats.org/drawingml/2006/main">
              <a:ext uri="{FF2B5EF4-FFF2-40B4-BE49-F238E27FC236}">
                <a16:creationId xmlns:a16="http://schemas.microsoft.com/office/drawing/2014/main" id="{FA6D11DB-1471-4CBA-94CB-7429574211F9}"/>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Ollama · OpenAI 임베딩 실측 비교</a:t>
            </a:r>
          </a:p>
        </p:txBody>
      </p:sp>
      <p:graphicFrame>
        <p:nvGraphicFramePr>
          <p:cNvPr id="21" name="">
            <a:extLst xmlns:a="http://schemas.openxmlformats.org/drawingml/2006/main">
              <a:ext uri="{FF2B5EF4-FFF2-40B4-BE49-F238E27FC236}">
                <a16:creationId xmlns:a16="http://schemas.microsoft.com/office/drawing/2014/main" id="{9F2CE064-3C3D-437D-BF7B-71272B320D56}"/>
              </a:ext>
            </a:extLst>
          </p:cNvPr>
          <p:cNvGraphicFramePr/>
          <p:nvPr/>
        </p:nvGraphicFramePr>
        <p:xfrm>
          <a:off xmlns:a="http://schemas.openxmlformats.org/drawingml/2006/main" x="2095500" y="2905125"/>
          <a:ext xmlns:a="http://schemas.openxmlformats.org/drawingml/2006/main" cx="7953375" cy="4762500"/>
        </p:xfrm>
        <a:graphic xmlns:a="http://schemas.openxmlformats.org/drawingml/2006/main">
          <a:graphicData uri="http://schemas.openxmlformats.org/drawingml/2006/table">
            <a:tbl>
              <a:tblPr/>
              <a:tblGrid>
                <a:gridCol w="3333750"/>
                <a:gridCol w="2286000"/>
                <a:gridCol w="2333625"/>
              </a:tblGrid>
              <a:tr h="952500">
                <a:tc>
                  <a:txBody>
                    <a:bodyPr/>
                    <a:lstStyle/>
                    <a:p>
                      <a:r>
                        <a:rPr sz="2250" b="1">
                          <a:solidFill>
                            <a:srgbClr val="FFFFFF"/>
                          </a:solidFill>
                          <a:latin typeface="Pretendard"/>
                          <a:ea typeface="Pretendard"/>
                          <a:cs typeface="Pretendard"/>
                        </a:rPr>
                        <a:t>지표</a:t>
                      </a:r>
                    </a:p>
                  </a:txBody>
                  <a:tcPr marL="190500" marR="152400" marT="152400" marB="114300">
                    <a:lnL w="11430">
                      <a:solidFill>
                        <a:srgbClr val="D2D6DF"/>
                      </a:solidFill>
                      <a:prstDash val="solid"/>
                    </a:lnL>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250" b="1">
                          <a:solidFill>
                            <a:srgbClr val="FFFFFF"/>
                          </a:solidFill>
                          <a:latin typeface="Pretendard"/>
                          <a:ea typeface="Pretendard"/>
                          <a:cs typeface="Pretendard"/>
                        </a:rPr>
                        <a:t>Ollama</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250" b="1">
                          <a:solidFill>
                            <a:srgbClr val="FFFFFF"/>
                          </a:solidFill>
                          <a:latin typeface="Pretendard"/>
                          <a:ea typeface="Pretendard"/>
                          <a:cs typeface="Pretendard"/>
                        </a:rPr>
                        <a:t>OpenAI</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r>
              <a:tr h="952500">
                <a:tc>
                  <a:txBody>
                    <a:bodyPr/>
                    <a:lstStyle/>
                    <a:p>
                      <a:r>
                        <a:rPr sz="2250">
                          <a:solidFill>
                            <a:srgbClr val="101010"/>
                          </a:solidFill>
                          <a:latin typeface="Pretendard"/>
                          <a:ea typeface="Pretendard"/>
                          <a:cs typeface="Pretendard"/>
                        </a:rPr>
                        <a:t>Hit@3</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100% (30/30)</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90% (27/30)</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952500">
                <a:tc>
                  <a:txBody>
                    <a:bodyPr/>
                    <a:lstStyle/>
                    <a:p>
                      <a:r>
                        <a:rPr sz="2250">
                          <a:solidFill>
                            <a:srgbClr val="101010"/>
                          </a:solidFill>
                          <a:latin typeface="Pretendard"/>
                          <a:ea typeface="Pretendard"/>
                          <a:cs typeface="Pretendard"/>
                        </a:rPr>
                        <a:t>평균 검색 시간</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36ms</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176ms</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952500">
                <a:tc>
                  <a:txBody>
                    <a:bodyPr/>
                    <a:lstStyle/>
                    <a:p>
                      <a:r>
                        <a:rPr sz="2250">
                          <a:solidFill>
                            <a:srgbClr val="101010"/>
                          </a:solidFill>
                          <a:latin typeface="Pretendard"/>
                          <a:ea typeface="Pretendard"/>
                          <a:cs typeface="Pretendard"/>
                        </a:rPr>
                        <a:t>무관 질문 no_match</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6/6회</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6/6회</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952500">
                <a:tc>
                  <a:txBody>
                    <a:bodyPr/>
                    <a:lstStyle/>
                    <a:p>
                      <a:r>
                        <a:rPr sz="2250">
                          <a:solidFill>
                            <a:srgbClr val="101010"/>
                          </a:solidFill>
                          <a:latin typeface="Pretendard"/>
                          <a:ea typeface="Pretendard"/>
                          <a:cs typeface="Pretendard"/>
                        </a:rPr>
                        <a:t>검색 오류</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0건</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250">
                          <a:solidFill>
                            <a:srgbClr val="101010"/>
                          </a:solidFill>
                          <a:latin typeface="Pretendard"/>
                          <a:ea typeface="Pretendard"/>
                          <a:cs typeface="Pretendard"/>
                        </a:rPr>
                        <a:t>0건</a:t>
                      </a:r>
                    </a:p>
                  </a:txBody>
                  <a:tcPr marL="190500" marR="152400" marT="152400" marB="114300">
                    <a:lnR w="11430">
                      <a:solidFill>
                        <a:srgbClr val="D2D6DF"/>
                      </a:solidFill>
                      <a:prstDash val="solid"/>
                    </a:lnR>
                    <a:lnB w="11430">
                      <a:solidFill>
                        <a:srgbClr val="D2D6DF"/>
                      </a:solidFill>
                      <a:prstDash val="solid"/>
                    </a:lnB>
                    <a:solidFill>
                      <a:srgbClr val="FFFFFF"/>
                    </a:solidFill>
                  </a:tcPr>
                </a:tc>
              </a:tr>
            </a:tbl>
          </a:graphicData>
        </a:graphic>
      </p:graphicFrame>
      <p:pic>
        <p:nvPicPr>
          <p:cNvPr id="22" name="">
            <a:extLst xmlns:a="http://schemas.openxmlformats.org/drawingml/2006/main">
              <a:ext uri="{FF2B5EF4-FFF2-40B4-BE49-F238E27FC236}">
                <a16:creationId xmlns:a16="http://schemas.microsoft.com/office/drawing/2014/main" id="{BB1E3708-92A9-4418-97E2-379C4A5B97B1}"/>
              </a:ext>
            </a:extLst>
          </p:cNvPr>
          <p:cNvPicPr>
            <a:picLocks xmlns:a="http://schemas.openxmlformats.org/drawingml/2006/main" noChangeAspect="1"/>
          </p:cNvPicPr>
          <p:nvPr/>
        </p:nvPicPr>
        <p:blipFill>
          <a:blip xmlns:r="http://schemas.openxmlformats.org/officeDocument/2006/relationships" xmlns:a="http://schemas.openxmlformats.org/drawingml/2006/main" r:embed="R96130720e590499a"/>
          <a:stretch xmlns:a="http://schemas.openxmlformats.org/drawingml/2006/main"/>
        </p:blipFill>
        <p:spPr>
          <a:xfrm xmlns:a="http://schemas.openxmlformats.org/drawingml/2006/main">
            <a:off x="11502588" y="2933700"/>
            <a:ext cx="4950699" cy="4781550"/>
          </a:xfrm>
          <a:prstGeom xmlns:a="http://schemas.openxmlformats.org/drawingml/2006/main" prst="rect">
            <a:avLst/>
          </a:prstGeom>
        </p:spPr>
      </p:pic>
      <p:sp>
        <p:nvSpPr>
          <p:cNvPr id="23" name="공급자를 교체할 수 있게 만들고, 같은 조건에서 선택할 근거를 확보">
            <a:extLst xmlns:a="http://schemas.openxmlformats.org/drawingml/2006/main">
              <a:ext uri="{FF2B5EF4-FFF2-40B4-BE49-F238E27FC236}">
                <a16:creationId xmlns:a16="http://schemas.microsoft.com/office/drawing/2014/main" id="{6D6066E5-0153-4091-A729-BD78C76D0725}"/>
              </a:ext>
            </a:extLst>
          </p:cNvPr>
          <p:cNvSpPr>
            <a:spLocks xmlns:a="http://schemas.openxmlformats.org/drawingml/2006/main" noGrp="1"/>
          </p:cNvSpPr>
          <p:nvPr/>
        </p:nvSpPr>
        <p:spPr>
          <a:xfrm xmlns:a="http://schemas.openxmlformats.org/drawingml/2006/main">
            <a:off x="2333625" y="8229600"/>
            <a:ext cx="15001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075" b="1">
                <a:solidFill>
                  <a:srgbClr val="075BEA"/>
                </a:solidFill>
                <a:latin typeface="Pretendard"/>
                <a:ea typeface="Pretendard"/>
                <a:cs typeface="Pretendard"/>
              </a:defRPr>
            </a:defPPr>
            <a:lvl1pPr algn="ctr">
              <a:defRPr sz="3075" b="1">
                <a:solidFill>
                  <a:srgbClr val="075BEA"/>
                </a:solidFill>
                <a:latin typeface="Pretendard"/>
                <a:ea typeface="Pretendard"/>
                <a:cs typeface="Pretendard"/>
              </a:defRPr>
            </a:lvl1pPr>
            <a:lvl2pPr algn="ctr">
              <a:defRPr sz="3075" b="1">
                <a:solidFill>
                  <a:srgbClr val="075BEA"/>
                </a:solidFill>
                <a:latin typeface="Pretendard"/>
                <a:ea typeface="Pretendard"/>
                <a:cs typeface="Pretendard"/>
              </a:defRPr>
            </a:lvl2pPr>
            <a:lvl3pPr algn="ctr">
              <a:defRPr sz="3075" b="1">
                <a:solidFill>
                  <a:srgbClr val="075BEA"/>
                </a:solidFill>
                <a:latin typeface="Pretendard"/>
                <a:ea typeface="Pretendard"/>
                <a:cs typeface="Pretendard"/>
              </a:defRPr>
            </a:lvl3pPr>
            <a:lvl4pPr algn="ctr">
              <a:defRPr sz="3075" b="1">
                <a:solidFill>
                  <a:srgbClr val="075BEA"/>
                </a:solidFill>
                <a:latin typeface="Pretendard"/>
                <a:ea typeface="Pretendard"/>
                <a:cs typeface="Pretendard"/>
              </a:defRPr>
            </a:lvl4pPr>
            <a:lvl5pPr algn="ctr">
              <a:defRPr sz="3075" b="1">
                <a:solidFill>
                  <a:srgbClr val="075BEA"/>
                </a:solidFill>
                <a:latin typeface="Pretendard"/>
                <a:ea typeface="Pretendard"/>
                <a:cs typeface="Pretendard"/>
              </a:defRPr>
            </a:lvl5pPr>
            <a:lvl6pPr algn="ctr">
              <a:defRPr sz="3075" b="1">
                <a:solidFill>
                  <a:srgbClr val="075BEA"/>
                </a:solidFill>
                <a:latin typeface="Pretendard"/>
                <a:ea typeface="Pretendard"/>
                <a:cs typeface="Pretendard"/>
              </a:defRPr>
            </a:lvl6pPr>
            <a:lvl7pPr algn="ctr">
              <a:defRPr sz="3075" b="1">
                <a:solidFill>
                  <a:srgbClr val="075BEA"/>
                </a:solidFill>
                <a:latin typeface="Pretendard"/>
                <a:ea typeface="Pretendard"/>
                <a:cs typeface="Pretendard"/>
              </a:defRPr>
            </a:lvl7pPr>
            <a:lvl8pPr algn="ctr">
              <a:defRPr sz="3075" b="1">
                <a:solidFill>
                  <a:srgbClr val="075BEA"/>
                </a:solidFill>
                <a:latin typeface="Pretendard"/>
                <a:ea typeface="Pretendard"/>
                <a:cs typeface="Pretendard"/>
              </a:defRPr>
            </a:lvl8pPr>
            <a:lvl9pPr algn="ctr">
              <a:defRPr sz="3075" b="1">
                <a:solidFill>
                  <a:srgbClr val="075BEA"/>
                </a:solidFill>
                <a:latin typeface="Pretendard"/>
                <a:ea typeface="Pretendard"/>
                <a:cs typeface="Pretendard"/>
              </a:defRPr>
            </a:lvl9pPr>
          </a:lstStyle>
          <a:p xmlns:a="http://schemas.openxmlformats.org/drawingml/2006/main">
            <a:pPr algn="ctr">
              <a:defRPr sz="3075" b="1">
                <a:solidFill>
                  <a:srgbClr val="075BEA"/>
                </a:solidFill>
                <a:latin typeface="Pretendard"/>
                <a:ea typeface="Pretendard"/>
                <a:cs typeface="Pretendard"/>
              </a:defRPr>
            </a:pPr>
            <a:r>
              <a:rPr sz="3075" b="1">
                <a:solidFill>
                  <a:srgbClr val="075BEA"/>
                </a:solidFill>
                <a:latin typeface="Pretendard"/>
                <a:ea typeface="Pretendard"/>
                <a:cs typeface="Pretendard"/>
              </a:rPr>
              <a:t>공급자를 교체할 수 있게 만들고, 같은 조건에서 선택할 근거를 확보</a:t>
            </a:r>
          </a:p>
        </p:txBody>
      </p:sp>
      <p:sp>
        <p:nvSpPr>
          <p:cNvPr id="24" name="고유 질문 12개 × 3회 / 공급자 · Hit@3는 정답 질의 10개 × 3회 · 검">
            <a:extLst xmlns:a="http://schemas.openxmlformats.org/drawingml/2006/main">
              <a:ext uri="{FF2B5EF4-FFF2-40B4-BE49-F238E27FC236}">
                <a16:creationId xmlns:a16="http://schemas.microsoft.com/office/drawing/2014/main" id="{2028A943-DB7F-4AE4-9128-B2F4B26BE141}"/>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고유 질문 12개 × 3회 / 공급자 · Hit@3는 정답 질의 10개 × 3회 · 검색 시간만 측정</a:t>
            </a:r>
          </a:p>
        </p:txBody>
      </p:sp>
    </p:spTree>
    <p:extLst>
      <p:ext uri="{BB962C8B-B14F-4D97-AF65-F5344CB8AC3E}">
        <p14:creationId xmlns:p14="http://schemas.microsoft.com/office/powerpoint/2010/main" val="1639852189"/>
      </p:ext>
    </p:extLst>
  </p:cSld>
</p:sld>
</file>

<file path=ppt/slides/slide19.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24df13575c354d45">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5c1a61c2bd294c68">
            <a:extLst>
              <a:ext uri="{96DAC541-7B7A-43D3-8B79-37D633B846F1}">
                <asvg:svgBlip xmlns:asvg="http://schemas.microsoft.com/office/drawing/2016/SVG/main" r:embed="R5b069090351f4ca7"/>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7869b915cf624e77">
            <a:alphaModFix amt="75000"/>
            <a:extLst>
              <a:ext uri="{96DAC541-7B7A-43D3-8B79-37D633B846F1}">
                <asvg:svgBlip xmlns:asvg="http://schemas.microsoft.com/office/drawing/2016/SVG/main" r:embed="R110a12537ed64de7"/>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339cd77f83a0446b">
            <a:extLst>
              <a:ext uri="{96DAC541-7B7A-43D3-8B79-37D633B846F1}">
                <asvg:svgBlip xmlns:asvg="http://schemas.microsoft.com/office/drawing/2016/SVG/main" r:embed="R2cefd74434e6474c"/>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6907d75548dd4959">
            <a:extLst>
              <a:ext uri="{96DAC541-7B7A-43D3-8B79-37D633B846F1}">
                <asvg:svgBlip xmlns:asvg="http://schemas.microsoft.com/office/drawing/2016/SVG/main" r:embed="Rb3e54c941f4d4b46"/>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9e32f9a5158f41fd">
            <a:extLst>
              <a:ext uri="{96DAC541-7B7A-43D3-8B79-37D633B846F1}">
                <asvg:svgBlip xmlns:asvg="http://schemas.microsoft.com/office/drawing/2016/SVG/main" r:embed="R3c803a5e9a864e31"/>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068de944e963423a"/>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a101839e0b494e78">
            <a:extLst>
              <a:ext uri="{96DAC541-7B7A-43D3-8B79-37D633B846F1}">
                <asvg:svgBlip xmlns:asvg="http://schemas.microsoft.com/office/drawing/2016/SVG/main" r:embed="R92022be6b71343ca"/>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97c5173c30994f56">
            <a:extLst>
              <a:ext uri="{96DAC541-7B7A-43D3-8B79-37D633B846F1}">
                <asvg:svgBlip xmlns:asvg="http://schemas.microsoft.com/office/drawing/2016/SVG/main" r:embed="R62ad875496b34f32"/>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15ca6cd9cc1f4c50">
            <a:extLst>
              <a:ext uri="{96DAC541-7B7A-43D3-8B79-37D633B846F1}">
                <asvg:svgBlip xmlns:asvg="http://schemas.microsoft.com/office/drawing/2016/SVG/main" r:embed="R0869c1ce090544de"/>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8ea4c70f5a6240f0">
            <a:extLst>
              <a:ext uri="{96DAC541-7B7A-43D3-8B79-37D633B846F1}">
                <asvg:svgBlip xmlns:asvg="http://schemas.microsoft.com/office/drawing/2016/SVG/main" r:embed="R70eeeda3d6e6409c"/>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8ea4c70f5a6240f0">
            <a:extLst>
              <a:ext uri="{96DAC541-7B7A-43D3-8B79-37D633B846F1}">
                <asvg:svgBlip xmlns:asvg="http://schemas.microsoft.com/office/drawing/2016/SVG/main" r:embed="R70eeeda3d6e6409c"/>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8ea4c70f5a6240f0">
            <a:extLst>
              <a:ext uri="{96DAC541-7B7A-43D3-8B79-37D633B846F1}">
                <asvg:svgBlip xmlns:asvg="http://schemas.microsoft.com/office/drawing/2016/SVG/main" r:embed="R70eeeda3d6e6409c"/>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8ea4c70f5a6240f0">
            <a:extLst>
              <a:ext uri="{96DAC541-7B7A-43D3-8B79-37D633B846F1}">
                <asvg:svgBlip xmlns:asvg="http://schemas.microsoft.com/office/drawing/2016/SVG/main" r:embed="R70eeeda3d6e6409c"/>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5e22771edd7b4289">
            <a:extLst>
              <a:ext uri="{96DAC541-7B7A-43D3-8B79-37D633B846F1}">
                <asvg:svgBlip xmlns:asvg="http://schemas.microsoft.com/office/drawing/2016/SVG/main" r:embed="Rdcff87c9c7f14630"/>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969FE412-D648-4C68-81F7-97E923F9E573}"/>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19">
            <a:extLst xmlns:a="http://schemas.openxmlformats.org/drawingml/2006/main">
              <a:ext uri="{FF2B5EF4-FFF2-40B4-BE49-F238E27FC236}">
                <a16:creationId xmlns:a16="http://schemas.microsoft.com/office/drawing/2014/main" id="{7D480063-A8D9-4623-AB30-37700DD71D41}"/>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19</a:t>
            </a:r>
          </a:p>
        </p:txBody>
      </p:sp>
      <p:sp>
        <p:nvSpPr>
          <p:cNvPr id="20" name="자동 테스트와 실제 실행 추적">
            <a:extLst xmlns:a="http://schemas.openxmlformats.org/drawingml/2006/main">
              <a:ext uri="{FF2B5EF4-FFF2-40B4-BE49-F238E27FC236}">
                <a16:creationId xmlns:a16="http://schemas.microsoft.com/office/drawing/2014/main" id="{712CFA6F-C3AB-4F50-9DC8-2D6C4D933B02}"/>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자동 테스트와 실제 실행 추적</a:t>
            </a:r>
          </a:p>
        </p:txBody>
      </p:sp>
      <p:pic>
        <p:nvPicPr>
          <p:cNvPr id="21" name="">
            <a:extLst xmlns:a="http://schemas.openxmlformats.org/drawingml/2006/main">
              <a:ext uri="{FF2B5EF4-FFF2-40B4-BE49-F238E27FC236}">
                <a16:creationId xmlns:a16="http://schemas.microsoft.com/office/drawing/2014/main" id="{42445825-7842-4436-988A-1C9618FDEDF3}"/>
              </a:ext>
            </a:extLst>
          </p:cNvPr>
          <p:cNvPicPr>
            <a:picLocks xmlns:a="http://schemas.openxmlformats.org/drawingml/2006/main" noChangeAspect="1"/>
          </p:cNvPicPr>
          <p:nvPr/>
        </p:nvPicPr>
        <p:blipFill>
          <a:blip xmlns:r="http://schemas.openxmlformats.org/officeDocument/2006/relationships" xmlns:a="http://schemas.openxmlformats.org/drawingml/2006/main" r:embed="Rcdef65add0c142ec"/>
          <a:stretch xmlns:a="http://schemas.openxmlformats.org/drawingml/2006/main"/>
        </p:blipFill>
        <p:spPr>
          <a:xfrm xmlns:a="http://schemas.openxmlformats.org/drawingml/2006/main">
            <a:off x="2778851" y="2809875"/>
            <a:ext cx="8634549" cy="6296025"/>
          </a:xfrm>
          <a:prstGeom xmlns:a="http://schemas.openxmlformats.org/drawingml/2006/main" prst="rect">
            <a:avLst/>
          </a:prstGeom>
        </p:spPr>
      </p:pic>
      <p:sp>
        <p:nvSpPr>
          <p:cNvPr id="22" name="단위·통합 테스트">
            <a:extLst xmlns:a="http://schemas.openxmlformats.org/drawingml/2006/main">
              <a:ext uri="{FF2B5EF4-FFF2-40B4-BE49-F238E27FC236}">
                <a16:creationId xmlns:a16="http://schemas.microsoft.com/office/drawing/2014/main" id="{560AD2C9-46D4-4A08-BCC9-0EE4E0E6E82D}"/>
              </a:ext>
            </a:extLst>
          </p:cNvPr>
          <p:cNvSpPr>
            <a:spLocks xmlns:a="http://schemas.openxmlformats.org/drawingml/2006/main" noGrp="1"/>
          </p:cNvSpPr>
          <p:nvPr/>
        </p:nvSpPr>
        <p:spPr>
          <a:xfrm xmlns:a="http://schemas.openxmlformats.org/drawingml/2006/main">
            <a:off x="12620625" y="30861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01010"/>
                </a:solidFill>
                <a:latin typeface="Pretendard"/>
                <a:ea typeface="Pretendard"/>
                <a:cs typeface="Pretendard"/>
              </a:defRPr>
            </a:defPPr>
            <a:lvl1pPr algn="l">
              <a:defRPr sz="2850" b="1">
                <a:solidFill>
                  <a:srgbClr val="101010"/>
                </a:solidFill>
                <a:latin typeface="Pretendard"/>
                <a:ea typeface="Pretendard"/>
                <a:cs typeface="Pretendard"/>
              </a:defRPr>
            </a:lvl1pPr>
            <a:lvl2pPr algn="l">
              <a:defRPr sz="2850" b="1">
                <a:solidFill>
                  <a:srgbClr val="101010"/>
                </a:solidFill>
                <a:latin typeface="Pretendard"/>
                <a:ea typeface="Pretendard"/>
                <a:cs typeface="Pretendard"/>
              </a:defRPr>
            </a:lvl2pPr>
            <a:lvl3pPr algn="l">
              <a:defRPr sz="2850" b="1">
                <a:solidFill>
                  <a:srgbClr val="101010"/>
                </a:solidFill>
                <a:latin typeface="Pretendard"/>
                <a:ea typeface="Pretendard"/>
                <a:cs typeface="Pretendard"/>
              </a:defRPr>
            </a:lvl3pPr>
            <a:lvl4pPr algn="l">
              <a:defRPr sz="2850" b="1">
                <a:solidFill>
                  <a:srgbClr val="101010"/>
                </a:solidFill>
                <a:latin typeface="Pretendard"/>
                <a:ea typeface="Pretendard"/>
                <a:cs typeface="Pretendard"/>
              </a:defRPr>
            </a:lvl4pPr>
            <a:lvl5pPr algn="l">
              <a:defRPr sz="2850" b="1">
                <a:solidFill>
                  <a:srgbClr val="101010"/>
                </a:solidFill>
                <a:latin typeface="Pretendard"/>
                <a:ea typeface="Pretendard"/>
                <a:cs typeface="Pretendard"/>
              </a:defRPr>
            </a:lvl5pPr>
            <a:lvl6pPr algn="l">
              <a:defRPr sz="2850" b="1">
                <a:solidFill>
                  <a:srgbClr val="101010"/>
                </a:solidFill>
                <a:latin typeface="Pretendard"/>
                <a:ea typeface="Pretendard"/>
                <a:cs typeface="Pretendard"/>
              </a:defRPr>
            </a:lvl6pPr>
            <a:lvl7pPr algn="l">
              <a:defRPr sz="2850" b="1">
                <a:solidFill>
                  <a:srgbClr val="101010"/>
                </a:solidFill>
                <a:latin typeface="Pretendard"/>
                <a:ea typeface="Pretendard"/>
                <a:cs typeface="Pretendard"/>
              </a:defRPr>
            </a:lvl7pPr>
            <a:lvl8pPr algn="l">
              <a:defRPr sz="2850" b="1">
                <a:solidFill>
                  <a:srgbClr val="101010"/>
                </a:solidFill>
                <a:latin typeface="Pretendard"/>
                <a:ea typeface="Pretendard"/>
                <a:cs typeface="Pretendard"/>
              </a:defRPr>
            </a:lvl8pPr>
            <a:lvl9pPr algn="l">
              <a:defRPr sz="2850" b="1">
                <a:solidFill>
                  <a:srgbClr val="101010"/>
                </a:solidFill>
                <a:latin typeface="Pretendard"/>
                <a:ea typeface="Pretendard"/>
                <a:cs typeface="Pretendard"/>
              </a:defRPr>
            </a:lvl9pPr>
          </a:lstStyle>
          <a:p xmlns:a="http://schemas.openxmlformats.org/drawingml/2006/main">
            <a:pPr algn="l">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단위·통합 테스트</a:t>
            </a:r>
          </a:p>
        </p:txBody>
      </p:sp>
      <p:sp>
        <p:nvSpPr>
          <p:cNvPr id="23" name="217개 테스트 + 173개 하위 검사 통과&#10;입력·복원·추출·검색·답변 검사">
            <a:extLst xmlns:a="http://schemas.openxmlformats.org/drawingml/2006/main">
              <a:ext uri="{FF2B5EF4-FFF2-40B4-BE49-F238E27FC236}">
                <a16:creationId xmlns:a16="http://schemas.microsoft.com/office/drawing/2014/main" id="{34799745-84DA-4BDA-85D3-07929D2E4E95}"/>
              </a:ext>
            </a:extLst>
          </p:cNvPr>
          <p:cNvSpPr>
            <a:spLocks xmlns:a="http://schemas.openxmlformats.org/drawingml/2006/main" noGrp="1"/>
          </p:cNvSpPr>
          <p:nvPr/>
        </p:nvSpPr>
        <p:spPr>
          <a:xfrm xmlns:a="http://schemas.openxmlformats.org/drawingml/2006/main">
            <a:off x="12620625" y="3905250"/>
            <a:ext cx="4762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01010"/>
                </a:solidFill>
                <a:latin typeface="Pretendard"/>
                <a:ea typeface="Pretendard"/>
                <a:cs typeface="Pretendard"/>
              </a:defRPr>
            </a:defPPr>
            <a:lvl1pPr algn="l">
              <a:defRPr sz="2250" b="0">
                <a:solidFill>
                  <a:srgbClr val="101010"/>
                </a:solidFill>
                <a:latin typeface="Pretendard"/>
                <a:ea typeface="Pretendard"/>
                <a:cs typeface="Pretendard"/>
              </a:defRPr>
            </a:lvl1pPr>
            <a:lvl2pPr algn="l">
              <a:defRPr sz="2250" b="0">
                <a:solidFill>
                  <a:srgbClr val="101010"/>
                </a:solidFill>
                <a:latin typeface="Pretendard"/>
                <a:ea typeface="Pretendard"/>
                <a:cs typeface="Pretendard"/>
              </a:defRPr>
            </a:lvl2pPr>
            <a:lvl3pPr algn="l">
              <a:defRPr sz="2250" b="0">
                <a:solidFill>
                  <a:srgbClr val="101010"/>
                </a:solidFill>
                <a:latin typeface="Pretendard"/>
                <a:ea typeface="Pretendard"/>
                <a:cs typeface="Pretendard"/>
              </a:defRPr>
            </a:lvl3pPr>
            <a:lvl4pPr algn="l">
              <a:defRPr sz="2250" b="0">
                <a:solidFill>
                  <a:srgbClr val="101010"/>
                </a:solidFill>
                <a:latin typeface="Pretendard"/>
                <a:ea typeface="Pretendard"/>
                <a:cs typeface="Pretendard"/>
              </a:defRPr>
            </a:lvl4pPr>
            <a:lvl5pPr algn="l">
              <a:defRPr sz="2250" b="0">
                <a:solidFill>
                  <a:srgbClr val="101010"/>
                </a:solidFill>
                <a:latin typeface="Pretendard"/>
                <a:ea typeface="Pretendard"/>
                <a:cs typeface="Pretendard"/>
              </a:defRPr>
            </a:lvl5pPr>
            <a:lvl6pPr algn="l">
              <a:defRPr sz="2250" b="0">
                <a:solidFill>
                  <a:srgbClr val="101010"/>
                </a:solidFill>
                <a:latin typeface="Pretendard"/>
                <a:ea typeface="Pretendard"/>
                <a:cs typeface="Pretendard"/>
              </a:defRPr>
            </a:lvl6pPr>
            <a:lvl7pPr algn="l">
              <a:defRPr sz="2250" b="0">
                <a:solidFill>
                  <a:srgbClr val="101010"/>
                </a:solidFill>
                <a:latin typeface="Pretendard"/>
                <a:ea typeface="Pretendard"/>
                <a:cs typeface="Pretendard"/>
              </a:defRPr>
            </a:lvl7pPr>
            <a:lvl8pPr algn="l">
              <a:defRPr sz="2250" b="0">
                <a:solidFill>
                  <a:srgbClr val="101010"/>
                </a:solidFill>
                <a:latin typeface="Pretendard"/>
                <a:ea typeface="Pretendard"/>
                <a:cs typeface="Pretendard"/>
              </a:defRPr>
            </a:lvl8pPr>
            <a:lvl9pPr algn="l">
              <a:defRPr sz="2250" b="0">
                <a:solidFill>
                  <a:srgbClr val="101010"/>
                </a:solidFill>
                <a:latin typeface="Pretendard"/>
                <a:ea typeface="Pretendard"/>
                <a:cs typeface="Pretendard"/>
              </a:defRPr>
            </a:lvl9pPr>
          </a:lstStyle>
          <a:p xmlns:a="http://schemas.openxmlformats.org/drawingml/2006/main">
            <a:pPr algn="l">
              <a:defRPr sz="2250" b="0">
                <a:solidFill>
                  <a:srgbClr val="101010"/>
                </a:solidFill>
                <a:latin typeface="Pretendard"/>
                <a:ea typeface="Pretendard"/>
                <a:cs typeface="Pretendard"/>
              </a:defRPr>
            </a:pPr>
            <a:r>
              <a:rPr sz="2250" b="0">
                <a:solidFill>
                  <a:srgbClr val="101010"/>
                </a:solidFill>
                <a:latin typeface="Pretendard"/>
                <a:ea typeface="Pretendard"/>
                <a:cs typeface="Pretendard"/>
              </a:rPr>
              <a:t>217개 테스트 + 173개 하위 검사 통과</a:t>
            </a:r>
          </a:p>
          <a:p xmlns:a="http://schemas.openxmlformats.org/drawingml/2006/main">
            <a:pPr algn="l">
              <a:defRPr sz="2250" b="0">
                <a:solidFill>
                  <a:srgbClr val="101010"/>
                </a:solidFill>
                <a:latin typeface="Pretendard"/>
                <a:ea typeface="Pretendard"/>
                <a:cs typeface="Pretendard"/>
              </a:defRPr>
            </a:pPr>
            <a:r>
              <a:rPr sz="2250" b="0">
                <a:solidFill>
                  <a:srgbClr val="101010"/>
                </a:solidFill>
                <a:latin typeface="Pretendard"/>
                <a:ea typeface="Pretendard"/>
                <a:cs typeface="Pretendard"/>
              </a:rPr>
              <a:t>입력·복원·추출·검색·답변 검사</a:t>
            </a:r>
          </a:p>
        </p:txBody>
      </p:sp>
      <p:sp>
        <p:nvSpPr>
          <p:cNvPr id="24" name="LangSmith 실행 추적">
            <a:extLst xmlns:a="http://schemas.openxmlformats.org/drawingml/2006/main">
              <a:ext uri="{FF2B5EF4-FFF2-40B4-BE49-F238E27FC236}">
                <a16:creationId xmlns:a16="http://schemas.microsoft.com/office/drawing/2014/main" id="{93D5D307-9846-4976-8A0C-72958EF819FA}"/>
              </a:ext>
            </a:extLst>
          </p:cNvPr>
          <p:cNvSpPr>
            <a:spLocks xmlns:a="http://schemas.openxmlformats.org/drawingml/2006/main" noGrp="1"/>
          </p:cNvSpPr>
          <p:nvPr/>
        </p:nvSpPr>
        <p:spPr>
          <a:xfrm xmlns:a="http://schemas.openxmlformats.org/drawingml/2006/main">
            <a:off x="12620625" y="55721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075BEA"/>
                </a:solidFill>
                <a:latin typeface="Pretendard"/>
                <a:ea typeface="Pretendard"/>
                <a:cs typeface="Pretendard"/>
              </a:defRPr>
            </a:defPPr>
            <a:lvl1pPr algn="l">
              <a:defRPr sz="2850" b="1">
                <a:solidFill>
                  <a:srgbClr val="075BEA"/>
                </a:solidFill>
                <a:latin typeface="Pretendard"/>
                <a:ea typeface="Pretendard"/>
                <a:cs typeface="Pretendard"/>
              </a:defRPr>
            </a:lvl1pPr>
            <a:lvl2pPr algn="l">
              <a:defRPr sz="2850" b="1">
                <a:solidFill>
                  <a:srgbClr val="075BEA"/>
                </a:solidFill>
                <a:latin typeface="Pretendard"/>
                <a:ea typeface="Pretendard"/>
                <a:cs typeface="Pretendard"/>
              </a:defRPr>
            </a:lvl2pPr>
            <a:lvl3pPr algn="l">
              <a:defRPr sz="2850" b="1">
                <a:solidFill>
                  <a:srgbClr val="075BEA"/>
                </a:solidFill>
                <a:latin typeface="Pretendard"/>
                <a:ea typeface="Pretendard"/>
                <a:cs typeface="Pretendard"/>
              </a:defRPr>
            </a:lvl3pPr>
            <a:lvl4pPr algn="l">
              <a:defRPr sz="2850" b="1">
                <a:solidFill>
                  <a:srgbClr val="075BEA"/>
                </a:solidFill>
                <a:latin typeface="Pretendard"/>
                <a:ea typeface="Pretendard"/>
                <a:cs typeface="Pretendard"/>
              </a:defRPr>
            </a:lvl4pPr>
            <a:lvl5pPr algn="l">
              <a:defRPr sz="2850" b="1">
                <a:solidFill>
                  <a:srgbClr val="075BEA"/>
                </a:solidFill>
                <a:latin typeface="Pretendard"/>
                <a:ea typeface="Pretendard"/>
                <a:cs typeface="Pretendard"/>
              </a:defRPr>
            </a:lvl5pPr>
            <a:lvl6pPr algn="l">
              <a:defRPr sz="2850" b="1">
                <a:solidFill>
                  <a:srgbClr val="075BEA"/>
                </a:solidFill>
                <a:latin typeface="Pretendard"/>
                <a:ea typeface="Pretendard"/>
                <a:cs typeface="Pretendard"/>
              </a:defRPr>
            </a:lvl6pPr>
            <a:lvl7pPr algn="l">
              <a:defRPr sz="2850" b="1">
                <a:solidFill>
                  <a:srgbClr val="075BEA"/>
                </a:solidFill>
                <a:latin typeface="Pretendard"/>
                <a:ea typeface="Pretendard"/>
                <a:cs typeface="Pretendard"/>
              </a:defRPr>
            </a:lvl7pPr>
            <a:lvl8pPr algn="l">
              <a:defRPr sz="2850" b="1">
                <a:solidFill>
                  <a:srgbClr val="075BEA"/>
                </a:solidFill>
                <a:latin typeface="Pretendard"/>
                <a:ea typeface="Pretendard"/>
                <a:cs typeface="Pretendard"/>
              </a:defRPr>
            </a:lvl8pPr>
            <a:lvl9pPr algn="l">
              <a:defRPr sz="2850" b="1">
                <a:solidFill>
                  <a:srgbClr val="075BEA"/>
                </a:solidFill>
                <a:latin typeface="Pretendard"/>
                <a:ea typeface="Pretendard"/>
                <a:cs typeface="Pretendard"/>
              </a:defRPr>
            </a:lvl9pPr>
          </a:lstStyle>
          <a:p xmlns:a="http://schemas.openxmlformats.org/drawingml/2006/main">
            <a:pPr algn="l">
              <a:defRPr sz="2850" b="1">
                <a:solidFill>
                  <a:srgbClr val="075BEA"/>
                </a:solidFill>
                <a:latin typeface="Pretendard"/>
                <a:ea typeface="Pretendard"/>
                <a:cs typeface="Pretendard"/>
              </a:defRPr>
            </a:pPr>
            <a:r>
              <a:rPr sz="2850" b="1">
                <a:solidFill>
                  <a:srgbClr val="075BEA"/>
                </a:solidFill>
                <a:latin typeface="Pretendard"/>
                <a:ea typeface="Pretendard"/>
                <a:cs typeface="Pretendard"/>
              </a:rPr>
              <a:t>LangSmith 실행 추적</a:t>
            </a:r>
          </a:p>
        </p:txBody>
      </p:sp>
      <p:sp>
        <p:nvSpPr>
          <p:cNvPr id="25" name="어느 단계가 실행됐는지&#10;어디서 시간이 걸렸는지&#10;어떤 근거로 답했는지 확인">
            <a:extLst xmlns:a="http://schemas.openxmlformats.org/drawingml/2006/main">
              <a:ext uri="{FF2B5EF4-FFF2-40B4-BE49-F238E27FC236}">
                <a16:creationId xmlns:a16="http://schemas.microsoft.com/office/drawing/2014/main" id="{D9E3877E-422F-4B4C-969C-727891D53D1E}"/>
              </a:ext>
            </a:extLst>
          </p:cNvPr>
          <p:cNvSpPr>
            <a:spLocks xmlns:a="http://schemas.openxmlformats.org/drawingml/2006/main" noGrp="1"/>
          </p:cNvSpPr>
          <p:nvPr/>
        </p:nvSpPr>
        <p:spPr>
          <a:xfrm xmlns:a="http://schemas.openxmlformats.org/drawingml/2006/main">
            <a:off x="12620625" y="6429375"/>
            <a:ext cx="4762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101010"/>
                </a:solidFill>
                <a:latin typeface="Pretendard"/>
                <a:ea typeface="Pretendard"/>
                <a:cs typeface="Pretendard"/>
              </a:defRPr>
            </a:defPPr>
            <a:lvl1pPr algn="l">
              <a:defRPr sz="2400" b="1">
                <a:solidFill>
                  <a:srgbClr val="101010"/>
                </a:solidFill>
                <a:latin typeface="Pretendard"/>
                <a:ea typeface="Pretendard"/>
                <a:cs typeface="Pretendard"/>
              </a:defRPr>
            </a:lvl1pPr>
            <a:lvl2pPr algn="l">
              <a:defRPr sz="2400" b="1">
                <a:solidFill>
                  <a:srgbClr val="101010"/>
                </a:solidFill>
                <a:latin typeface="Pretendard"/>
                <a:ea typeface="Pretendard"/>
                <a:cs typeface="Pretendard"/>
              </a:defRPr>
            </a:lvl2pPr>
            <a:lvl3pPr algn="l">
              <a:defRPr sz="2400" b="1">
                <a:solidFill>
                  <a:srgbClr val="101010"/>
                </a:solidFill>
                <a:latin typeface="Pretendard"/>
                <a:ea typeface="Pretendard"/>
                <a:cs typeface="Pretendard"/>
              </a:defRPr>
            </a:lvl3pPr>
            <a:lvl4pPr algn="l">
              <a:defRPr sz="2400" b="1">
                <a:solidFill>
                  <a:srgbClr val="101010"/>
                </a:solidFill>
                <a:latin typeface="Pretendard"/>
                <a:ea typeface="Pretendard"/>
                <a:cs typeface="Pretendard"/>
              </a:defRPr>
            </a:lvl4pPr>
            <a:lvl5pPr algn="l">
              <a:defRPr sz="2400" b="1">
                <a:solidFill>
                  <a:srgbClr val="101010"/>
                </a:solidFill>
                <a:latin typeface="Pretendard"/>
                <a:ea typeface="Pretendard"/>
                <a:cs typeface="Pretendard"/>
              </a:defRPr>
            </a:lvl5pPr>
            <a:lvl6pPr algn="l">
              <a:defRPr sz="2400" b="1">
                <a:solidFill>
                  <a:srgbClr val="101010"/>
                </a:solidFill>
                <a:latin typeface="Pretendard"/>
                <a:ea typeface="Pretendard"/>
                <a:cs typeface="Pretendard"/>
              </a:defRPr>
            </a:lvl6pPr>
            <a:lvl7pPr algn="l">
              <a:defRPr sz="2400" b="1">
                <a:solidFill>
                  <a:srgbClr val="101010"/>
                </a:solidFill>
                <a:latin typeface="Pretendard"/>
                <a:ea typeface="Pretendard"/>
                <a:cs typeface="Pretendard"/>
              </a:defRPr>
            </a:lvl7pPr>
            <a:lvl8pPr algn="l">
              <a:defRPr sz="2400" b="1">
                <a:solidFill>
                  <a:srgbClr val="101010"/>
                </a:solidFill>
                <a:latin typeface="Pretendard"/>
                <a:ea typeface="Pretendard"/>
                <a:cs typeface="Pretendard"/>
              </a:defRPr>
            </a:lvl8pPr>
            <a:lvl9pPr algn="l">
              <a:defRPr sz="2400" b="1">
                <a:solidFill>
                  <a:srgbClr val="101010"/>
                </a:solidFill>
                <a:latin typeface="Pretendard"/>
                <a:ea typeface="Pretendard"/>
                <a:cs typeface="Pretendard"/>
              </a:defRPr>
            </a:lvl9pPr>
          </a:lstStyle>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어느 단계가 실행됐는지</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어디서 시간이 걸렸는지</a:t>
            </a:r>
          </a:p>
          <a:p xmlns:a="http://schemas.openxmlformats.org/drawingml/2006/main">
            <a:pPr algn="l">
              <a:defRPr sz="2400" b="1">
                <a:solidFill>
                  <a:srgbClr val="101010"/>
                </a:solidFill>
                <a:latin typeface="Pretendard"/>
                <a:ea typeface="Pretendard"/>
                <a:cs typeface="Pretendard"/>
              </a:defRPr>
            </a:pPr>
            <a:r>
              <a:rPr sz="2400" b="1">
                <a:solidFill>
                  <a:srgbClr val="101010"/>
                </a:solidFill>
                <a:latin typeface="Pretendard"/>
                <a:ea typeface="Pretendard"/>
                <a:cs typeface="Pretendard"/>
              </a:rPr>
              <a:t>어떤 근거로 답했는지 확인</a:t>
            </a:r>
          </a:p>
        </p:txBody>
      </p:sp>
      <p:sp>
        <p:nvSpPr>
          <p:cNvPr id="26" name="기능 검사 통과와 실제 LLM 답변 정확도는 별개 · 실측 보고서 화면은 제품 UI와 ">
            <a:extLst xmlns:a="http://schemas.openxmlformats.org/drawingml/2006/main">
              <a:ext uri="{FF2B5EF4-FFF2-40B4-BE49-F238E27FC236}">
                <a16:creationId xmlns:a16="http://schemas.microsoft.com/office/drawing/2014/main" id="{540986A8-FE16-42D4-A49A-C6538A6C25B6}"/>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기능 검사 통과와 실제 LLM 답변 정확도는 별개 · 실측 보고서 화면은 제품 UI와 구분</a:t>
            </a:r>
          </a:p>
        </p:txBody>
      </p:sp>
    </p:spTree>
    <p:extLst>
      <p:ext uri="{BB962C8B-B14F-4D97-AF65-F5344CB8AC3E}">
        <p14:creationId xmlns:p14="http://schemas.microsoft.com/office/powerpoint/2010/main" val="1639852189"/>
      </p:ext>
    </p:extLst>
  </p:cSld>
</p:sld>
</file>

<file path=ppt/slides/slide20.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16311cbd94094b0f">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2c4d03e5ed5241c7">
            <a:extLst>
              <a:ext uri="{96DAC541-7B7A-43D3-8B79-37D633B846F1}">
                <asvg:svgBlip xmlns:asvg="http://schemas.microsoft.com/office/drawing/2016/SVG/main" r:embed="Rc3cfbf81d4f042e6"/>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d8019fc5a0b94cfb">
            <a:alphaModFix amt="75000"/>
            <a:extLst>
              <a:ext uri="{96DAC541-7B7A-43D3-8B79-37D633B846F1}">
                <asvg:svgBlip xmlns:asvg="http://schemas.microsoft.com/office/drawing/2016/SVG/main" r:embed="R27f8b2ce610c462e"/>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bda663f2f9d54aa0">
            <a:extLst>
              <a:ext uri="{96DAC541-7B7A-43D3-8B79-37D633B846F1}">
                <asvg:svgBlip xmlns:asvg="http://schemas.microsoft.com/office/drawing/2016/SVG/main" r:embed="Reba6b159399e4403"/>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a809bd2f87ee494c">
            <a:extLst>
              <a:ext uri="{96DAC541-7B7A-43D3-8B79-37D633B846F1}">
                <asvg:svgBlip xmlns:asvg="http://schemas.microsoft.com/office/drawing/2016/SVG/main" r:embed="Rabe26c6f0a1645f3"/>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39f8737b86724419">
            <a:extLst>
              <a:ext uri="{96DAC541-7B7A-43D3-8B79-37D633B846F1}">
                <asvg:svgBlip xmlns:asvg="http://schemas.microsoft.com/office/drawing/2016/SVG/main" r:embed="Rd468462ba9534f81"/>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8a760fe54ae3426d"/>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a2f15152019b4aed">
            <a:extLst>
              <a:ext uri="{96DAC541-7B7A-43D3-8B79-37D633B846F1}">
                <asvg:svgBlip xmlns:asvg="http://schemas.microsoft.com/office/drawing/2016/SVG/main" r:embed="R7063f07caa6144c6"/>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96721541fb5f484d">
            <a:extLst>
              <a:ext uri="{96DAC541-7B7A-43D3-8B79-37D633B846F1}">
                <asvg:svgBlip xmlns:asvg="http://schemas.microsoft.com/office/drawing/2016/SVG/main" r:embed="R276ce9134ded497e"/>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f301f277e2a84538">
            <a:extLst>
              <a:ext uri="{96DAC541-7B7A-43D3-8B79-37D633B846F1}">
                <asvg:svgBlip xmlns:asvg="http://schemas.microsoft.com/office/drawing/2016/SVG/main" r:embed="R652472c4a58448ab"/>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a5991fc98b574252">
            <a:extLst>
              <a:ext uri="{96DAC541-7B7A-43D3-8B79-37D633B846F1}">
                <asvg:svgBlip xmlns:asvg="http://schemas.microsoft.com/office/drawing/2016/SVG/main" r:embed="Rd4658aab378044e4"/>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a5991fc98b574252">
            <a:extLst>
              <a:ext uri="{96DAC541-7B7A-43D3-8B79-37D633B846F1}">
                <asvg:svgBlip xmlns:asvg="http://schemas.microsoft.com/office/drawing/2016/SVG/main" r:embed="Rd4658aab378044e4"/>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a5991fc98b574252">
            <a:extLst>
              <a:ext uri="{96DAC541-7B7A-43D3-8B79-37D633B846F1}">
                <asvg:svgBlip xmlns:asvg="http://schemas.microsoft.com/office/drawing/2016/SVG/main" r:embed="Rd4658aab378044e4"/>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a5991fc98b574252">
            <a:extLst>
              <a:ext uri="{96DAC541-7B7A-43D3-8B79-37D633B846F1}">
                <asvg:svgBlip xmlns:asvg="http://schemas.microsoft.com/office/drawing/2016/SVG/main" r:embed="Rd4658aab378044e4"/>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e736b85b62624eaa">
            <a:extLst>
              <a:ext uri="{96DAC541-7B7A-43D3-8B79-37D633B846F1}">
                <asvg:svgBlip xmlns:asvg="http://schemas.microsoft.com/office/drawing/2016/SVG/main" r:embed="R3ec87b9d717a4743"/>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0DD53AAD-8CD0-4EF8-8E20-7B5DA32E8A9B}"/>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20">
            <a:extLst xmlns:a="http://schemas.openxmlformats.org/drawingml/2006/main">
              <a:ext uri="{FF2B5EF4-FFF2-40B4-BE49-F238E27FC236}">
                <a16:creationId xmlns:a16="http://schemas.microsoft.com/office/drawing/2014/main" id="{983EB9BC-4AA9-472C-8408-FB22EBF6714E}"/>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20</a:t>
            </a:r>
          </a:p>
        </p:txBody>
      </p:sp>
      <p:sp>
        <p:nvSpPr>
          <p:cNvPr id="20" name="한계와 트레이드오프">
            <a:extLst xmlns:a="http://schemas.openxmlformats.org/drawingml/2006/main">
              <a:ext uri="{FF2B5EF4-FFF2-40B4-BE49-F238E27FC236}">
                <a16:creationId xmlns:a16="http://schemas.microsoft.com/office/drawing/2014/main" id="{A5DF2672-0AB9-4B73-B936-1B0FA67F4972}"/>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한계와 트레이드오프</a:t>
            </a:r>
          </a:p>
        </p:txBody>
      </p:sp>
      <p:graphicFrame>
        <p:nvGraphicFramePr>
          <p:cNvPr id="21" name="">
            <a:extLst xmlns:a="http://schemas.openxmlformats.org/drawingml/2006/main">
              <a:ext uri="{FF2B5EF4-FFF2-40B4-BE49-F238E27FC236}">
                <a16:creationId xmlns:a16="http://schemas.microsoft.com/office/drawing/2014/main" id="{9C4F98AC-5F1B-4DEC-B898-599DA20E983C}"/>
              </a:ext>
            </a:extLst>
          </p:cNvPr>
          <p:cNvGraphicFramePr/>
          <p:nvPr/>
        </p:nvGraphicFramePr>
        <p:xfrm>
          <a:off xmlns:a="http://schemas.openxmlformats.org/drawingml/2006/main" x="2095500" y="2857500"/>
          <a:ext xmlns:a="http://schemas.openxmlformats.org/drawingml/2006/main" cx="15478125" cy="5429250"/>
        </p:xfrm>
        <a:graphic xmlns:a="http://schemas.openxmlformats.org/drawingml/2006/main">
          <a:graphicData uri="http://schemas.openxmlformats.org/drawingml/2006/table">
            <a:tbl>
              <a:tblPr/>
              <a:tblGrid>
                <a:gridCol w="2762250"/>
                <a:gridCol w="3333750"/>
                <a:gridCol w="5572125"/>
                <a:gridCol w="3810000"/>
              </a:tblGrid>
              <a:tr h="1085850">
                <a:tc>
                  <a:txBody>
                    <a:bodyPr/>
                    <a:lstStyle/>
                    <a:p>
                      <a:r>
                        <a:rPr sz="2100" b="1">
                          <a:solidFill>
                            <a:srgbClr val="FFFFFF"/>
                          </a:solidFill>
                          <a:latin typeface="Pretendard"/>
                          <a:ea typeface="Pretendard"/>
                          <a:cs typeface="Pretendard"/>
                        </a:rPr>
                        <a:t>개선 선택</a:t>
                      </a:r>
                    </a:p>
                  </a:txBody>
                  <a:tcPr marL="190500" marR="152400" marT="152400" marB="114300">
                    <a:lnL w="11430">
                      <a:solidFill>
                        <a:srgbClr val="D2D6DF"/>
                      </a:solidFill>
                      <a:prstDash val="solid"/>
                    </a:lnL>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100" b="1">
                          <a:solidFill>
                            <a:srgbClr val="FFFFFF"/>
                          </a:solidFill>
                          <a:latin typeface="Pretendard"/>
                          <a:ea typeface="Pretendard"/>
                          <a:cs typeface="Pretendard"/>
                        </a:rPr>
                        <a:t>얻은 점</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100" b="1">
                          <a:solidFill>
                            <a:srgbClr val="FFFFFF"/>
                          </a:solidFill>
                          <a:latin typeface="Pretendard"/>
                          <a:ea typeface="Pretendard"/>
                          <a:cs typeface="Pretendard"/>
                        </a:rPr>
                        <a:t>추가된 부담·제약</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c>
                  <a:txBody>
                    <a:bodyPr/>
                    <a:lstStyle/>
                    <a:p>
                      <a:r>
                        <a:rPr sz="2100" b="1">
                          <a:solidFill>
                            <a:srgbClr val="FFFFFF"/>
                          </a:solidFill>
                          <a:latin typeface="Pretendard"/>
                          <a:ea typeface="Pretendard"/>
                          <a:cs typeface="Pretendard"/>
                        </a:rPr>
                        <a:t>다음 개선</a:t>
                      </a:r>
                    </a:p>
                  </a:txBody>
                  <a:tcPr marL="190500" marR="152400" marT="152400" marB="114300">
                    <a:lnR w="11430">
                      <a:solidFill>
                        <a:srgbClr val="D2D6DF"/>
                      </a:solidFill>
                      <a:prstDash val="solid"/>
                    </a:lnR>
                    <a:lnT w="11430">
                      <a:solidFill>
                        <a:srgbClr val="D2D6DF"/>
                      </a:solidFill>
                      <a:prstDash val="solid"/>
                    </a:lnT>
                    <a:lnB w="11430">
                      <a:solidFill>
                        <a:srgbClr val="D2D6DF"/>
                      </a:solidFill>
                      <a:prstDash val="solid"/>
                    </a:lnB>
                    <a:solidFill>
                      <a:srgbClr val="075BEA"/>
                    </a:solidFill>
                  </a:tcPr>
                </a:tc>
              </a:tr>
              <a:tr h="1085850">
                <a:tc>
                  <a:txBody>
                    <a:bodyPr/>
                    <a:lstStyle/>
                    <a:p>
                      <a:r>
                        <a:rPr sz="2100">
                          <a:solidFill>
                            <a:srgbClr val="101010"/>
                          </a:solidFill>
                          <a:latin typeface="Pretendard"/>
                          <a:ea typeface="Pretendard"/>
                          <a:cs typeface="Pretendard"/>
                        </a:rPr>
                        <a:t>RAG 의미 검색</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표현이 달라도</a:t>
                      </a:r>
                    </a:p>
                    <a:p>
                      <a:r>
                        <a:rPr sz="2100">
                          <a:solidFill>
                            <a:srgbClr val="101010"/>
                          </a:solidFill>
                          <a:latin typeface="Pretendard"/>
                          <a:ea typeface="Pretendard"/>
                          <a:cs typeface="Pretendard"/>
                        </a:rPr>
                        <a:t>관련 문서 탐색</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유사하지만 무관한 문서 검색</a:t>
                      </a:r>
                    </a:p>
                    <a:p>
                      <a:r>
                        <a:rPr sz="2100">
                          <a:solidFill>
                            <a:srgbClr val="101010"/>
                          </a:solidFill>
                          <a:latin typeface="Pretendard"/>
                          <a:ea typeface="Pretendard"/>
                          <a:cs typeface="Pretendard"/>
                        </a:rPr>
                        <a:t>임베딩·검색 시간 추가</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평가 질문 확대</a:t>
                      </a:r>
                    </a:p>
                    <a:p>
                      <a:r>
                        <a:rPr sz="2100">
                          <a:solidFill>
                            <a:srgbClr val="101010"/>
                          </a:solidFill>
                          <a:latin typeface="Pretendard"/>
                          <a:ea typeface="Pretendard"/>
                          <a:cs typeface="Pretendard"/>
                        </a:rPr>
                        <a:t>문서·검색 기준 보완</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1085850">
                <a:tc>
                  <a:txBody>
                    <a:bodyPr/>
                    <a:lstStyle/>
                    <a:p>
                      <a:r>
                        <a:rPr sz="2100">
                          <a:solidFill>
                            <a:srgbClr val="101010"/>
                          </a:solidFill>
                          <a:latin typeface="Pretendard"/>
                          <a:ea typeface="Pretendard"/>
                          <a:cs typeface="Pretendard"/>
                        </a:rPr>
                        <a:t>오류 코드 문서 필터</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확인되지 않은</a:t>
                      </a:r>
                    </a:p>
                    <a:p>
                      <a:r>
                        <a:rPr sz="2100">
                          <a:solidFill>
                            <a:srgbClr val="101010"/>
                          </a:solidFill>
                          <a:latin typeface="Pretendard"/>
                          <a:ea typeface="Pretendard"/>
                          <a:cs typeface="Pretendard"/>
                        </a:rPr>
                        <a:t>504 안내 억제</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문서 전체를 제외하면</a:t>
                      </a:r>
                    </a:p>
                    <a:p>
                      <a:r>
                        <a:rPr sz="2100">
                          <a:solidFill>
                            <a:srgbClr val="101010"/>
                          </a:solidFill>
                          <a:latin typeface="Pretendard"/>
                          <a:ea typeface="Pretendard"/>
                          <a:cs typeface="Pretendard"/>
                        </a:rPr>
                        <a:t>유용한 일반 안내도 누락</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문서를 조건별로 분리</a:t>
                      </a:r>
                    </a:p>
                    <a:p>
                      <a:r>
                        <a:rPr sz="2100">
                          <a:solidFill>
                            <a:srgbClr val="101010"/>
                          </a:solidFill>
                          <a:latin typeface="Pretendard"/>
                          <a:ea typeface="Pretendard"/>
                          <a:cs typeface="Pretendard"/>
                        </a:rPr>
                        <a:t>관련 부분만 사용</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1085850">
                <a:tc>
                  <a:txBody>
                    <a:bodyPr/>
                    <a:lstStyle/>
                    <a:p>
                      <a:r>
                        <a:rPr sz="2100">
                          <a:solidFill>
                            <a:srgbClr val="101010"/>
                          </a:solidFill>
                          <a:latin typeface="Pretendard"/>
                          <a:ea typeface="Pretendard"/>
                          <a:cs typeface="Pretendard"/>
                        </a:rPr>
                        <a:t>OpenAI 임베딩</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외부 공급자 선택</a:t>
                      </a:r>
                    </a:p>
                    <a:p>
                      <a:r>
                        <a:rPr sz="2100">
                          <a:solidFill>
                            <a:srgbClr val="101010"/>
                          </a:solidFill>
                          <a:latin typeface="Pretendard"/>
                          <a:ea typeface="Pretendard"/>
                          <a:cs typeface="Pretendard"/>
                        </a:rPr>
                        <a:t>교체 가능한 구조</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과금·외부 전송·네트워크 의존</a:t>
                      </a:r>
                    </a:p>
                    <a:p>
                      <a:r>
                        <a:rPr sz="2100">
                          <a:solidFill>
                            <a:srgbClr val="101010"/>
                          </a:solidFill>
                          <a:latin typeface="Pretendard"/>
                          <a:ea typeface="Pretendard"/>
                          <a:cs typeface="Pretendard"/>
                        </a:rPr>
                        <a:t>이번 표본에서는 지연 증가</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운영 조건별 모델 선택</a:t>
                      </a:r>
                    </a:p>
                    <a:p>
                      <a:r>
                        <a:rPr sz="2100">
                          <a:solidFill>
                            <a:srgbClr val="101010"/>
                          </a:solidFill>
                          <a:latin typeface="Pretendard"/>
                          <a:ea typeface="Pretendard"/>
                          <a:cs typeface="Pretendard"/>
                        </a:rPr>
                        <a:t>캐시·실패 처리 검증</a:t>
                      </a:r>
                    </a:p>
                  </a:txBody>
                  <a:tcPr marL="190500" marR="152400" marT="152400" marB="114300">
                    <a:lnR w="11430">
                      <a:solidFill>
                        <a:srgbClr val="D2D6DF"/>
                      </a:solidFill>
                      <a:prstDash val="solid"/>
                    </a:lnR>
                    <a:lnB w="11430">
                      <a:solidFill>
                        <a:srgbClr val="D2D6DF"/>
                      </a:solidFill>
                      <a:prstDash val="solid"/>
                    </a:lnB>
                    <a:solidFill>
                      <a:srgbClr val="FFFFFF"/>
                    </a:solidFill>
                  </a:tcPr>
                </a:tc>
              </a:tr>
              <a:tr h="1085850">
                <a:tc>
                  <a:txBody>
                    <a:bodyPr/>
                    <a:lstStyle/>
                    <a:p>
                      <a:r>
                        <a:rPr sz="2100">
                          <a:solidFill>
                            <a:srgbClr val="101010"/>
                          </a:solidFill>
                          <a:latin typeface="Pretendard"/>
                          <a:ea typeface="Pretendard"/>
                          <a:cs typeface="Pretendard"/>
                        </a:rPr>
                        <a:t>답변 검증·재작성</a:t>
                      </a:r>
                    </a:p>
                  </a:txBody>
                  <a:tcPr marL="190500" marR="152400" marT="152400" marB="114300">
                    <a:lnL w="11430">
                      <a:solidFill>
                        <a:srgbClr val="D2D6DF"/>
                      </a:solidFill>
                      <a:prstDash val="solid"/>
                    </a:lnL>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근거 없는</a:t>
                      </a:r>
                    </a:p>
                    <a:p>
                      <a:r>
                        <a:rPr sz="2100">
                          <a:solidFill>
                            <a:srgbClr val="101010"/>
                          </a:solidFill>
                          <a:latin typeface="Pretendard"/>
                          <a:ea typeface="Pretendard"/>
                          <a:cs typeface="Pretendard"/>
                        </a:rPr>
                        <a:t>안내 일부 차단</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재작성 시간 증가</a:t>
                      </a:r>
                    </a:p>
                    <a:p>
                      <a:r>
                        <a:rPr sz="2100">
                          <a:solidFill>
                            <a:srgbClr val="101010"/>
                          </a:solidFill>
                          <a:latin typeface="Pretendard"/>
                          <a:ea typeface="Pretendard"/>
                          <a:cs typeface="Pretendard"/>
                        </a:rPr>
                        <a:t>정상 안내를 막을 가능성</a:t>
                      </a:r>
                    </a:p>
                  </a:txBody>
                  <a:tcPr marL="190500" marR="152400" marT="152400" marB="114300">
                    <a:lnR w="11430">
                      <a:solidFill>
                        <a:srgbClr val="D2D6DF"/>
                      </a:solidFill>
                      <a:prstDash val="solid"/>
                    </a:lnR>
                    <a:lnB w="11430">
                      <a:solidFill>
                        <a:srgbClr val="D2D6DF"/>
                      </a:solidFill>
                      <a:prstDash val="solid"/>
                    </a:lnB>
                    <a:solidFill>
                      <a:srgbClr val="FFFFFF"/>
                    </a:solidFill>
                  </a:tcPr>
                </a:tc>
                <a:tc>
                  <a:txBody>
                    <a:bodyPr/>
                    <a:lstStyle/>
                    <a:p>
                      <a:r>
                        <a:rPr sz="2100">
                          <a:solidFill>
                            <a:srgbClr val="101010"/>
                          </a:solidFill>
                          <a:latin typeface="Pretendard"/>
                          <a:ea typeface="Pretendard"/>
                          <a:cs typeface="Pretendard"/>
                        </a:rPr>
                        <a:t>조건별 규칙 세분화</a:t>
                      </a:r>
                    </a:p>
                    <a:p>
                      <a:r>
                        <a:rPr sz="2100">
                          <a:solidFill>
                            <a:srgbClr val="101010"/>
                          </a:solidFill>
                          <a:latin typeface="Pretendard"/>
                          <a:ea typeface="Pretendard"/>
                          <a:cs typeface="Pretendard"/>
                        </a:rPr>
                        <a:t>실패 사례 회귀 검사</a:t>
                      </a:r>
                    </a:p>
                  </a:txBody>
                  <a:tcPr marL="190500" marR="152400" marT="152400" marB="114300">
                    <a:lnR w="11430">
                      <a:solidFill>
                        <a:srgbClr val="D2D6DF"/>
                      </a:solidFill>
                      <a:prstDash val="solid"/>
                    </a:lnR>
                    <a:lnB w="11430">
                      <a:solidFill>
                        <a:srgbClr val="D2D6DF"/>
                      </a:solidFill>
                      <a:prstDash val="solid"/>
                    </a:lnB>
                    <a:solidFill>
                      <a:srgbClr val="FFFFFF"/>
                    </a:solidFill>
                  </a:tcPr>
                </a:tc>
              </a:tr>
            </a:tbl>
          </a:graphicData>
        </a:graphic>
      </p:graphicFrame>
      <p:sp>
        <p:nvSpPr>
          <p:cNvPr id="22" name="현재 운영 한계: 샘플 메트릭 사용 · 실제 로그/배포 이력 미연동 · 관리자 인증/권">
            <a:extLst xmlns:a="http://schemas.openxmlformats.org/drawingml/2006/main">
              <a:ext uri="{FF2B5EF4-FFF2-40B4-BE49-F238E27FC236}">
                <a16:creationId xmlns:a16="http://schemas.microsoft.com/office/drawing/2014/main" id="{475485BB-D280-47F6-A247-F19867B1D2AD}"/>
              </a:ext>
            </a:extLst>
          </p:cNvPr>
          <p:cNvSpPr>
            <a:spLocks xmlns:a="http://schemas.openxmlformats.org/drawingml/2006/main" noGrp="1"/>
          </p:cNvSpPr>
          <p:nvPr/>
        </p:nvSpPr>
        <p:spPr>
          <a:xfrm xmlns:a="http://schemas.openxmlformats.org/drawingml/2006/main">
            <a:off x="2286000" y="8724900"/>
            <a:ext cx="15097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175" b="1">
                <a:solidFill>
                  <a:srgbClr val="101010"/>
                </a:solidFill>
                <a:latin typeface="Pretendard"/>
                <a:ea typeface="Pretendard"/>
                <a:cs typeface="Pretendard"/>
              </a:defRPr>
            </a:defPPr>
            <a:lvl1pPr algn="ctr">
              <a:defRPr sz="2175" b="1">
                <a:solidFill>
                  <a:srgbClr val="101010"/>
                </a:solidFill>
                <a:latin typeface="Pretendard"/>
                <a:ea typeface="Pretendard"/>
                <a:cs typeface="Pretendard"/>
              </a:defRPr>
            </a:lvl1pPr>
            <a:lvl2pPr algn="ctr">
              <a:defRPr sz="2175" b="1">
                <a:solidFill>
                  <a:srgbClr val="101010"/>
                </a:solidFill>
                <a:latin typeface="Pretendard"/>
                <a:ea typeface="Pretendard"/>
                <a:cs typeface="Pretendard"/>
              </a:defRPr>
            </a:lvl2pPr>
            <a:lvl3pPr algn="ctr">
              <a:defRPr sz="2175" b="1">
                <a:solidFill>
                  <a:srgbClr val="101010"/>
                </a:solidFill>
                <a:latin typeface="Pretendard"/>
                <a:ea typeface="Pretendard"/>
                <a:cs typeface="Pretendard"/>
              </a:defRPr>
            </a:lvl3pPr>
            <a:lvl4pPr algn="ctr">
              <a:defRPr sz="2175" b="1">
                <a:solidFill>
                  <a:srgbClr val="101010"/>
                </a:solidFill>
                <a:latin typeface="Pretendard"/>
                <a:ea typeface="Pretendard"/>
                <a:cs typeface="Pretendard"/>
              </a:defRPr>
            </a:lvl4pPr>
            <a:lvl5pPr algn="ctr">
              <a:defRPr sz="2175" b="1">
                <a:solidFill>
                  <a:srgbClr val="101010"/>
                </a:solidFill>
                <a:latin typeface="Pretendard"/>
                <a:ea typeface="Pretendard"/>
                <a:cs typeface="Pretendard"/>
              </a:defRPr>
            </a:lvl5pPr>
            <a:lvl6pPr algn="ctr">
              <a:defRPr sz="2175" b="1">
                <a:solidFill>
                  <a:srgbClr val="101010"/>
                </a:solidFill>
                <a:latin typeface="Pretendard"/>
                <a:ea typeface="Pretendard"/>
                <a:cs typeface="Pretendard"/>
              </a:defRPr>
            </a:lvl6pPr>
            <a:lvl7pPr algn="ctr">
              <a:defRPr sz="2175" b="1">
                <a:solidFill>
                  <a:srgbClr val="101010"/>
                </a:solidFill>
                <a:latin typeface="Pretendard"/>
                <a:ea typeface="Pretendard"/>
                <a:cs typeface="Pretendard"/>
              </a:defRPr>
            </a:lvl7pPr>
            <a:lvl8pPr algn="ctr">
              <a:defRPr sz="2175" b="1">
                <a:solidFill>
                  <a:srgbClr val="101010"/>
                </a:solidFill>
                <a:latin typeface="Pretendard"/>
                <a:ea typeface="Pretendard"/>
                <a:cs typeface="Pretendard"/>
              </a:defRPr>
            </a:lvl8pPr>
            <a:lvl9pPr algn="ctr">
              <a:defRPr sz="2175" b="1">
                <a:solidFill>
                  <a:srgbClr val="101010"/>
                </a:solidFill>
                <a:latin typeface="Pretendard"/>
                <a:ea typeface="Pretendard"/>
                <a:cs typeface="Pretendard"/>
              </a:defRPr>
            </a:lvl9pPr>
          </a:lstStyle>
          <a:p xmlns:a="http://schemas.openxmlformats.org/drawingml/2006/main">
            <a:pPr algn="ctr">
              <a:defRPr sz="2175" b="1">
                <a:solidFill>
                  <a:srgbClr val="101010"/>
                </a:solidFill>
                <a:latin typeface="Pretendard"/>
                <a:ea typeface="Pretendard"/>
                <a:cs typeface="Pretendard"/>
              </a:defRPr>
            </a:pPr>
            <a:r>
              <a:rPr sz="2175" b="1">
                <a:solidFill>
                  <a:srgbClr val="101010"/>
                </a:solidFill>
                <a:latin typeface="Pretendard"/>
                <a:ea typeface="Pretendard"/>
                <a:cs typeface="Pretendard"/>
              </a:rPr>
              <a:t>현재 운영 한계: 샘플 메트릭 사용 · 실제 로그/배포 이력 미연동 · 관리자 인증/권한 미구현</a:t>
            </a:r>
          </a:p>
        </p:txBody>
      </p:sp>
    </p:spTree>
    <p:extLst>
      <p:ext uri="{BB962C8B-B14F-4D97-AF65-F5344CB8AC3E}">
        <p14:creationId xmlns:p14="http://schemas.microsoft.com/office/powerpoint/2010/main" val="1639852189"/>
      </p:ext>
    </p:extLst>
  </p:cSld>
</p:sld>
</file>

<file path=ppt/slides/slide21.xml><?xml version="1.0" encoding="utf-8"?>
<p:sld xmlns:p="http://schemas.openxmlformats.org/presentationml/2006/main">
  <p:cSld>
    <p:bg>
      <p:bgPr>
        <a:solidFill xmlns:a="http://schemas.openxmlformats.org/drawingml/2006/main">
          <a:srgbClr val="DEDEDE"/>
        </a:solidFill>
      </p:bgPr>
    </p:bg>
    <p:spTree>
      <p:nvGrpSpPr>
        <p:cNvPr id="1" name=""/>
        <p:cNvGrpSpPr/>
        <p:nvPr/>
      </p:nvGrpSpPr>
      <p:grpSpPr>
        <a:xfrm xmlns:a="http://schemas.openxmlformats.org/drawingml/2006/main"/>
      </p:grpSpPr>
      <p:pic>
        <p:nvPicPr>
          <p:cNvPr id="2" name="Picture 2">
            <a:extLst xmlns:a="http://schemas.openxmlformats.org/drawingml/2006/main">
              <a:ext uri="{FF2B5EF4-FFF2-40B4-BE49-F238E27FC236}">
                <a16:creationId xmlns:a16="http://schemas.microsoft.com/office/drawing/2014/main" id="{C5E6607A-C6E3-49F9-B656-055956808C13}"/>
              </a:ext>
            </a:extLst>
          </p:cNvPr>
          <p:cNvPicPr>
            <a:picLocks xmlns:a="http://schemas.openxmlformats.org/drawingml/2006/main" noChangeAspect="1"/>
          </p:cNvPicPr>
          <p:nvPr/>
        </p:nvPicPr>
        <p:blipFill>
          <a:blip xmlns:r="http://schemas.openxmlformats.org/officeDocument/2006/relationships" xmlns:a="http://schemas.openxmlformats.org/drawingml/2006/main" r:embed="Rf1f6633e92314262">
            <a:alphaModFix amt="76000"/>
          </a:blip>
          <a:stretch xmlns:a="http://schemas.openxmlformats.org/drawingml/2006/main">
            <a:fillRect l="0" t="0" r="0" b="0"/>
          </a:stretch>
        </p:blipFill>
        <p:spPr>
          <a:xfrm xmlns:a="http://schemas.openxmlformats.org/drawingml/2006/main" rot="0">
            <a:off x="-12700" y="-12700"/>
            <a:ext cx="18313400" cy="10312400"/>
          </a:xfrm>
          <a:prstGeom xmlns:a="http://schemas.openxmlformats.org/drawingml/2006/main" prst="rect">
            <a:avLst/>
          </a:prstGeom>
        </p:spPr>
      </p:pic>
      <p:pic>
        <p:nvPicPr>
          <p:cNvPr id="4" name="Picture 4">
            <a:extLst xmlns:a="http://schemas.openxmlformats.org/drawingml/2006/main">
              <a:ext uri="{FF2B5EF4-FFF2-40B4-BE49-F238E27FC236}">
                <a16:creationId xmlns:a16="http://schemas.microsoft.com/office/drawing/2014/main" id="{26199F67-7867-4E62-8BEB-4DBF6FE5AA3A}"/>
              </a:ext>
            </a:extLst>
          </p:cNvPr>
          <p:cNvPicPr>
            <a:picLocks xmlns:a="http://schemas.openxmlformats.org/drawingml/2006/main" noChangeAspect="1"/>
          </p:cNvPicPr>
          <p:nvPr/>
        </p:nvPicPr>
        <p:blipFill>
          <a:blip xmlns:r="http://schemas.openxmlformats.org/officeDocument/2006/relationships" xmlns:a="http://schemas.openxmlformats.org/drawingml/2006/main" r:embed="R707b55aa3d7943f2">
            <a:extLst>
              <a:ext uri="{96DAC541-7B7A-43D3-8B79-37D633B846F1}">
                <asvg:svgBlip xmlns:asvg="http://schemas.microsoft.com/office/drawing/2016/SVG/main" r:embed="Rb534c5da766d4858"/>
              </a:ext>
            </a:extLst>
          </a:blip>
          <a:stretch xmlns:a="http://schemas.openxmlformats.org/drawingml/2006/main">
            <a:fillRect l="0" t="0" r="0" b="0"/>
          </a:stretch>
        </p:blipFill>
        <p:spPr>
          <a:xfrm xmlns:a="http://schemas.openxmlformats.org/drawingml/2006/main" rot="0">
            <a:off x="1320800" y="0"/>
            <a:ext cx="16979900" cy="825500"/>
          </a:xfrm>
          <a:prstGeom xmlns:a="http://schemas.openxmlformats.org/drawingml/2006/main" prst="rect">
            <a:avLst/>
          </a:prstGeom>
        </p:spPr>
      </p:pic>
      <p:pic>
        <p:nvPicPr>
          <p:cNvPr id="5" name="Picture 5">
            <a:extLst xmlns:a="http://schemas.openxmlformats.org/drawingml/2006/main">
              <a:ext uri="{FF2B5EF4-FFF2-40B4-BE49-F238E27FC236}">
                <a16:creationId xmlns:a16="http://schemas.microsoft.com/office/drawing/2014/main" id="{B24E97DB-1CFC-46D8-B8F6-30F23F930A2D}"/>
              </a:ext>
            </a:extLst>
          </p:cNvPr>
          <p:cNvPicPr>
            <a:picLocks xmlns:a="http://schemas.openxmlformats.org/drawingml/2006/main" noChangeAspect="1"/>
          </p:cNvPicPr>
          <p:nvPr/>
        </p:nvPicPr>
        <p:blipFill>
          <a:blip xmlns:r="http://schemas.openxmlformats.org/officeDocument/2006/relationships" xmlns:a="http://schemas.openxmlformats.org/drawingml/2006/main" r:embed="Rdfbc6561f1824a4f">
            <a:alphaModFix amt="75000"/>
            <a:extLst>
              <a:ext uri="{96DAC541-7B7A-43D3-8B79-37D633B846F1}">
                <asvg:svgBlip xmlns:asvg="http://schemas.microsoft.com/office/drawing/2016/SVG/main" r:embed="Raa57ffa5c2bd4164"/>
              </a:ext>
            </a:extLst>
          </a:blip>
          <a:stretch xmlns:a="http://schemas.openxmlformats.org/drawingml/2006/main">
            <a:fillRect l="0" t="0" r="0" b="0"/>
          </a:stretch>
        </p:blipFill>
        <p:spPr>
          <a:xfrm xmlns:a="http://schemas.openxmlformats.org/drawingml/2006/main" rot="0">
            <a:off x="-12700" y="-50800"/>
            <a:ext cx="1358900" cy="10388600"/>
          </a:xfrm>
          <a:prstGeom xmlns:a="http://schemas.openxmlformats.org/drawingml/2006/main" prst="rect">
            <a:avLst/>
          </a:prstGeom>
          <a:effectLst xmlns:a="http://schemas.openxmlformats.org/drawingml/2006/main">
            <a:outerShdw blurRad="88535" dist="104775" dir="2700000">
              <a:srgbClr val="000000">
                <a:alpha val="15000"/>
              </a:srgbClr>
            </a:outerShdw>
          </a:effectLst>
        </p:spPr>
      </p:pic>
      <p:pic>
        <p:nvPicPr>
          <p:cNvPr id="6" name="Picture 6">
            <a:extLst xmlns:a="http://schemas.openxmlformats.org/drawingml/2006/main">
              <a:ext uri="{FF2B5EF4-FFF2-40B4-BE49-F238E27FC236}">
                <a16:creationId xmlns:a16="http://schemas.microsoft.com/office/drawing/2014/main" id="{4E16D237-70E3-4148-AD41-12DE7E33FE81}"/>
              </a:ext>
            </a:extLst>
          </p:cNvPr>
          <p:cNvPicPr>
            <a:picLocks xmlns:a="http://schemas.openxmlformats.org/drawingml/2006/main" noChangeAspect="1"/>
          </p:cNvPicPr>
          <p:nvPr/>
        </p:nvPicPr>
        <p:blipFill>
          <a:blip xmlns:r="http://schemas.openxmlformats.org/officeDocument/2006/relationships" xmlns:a="http://schemas.openxmlformats.org/drawingml/2006/main" r:embed="R5179fb4416a04c6a">
            <a:extLst>
              <a:ext uri="{96DAC541-7B7A-43D3-8B79-37D633B846F1}">
                <asvg:svgBlip xmlns:asvg="http://schemas.microsoft.com/office/drawing/2016/SVG/main" r:embed="Re2670af169b946ca"/>
              </a:ext>
            </a:extLst>
          </a:blip>
          <a:stretch xmlns:a="http://schemas.openxmlformats.org/drawingml/2006/main">
            <a:fillRect l="0" t="0" r="0" b="0"/>
          </a:stretch>
        </p:blipFill>
        <p:spPr>
          <a:xfrm xmlns:a="http://schemas.openxmlformats.org/drawingml/2006/main" rot="0">
            <a:off x="469900" y="3975100"/>
            <a:ext cx="406400" cy="304800"/>
          </a:xfrm>
          <a:prstGeom xmlns:a="http://schemas.openxmlformats.org/drawingml/2006/main" prst="rect">
            <a:avLst/>
          </a:prstGeom>
        </p:spPr>
      </p:pic>
      <p:pic>
        <p:nvPicPr>
          <p:cNvPr id="7" name="Picture 7">
            <a:extLst xmlns:a="http://schemas.openxmlformats.org/drawingml/2006/main">
              <a:ext uri="{FF2B5EF4-FFF2-40B4-BE49-F238E27FC236}">
                <a16:creationId xmlns:a16="http://schemas.microsoft.com/office/drawing/2014/main" id="{F6CA14A3-AD45-4C9F-8E14-4EAABF9E7C53}"/>
              </a:ext>
            </a:extLst>
          </p:cNvPr>
          <p:cNvPicPr>
            <a:picLocks xmlns:a="http://schemas.openxmlformats.org/drawingml/2006/main" noChangeAspect="1"/>
          </p:cNvPicPr>
          <p:nvPr/>
        </p:nvPicPr>
        <p:blipFill>
          <a:blip xmlns:r="http://schemas.openxmlformats.org/officeDocument/2006/relationships" xmlns:a="http://schemas.openxmlformats.org/drawingml/2006/main" r:embed="Rb54a5faa389b4621">
            <a:extLst>
              <a:ext uri="{96DAC541-7B7A-43D3-8B79-37D633B846F1}">
                <asvg:svgBlip xmlns:asvg="http://schemas.microsoft.com/office/drawing/2016/SVG/main" r:embed="Rbc074f5f01be40e6"/>
              </a:ext>
            </a:extLst>
          </a:blip>
          <a:stretch xmlns:a="http://schemas.openxmlformats.org/drawingml/2006/main">
            <a:fillRect l="0" t="0" r="0" b="0"/>
          </a:stretch>
        </p:blipFill>
        <p:spPr>
          <a:xfrm xmlns:a="http://schemas.openxmlformats.org/drawingml/2006/main" rot="0">
            <a:off x="406400" y="2870200"/>
            <a:ext cx="520700" cy="520700"/>
          </a:xfrm>
          <a:prstGeom xmlns:a="http://schemas.openxmlformats.org/drawingml/2006/main" prst="rect">
            <a:avLst/>
          </a:prstGeom>
        </p:spPr>
      </p:pic>
      <p:pic>
        <p:nvPicPr>
          <p:cNvPr id="8" name="Picture 8">
            <a:extLst xmlns:a="http://schemas.openxmlformats.org/drawingml/2006/main">
              <a:ext uri="{FF2B5EF4-FFF2-40B4-BE49-F238E27FC236}">
                <a16:creationId xmlns:a16="http://schemas.microsoft.com/office/drawing/2014/main" id="{1D57DBE3-CD58-4215-9F85-261E5B1C1B78}"/>
              </a:ext>
            </a:extLst>
          </p:cNvPr>
          <p:cNvPicPr>
            <a:picLocks xmlns:a="http://schemas.openxmlformats.org/drawingml/2006/main" noChangeAspect="1"/>
          </p:cNvPicPr>
          <p:nvPr/>
        </p:nvPicPr>
        <p:blipFill>
          <a:blip xmlns:r="http://schemas.openxmlformats.org/officeDocument/2006/relationships" xmlns:a="http://schemas.openxmlformats.org/drawingml/2006/main" r:embed="Rade24affbbe747a1">
            <a:extLst>
              <a:ext uri="{96DAC541-7B7A-43D3-8B79-37D633B846F1}">
                <asvg:svgBlip xmlns:asvg="http://schemas.microsoft.com/office/drawing/2016/SVG/main" r:embed="R3650fd5a33884997"/>
              </a:ext>
            </a:extLst>
          </a:blip>
          <a:stretch xmlns:a="http://schemas.openxmlformats.org/drawingml/2006/main">
            <a:fillRect l="0" t="0" r="0" b="0"/>
          </a:stretch>
        </p:blipFill>
        <p:spPr>
          <a:xfrm xmlns:a="http://schemas.openxmlformats.org/drawingml/2006/main" rot="0">
            <a:off x="495300" y="4978400"/>
            <a:ext cx="330200" cy="419100"/>
          </a:xfrm>
          <a:prstGeom xmlns:a="http://schemas.openxmlformats.org/drawingml/2006/main" prst="rect">
            <a:avLst/>
          </a:prstGeom>
        </p:spPr>
      </p:pic>
      <p:pic>
        <p:nvPicPr>
          <p:cNvPr id="9" name="Picture 9">
            <a:extLst xmlns:a="http://schemas.openxmlformats.org/drawingml/2006/main">
              <a:ext uri="{FF2B5EF4-FFF2-40B4-BE49-F238E27FC236}">
                <a16:creationId xmlns:a16="http://schemas.microsoft.com/office/drawing/2014/main" id="{57BBCA18-DA49-4368-9C69-05F4C2A05523}"/>
              </a:ext>
            </a:extLst>
          </p:cNvPr>
          <p:cNvPicPr>
            <a:picLocks xmlns:a="http://schemas.openxmlformats.org/drawingml/2006/main" noChangeAspect="1"/>
          </p:cNvPicPr>
          <p:nvPr/>
        </p:nvPicPr>
        <p:blipFill>
          <a:blip xmlns:r="http://schemas.openxmlformats.org/officeDocument/2006/relationships" xmlns:a="http://schemas.openxmlformats.org/drawingml/2006/main" r:embed="Rb6b1e8fa123b4038"/>
          <a:stretch xmlns:a="http://schemas.openxmlformats.org/drawingml/2006/main">
            <a:fillRect l="0" t="0" r="0" b="0"/>
          </a:stretch>
        </p:blipFill>
        <p:spPr>
          <a:xfrm xmlns:a="http://schemas.openxmlformats.org/drawingml/2006/main" rot="0">
            <a:off x="495300" y="6057900"/>
            <a:ext cx="342900" cy="342900"/>
          </a:xfrm>
          <a:prstGeom xmlns:a="http://schemas.openxmlformats.org/drawingml/2006/main" prst="rect">
            <a:avLst/>
          </a:prstGeom>
        </p:spPr>
      </p:pic>
      <p:pic>
        <p:nvPicPr>
          <p:cNvPr id="10" name="Picture 10">
            <a:extLst xmlns:a="http://schemas.openxmlformats.org/drawingml/2006/main">
              <a:ext uri="{FF2B5EF4-FFF2-40B4-BE49-F238E27FC236}">
                <a16:creationId xmlns:a16="http://schemas.microsoft.com/office/drawing/2014/main" id="{4F1AA67D-6B66-4957-894D-8993362079A4}"/>
              </a:ext>
            </a:extLst>
          </p:cNvPr>
          <p:cNvPicPr>
            <a:picLocks xmlns:a="http://schemas.openxmlformats.org/drawingml/2006/main" noChangeAspect="1"/>
          </p:cNvPicPr>
          <p:nvPr/>
        </p:nvPicPr>
        <p:blipFill>
          <a:blip xmlns:r="http://schemas.openxmlformats.org/officeDocument/2006/relationships" xmlns:a="http://schemas.openxmlformats.org/drawingml/2006/main" r:embed="R17f5358d105f4e8c">
            <a:extLst>
              <a:ext uri="{96DAC541-7B7A-43D3-8B79-37D633B846F1}">
                <asvg:svgBlip xmlns:asvg="http://schemas.microsoft.com/office/drawing/2016/SVG/main" r:embed="Re3a43b73a0644716"/>
              </a:ext>
            </a:extLst>
          </a:blip>
          <a:stretch xmlns:a="http://schemas.openxmlformats.org/drawingml/2006/main">
            <a:fillRect l="0" t="0" r="0" b="0"/>
          </a:stretch>
        </p:blipFill>
        <p:spPr>
          <a:xfrm xmlns:a="http://schemas.openxmlformats.org/drawingml/2006/main" rot="0">
            <a:off x="495300" y="7086600"/>
            <a:ext cx="330200" cy="330200"/>
          </a:xfrm>
          <a:prstGeom xmlns:a="http://schemas.openxmlformats.org/drawingml/2006/main" prst="rect">
            <a:avLst/>
          </a:prstGeom>
        </p:spPr>
      </p:pic>
      <p:pic>
        <p:nvPicPr>
          <p:cNvPr id="11" name="Picture 11">
            <a:extLst xmlns:a="http://schemas.openxmlformats.org/drawingml/2006/main">
              <a:ext uri="{FF2B5EF4-FFF2-40B4-BE49-F238E27FC236}">
                <a16:creationId xmlns:a16="http://schemas.microsoft.com/office/drawing/2014/main" id="{C265880A-3CB1-4ABF-A5D6-5135EBF4E781}"/>
              </a:ext>
            </a:extLst>
          </p:cNvPr>
          <p:cNvPicPr>
            <a:picLocks xmlns:a="http://schemas.openxmlformats.org/drawingml/2006/main" noChangeAspect="1"/>
          </p:cNvPicPr>
          <p:nvPr/>
        </p:nvPicPr>
        <p:blipFill>
          <a:blip xmlns:r="http://schemas.openxmlformats.org/officeDocument/2006/relationships" xmlns:a="http://schemas.openxmlformats.org/drawingml/2006/main" r:embed="R3fb19b0219114707">
            <a:extLst>
              <a:ext uri="{96DAC541-7B7A-43D3-8B79-37D633B846F1}">
                <asvg:svgBlip xmlns:asvg="http://schemas.microsoft.com/office/drawing/2016/SVG/main" r:embed="R70e93747b7b94a86"/>
              </a:ext>
            </a:extLst>
          </a:blip>
          <a:stretch xmlns:a="http://schemas.openxmlformats.org/drawingml/2006/main">
            <a:fillRect l="0" t="0" r="0" b="0"/>
          </a:stretch>
        </p:blipFill>
        <p:spPr>
          <a:xfrm xmlns:a="http://schemas.openxmlformats.org/drawingml/2006/main" rot="0">
            <a:off x="342900" y="9271000"/>
            <a:ext cx="635000" cy="635000"/>
          </a:xfrm>
          <a:prstGeom xmlns:a="http://schemas.openxmlformats.org/drawingml/2006/main" prst="rect">
            <a:avLst/>
          </a:prstGeom>
        </p:spPr>
      </p:pic>
      <p:pic>
        <p:nvPicPr>
          <p:cNvPr id="12" name="Picture 12">
            <a:extLst xmlns:a="http://schemas.openxmlformats.org/drawingml/2006/main">
              <a:ext uri="{FF2B5EF4-FFF2-40B4-BE49-F238E27FC236}">
                <a16:creationId xmlns:a16="http://schemas.microsoft.com/office/drawing/2014/main" id="{CF65EC04-4469-4FF7-B7A1-0FC1E462D508}"/>
              </a:ext>
            </a:extLst>
          </p:cNvPr>
          <p:cNvPicPr>
            <a:picLocks xmlns:a="http://schemas.openxmlformats.org/drawingml/2006/main" noChangeAspect="1"/>
          </p:cNvPicPr>
          <p:nvPr/>
        </p:nvPicPr>
        <p:blipFill>
          <a:blip xmlns:r="http://schemas.openxmlformats.org/officeDocument/2006/relationships" xmlns:a="http://schemas.openxmlformats.org/drawingml/2006/main" r:embed="R24e88be2e44048e0">
            <a:extLst>
              <a:ext uri="{96DAC541-7B7A-43D3-8B79-37D633B846F1}">
                <asvg:svgBlip xmlns:asvg="http://schemas.microsoft.com/office/drawing/2016/SVG/main" r:embed="Re576c3b953794a35"/>
              </a:ext>
            </a:extLst>
          </a:blip>
          <a:stretch xmlns:a="http://schemas.openxmlformats.org/drawingml/2006/main">
            <a:fillRect l="0" t="0" r="0" b="0"/>
          </a:stretch>
        </p:blipFill>
        <p:spPr>
          <a:xfrm xmlns:a="http://schemas.openxmlformats.org/drawingml/2006/main" rot="2700000">
            <a:off x="495300" y="9436100"/>
            <a:ext cx="330200" cy="292100"/>
          </a:xfrm>
          <a:prstGeom xmlns:a="http://schemas.openxmlformats.org/drawingml/2006/main" prst="rect">
            <a:avLst/>
          </a:prstGeom>
        </p:spPr>
      </p:pic>
      <p:pic>
        <p:nvPicPr>
          <p:cNvPr id="13" name="Picture 13">
            <a:extLst xmlns:a="http://schemas.openxmlformats.org/drawingml/2006/main">
              <a:ext uri="{FF2B5EF4-FFF2-40B4-BE49-F238E27FC236}">
                <a16:creationId xmlns:a16="http://schemas.microsoft.com/office/drawing/2014/main" id="{ED4441D0-E5DC-45A2-955D-6848486339DE}"/>
              </a:ext>
            </a:extLst>
          </p:cNvPr>
          <p:cNvPicPr>
            <a:picLocks xmlns:a="http://schemas.openxmlformats.org/drawingml/2006/main" noChangeAspect="1"/>
          </p:cNvPicPr>
          <p:nvPr/>
        </p:nvPicPr>
        <p:blipFill>
          <a:blip xmlns:r="http://schemas.openxmlformats.org/officeDocument/2006/relationships" xmlns:a="http://schemas.openxmlformats.org/drawingml/2006/main" r:embed="Rf32a4fb693494144">
            <a:extLst>
              <a:ext uri="{96DAC541-7B7A-43D3-8B79-37D633B846F1}">
                <asvg:svgBlip xmlns:asvg="http://schemas.microsoft.com/office/drawing/2016/SVG/main" r:embed="Re4b6e1f8327748b7"/>
              </a:ext>
            </a:extLst>
          </a:blip>
          <a:stretch xmlns:a="http://schemas.openxmlformats.org/drawingml/2006/main">
            <a:fillRect l="0" t="0" r="0" b="0"/>
          </a:stretch>
        </p:blipFill>
        <p:spPr>
          <a:xfrm xmlns:a="http://schemas.openxmlformats.org/drawingml/2006/main" rot="0">
            <a:off x="469900" y="3581400"/>
            <a:ext cx="406400" cy="38100"/>
          </a:xfrm>
          <a:prstGeom xmlns:a="http://schemas.openxmlformats.org/drawingml/2006/main" prst="rect">
            <a:avLst/>
          </a:prstGeom>
        </p:spPr>
      </p:pic>
      <p:pic>
        <p:nvPicPr>
          <p:cNvPr id="14" name="Picture 14">
            <a:extLst xmlns:a="http://schemas.openxmlformats.org/drawingml/2006/main">
              <a:ext uri="{FF2B5EF4-FFF2-40B4-BE49-F238E27FC236}">
                <a16:creationId xmlns:a16="http://schemas.microsoft.com/office/drawing/2014/main" id="{A237A472-269E-453B-9B1D-73453E5E115A}"/>
              </a:ext>
            </a:extLst>
          </p:cNvPr>
          <p:cNvPicPr>
            <a:picLocks xmlns:a="http://schemas.openxmlformats.org/drawingml/2006/main" noChangeAspect="1"/>
          </p:cNvPicPr>
          <p:nvPr/>
        </p:nvPicPr>
        <p:blipFill>
          <a:blip xmlns:r="http://schemas.openxmlformats.org/officeDocument/2006/relationships" xmlns:a="http://schemas.openxmlformats.org/drawingml/2006/main" r:embed="Rf32a4fb693494144">
            <a:extLst>
              <a:ext uri="{96DAC541-7B7A-43D3-8B79-37D633B846F1}">
                <asvg:svgBlip xmlns:asvg="http://schemas.microsoft.com/office/drawing/2016/SVG/main" r:embed="Re4b6e1f8327748b7"/>
              </a:ext>
            </a:extLst>
          </a:blip>
          <a:stretch xmlns:a="http://schemas.openxmlformats.org/drawingml/2006/main">
            <a:fillRect l="0" t="0" r="0" b="0"/>
          </a:stretch>
        </p:blipFill>
        <p:spPr>
          <a:xfrm xmlns:a="http://schemas.openxmlformats.org/drawingml/2006/main" rot="0">
            <a:off x="469900" y="4610100"/>
            <a:ext cx="406400" cy="38100"/>
          </a:xfrm>
          <a:prstGeom xmlns:a="http://schemas.openxmlformats.org/drawingml/2006/main" prst="rect">
            <a:avLst/>
          </a:prstGeom>
        </p:spPr>
      </p:pic>
      <p:pic>
        <p:nvPicPr>
          <p:cNvPr id="15" name="Picture 15">
            <a:extLst xmlns:a="http://schemas.openxmlformats.org/drawingml/2006/main">
              <a:ext uri="{FF2B5EF4-FFF2-40B4-BE49-F238E27FC236}">
                <a16:creationId xmlns:a16="http://schemas.microsoft.com/office/drawing/2014/main" id="{7DD2AA6D-2765-46FF-A873-497B77F19BB9}"/>
              </a:ext>
            </a:extLst>
          </p:cNvPr>
          <p:cNvPicPr>
            <a:picLocks xmlns:a="http://schemas.openxmlformats.org/drawingml/2006/main" noChangeAspect="1"/>
          </p:cNvPicPr>
          <p:nvPr/>
        </p:nvPicPr>
        <p:blipFill>
          <a:blip xmlns:r="http://schemas.openxmlformats.org/officeDocument/2006/relationships" xmlns:a="http://schemas.openxmlformats.org/drawingml/2006/main" r:embed="Rf32a4fb693494144">
            <a:extLst>
              <a:ext uri="{96DAC541-7B7A-43D3-8B79-37D633B846F1}">
                <asvg:svgBlip xmlns:asvg="http://schemas.microsoft.com/office/drawing/2016/SVG/main" r:embed="Re4b6e1f8327748b7"/>
              </a:ext>
            </a:extLst>
          </a:blip>
          <a:stretch xmlns:a="http://schemas.openxmlformats.org/drawingml/2006/main">
            <a:fillRect l="0" t="0" r="0" b="0"/>
          </a:stretch>
        </p:blipFill>
        <p:spPr>
          <a:xfrm xmlns:a="http://schemas.openxmlformats.org/drawingml/2006/main" rot="0">
            <a:off x="469900" y="5727700"/>
            <a:ext cx="406400" cy="38100"/>
          </a:xfrm>
          <a:prstGeom xmlns:a="http://schemas.openxmlformats.org/drawingml/2006/main" prst="rect">
            <a:avLst/>
          </a:prstGeom>
        </p:spPr>
      </p:pic>
      <p:pic>
        <p:nvPicPr>
          <p:cNvPr id="16" name="Picture 16">
            <a:extLst xmlns:a="http://schemas.openxmlformats.org/drawingml/2006/main">
              <a:ext uri="{FF2B5EF4-FFF2-40B4-BE49-F238E27FC236}">
                <a16:creationId xmlns:a16="http://schemas.microsoft.com/office/drawing/2014/main" id="{BD6A9D83-BA77-46F0-8BA9-BEDB60A4FB20}"/>
              </a:ext>
            </a:extLst>
          </p:cNvPr>
          <p:cNvPicPr>
            <a:picLocks xmlns:a="http://schemas.openxmlformats.org/drawingml/2006/main" noChangeAspect="1"/>
          </p:cNvPicPr>
          <p:nvPr/>
        </p:nvPicPr>
        <p:blipFill>
          <a:blip xmlns:r="http://schemas.openxmlformats.org/officeDocument/2006/relationships" xmlns:a="http://schemas.openxmlformats.org/drawingml/2006/main" r:embed="Rf32a4fb693494144">
            <a:extLst>
              <a:ext uri="{96DAC541-7B7A-43D3-8B79-37D633B846F1}">
                <asvg:svgBlip xmlns:asvg="http://schemas.microsoft.com/office/drawing/2016/SVG/main" r:embed="Re4b6e1f8327748b7"/>
              </a:ext>
            </a:extLst>
          </a:blip>
          <a:stretch xmlns:a="http://schemas.openxmlformats.org/drawingml/2006/main">
            <a:fillRect l="0" t="0" r="0" b="0"/>
          </a:stretch>
        </p:blipFill>
        <p:spPr>
          <a:xfrm xmlns:a="http://schemas.openxmlformats.org/drawingml/2006/main" rot="0">
            <a:off x="469900" y="6718300"/>
            <a:ext cx="406400" cy="38100"/>
          </a:xfrm>
          <a:prstGeom xmlns:a="http://schemas.openxmlformats.org/drawingml/2006/main" prst="rect">
            <a:avLst/>
          </a:prstGeom>
        </p:spPr>
      </p:pic>
      <p:pic>
        <p:nvPicPr>
          <p:cNvPr id="17" name="Picture 17">
            <a:extLst xmlns:a="http://schemas.openxmlformats.org/drawingml/2006/main">
              <a:ext uri="{FF2B5EF4-FFF2-40B4-BE49-F238E27FC236}">
                <a16:creationId xmlns:a16="http://schemas.microsoft.com/office/drawing/2014/main" id="{7C63FAB9-F85C-44BA-BF47-20655464A752}"/>
              </a:ext>
            </a:extLst>
          </p:cNvPr>
          <p:cNvPicPr>
            <a:picLocks xmlns:a="http://schemas.openxmlformats.org/drawingml/2006/main" noChangeAspect="1"/>
          </p:cNvPicPr>
          <p:nvPr/>
        </p:nvPicPr>
        <p:blipFill>
          <a:blip xmlns:r="http://schemas.openxmlformats.org/officeDocument/2006/relationships" xmlns:a="http://schemas.openxmlformats.org/drawingml/2006/main" r:embed="R962b66b44af14a79">
            <a:extLst>
              <a:ext uri="{96DAC541-7B7A-43D3-8B79-37D633B846F1}">
                <asvg:svgBlip xmlns:asvg="http://schemas.microsoft.com/office/drawing/2016/SVG/main" r:embed="Rf09ca30cb3e34be7"/>
              </a:ext>
            </a:extLst>
          </a:blip>
          <a:stretch xmlns:a="http://schemas.openxmlformats.org/drawingml/2006/main">
            <a:fillRect l="0" t="0" r="0" b="0"/>
          </a:stretch>
        </p:blipFill>
        <p:spPr>
          <a:xfrm xmlns:a="http://schemas.openxmlformats.org/drawingml/2006/main" rot="0">
            <a:off x="419100" y="381000"/>
            <a:ext cx="508000" cy="596900"/>
          </a:xfrm>
          <a:prstGeom xmlns:a="http://schemas.openxmlformats.org/drawingml/2006/main" prst="rect">
            <a:avLst/>
          </a:prstGeom>
        </p:spPr>
      </p:pic>
      <p:sp>
        <p:nvSpPr>
          <p:cNvPr id="18" name="AI HELP_DESK   |   AI Agent 서비스 Mini Project">
            <a:extLst xmlns:a="http://schemas.openxmlformats.org/drawingml/2006/main">
              <a:ext uri="{FF2B5EF4-FFF2-40B4-BE49-F238E27FC236}">
                <a16:creationId xmlns:a16="http://schemas.microsoft.com/office/drawing/2014/main" id="{71E623FA-145E-499D-9EA1-EFCF638FA5BF}"/>
              </a:ext>
            </a:extLst>
          </p:cNvPr>
          <p:cNvSpPr>
            <a:spLocks xmlns:a="http://schemas.openxmlformats.org/drawingml/2006/main" noGrp="1"/>
          </p:cNvSpPr>
          <p:nvPr/>
        </p:nvSpPr>
        <p:spPr>
          <a:xfrm xmlns:a="http://schemas.openxmlformats.org/drawingml/2006/main">
            <a:off x="2095500" y="295275"/>
            <a:ext cx="1238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01010"/>
                </a:solidFill>
                <a:latin typeface="Pretendard"/>
                <a:ea typeface="Pretendard"/>
                <a:cs typeface="Pretendard"/>
              </a:defRPr>
            </a:defPPr>
            <a:lvl1pPr algn="l">
              <a:defRPr sz="1725" b="1">
                <a:solidFill>
                  <a:srgbClr val="101010"/>
                </a:solidFill>
                <a:latin typeface="Pretendard"/>
                <a:ea typeface="Pretendard"/>
                <a:cs typeface="Pretendard"/>
              </a:defRPr>
            </a:lvl1pPr>
            <a:lvl2pPr algn="l">
              <a:defRPr sz="1725" b="1">
                <a:solidFill>
                  <a:srgbClr val="101010"/>
                </a:solidFill>
                <a:latin typeface="Pretendard"/>
                <a:ea typeface="Pretendard"/>
                <a:cs typeface="Pretendard"/>
              </a:defRPr>
            </a:lvl2pPr>
            <a:lvl3pPr algn="l">
              <a:defRPr sz="1725" b="1">
                <a:solidFill>
                  <a:srgbClr val="101010"/>
                </a:solidFill>
                <a:latin typeface="Pretendard"/>
                <a:ea typeface="Pretendard"/>
                <a:cs typeface="Pretendard"/>
              </a:defRPr>
            </a:lvl3pPr>
            <a:lvl4pPr algn="l">
              <a:defRPr sz="1725" b="1">
                <a:solidFill>
                  <a:srgbClr val="101010"/>
                </a:solidFill>
                <a:latin typeface="Pretendard"/>
                <a:ea typeface="Pretendard"/>
                <a:cs typeface="Pretendard"/>
              </a:defRPr>
            </a:lvl4pPr>
            <a:lvl5pPr algn="l">
              <a:defRPr sz="1725" b="1">
                <a:solidFill>
                  <a:srgbClr val="101010"/>
                </a:solidFill>
                <a:latin typeface="Pretendard"/>
                <a:ea typeface="Pretendard"/>
                <a:cs typeface="Pretendard"/>
              </a:defRPr>
            </a:lvl5pPr>
            <a:lvl6pPr algn="l">
              <a:defRPr sz="1725" b="1">
                <a:solidFill>
                  <a:srgbClr val="101010"/>
                </a:solidFill>
                <a:latin typeface="Pretendard"/>
                <a:ea typeface="Pretendard"/>
                <a:cs typeface="Pretendard"/>
              </a:defRPr>
            </a:lvl6pPr>
            <a:lvl7pPr algn="l">
              <a:defRPr sz="1725" b="1">
                <a:solidFill>
                  <a:srgbClr val="101010"/>
                </a:solidFill>
                <a:latin typeface="Pretendard"/>
                <a:ea typeface="Pretendard"/>
                <a:cs typeface="Pretendard"/>
              </a:defRPr>
            </a:lvl7pPr>
            <a:lvl8pPr algn="l">
              <a:defRPr sz="1725" b="1">
                <a:solidFill>
                  <a:srgbClr val="101010"/>
                </a:solidFill>
                <a:latin typeface="Pretendard"/>
                <a:ea typeface="Pretendard"/>
                <a:cs typeface="Pretendard"/>
              </a:defRPr>
            </a:lvl8pPr>
            <a:lvl9pPr algn="l">
              <a:defRPr sz="1725" b="1">
                <a:solidFill>
                  <a:srgbClr val="101010"/>
                </a:solidFill>
                <a:latin typeface="Pretendard"/>
                <a:ea typeface="Pretendard"/>
                <a:cs typeface="Pretendard"/>
              </a:defRPr>
            </a:lvl9pPr>
          </a:lstStyle>
          <a:p xmlns:a="http://schemas.openxmlformats.org/drawingml/2006/main">
            <a:pPr algn="l">
              <a:defRPr sz="1725" b="1">
                <a:solidFill>
                  <a:srgbClr val="101010"/>
                </a:solidFill>
                <a:latin typeface="Pretendard"/>
                <a:ea typeface="Pretendard"/>
                <a:cs typeface="Pretendard"/>
              </a:defRPr>
            </a:pPr>
            <a:r>
              <a:rPr sz="1725" b="1">
                <a:solidFill>
                  <a:srgbClr val="101010"/>
                </a:solidFill>
                <a:latin typeface="Pretendard"/>
                <a:ea typeface="Pretendard"/>
                <a:cs typeface="Pretendard"/>
              </a:rPr>
              <a:t>AI HELP_DESK   |   AI Agent 서비스 Mini Project</a:t>
            </a:r>
          </a:p>
        </p:txBody>
      </p:sp>
      <p:sp>
        <p:nvSpPr>
          <p:cNvPr id="19" name="21">
            <a:extLst xmlns:a="http://schemas.openxmlformats.org/drawingml/2006/main">
              <a:ext uri="{FF2B5EF4-FFF2-40B4-BE49-F238E27FC236}">
                <a16:creationId xmlns:a16="http://schemas.microsoft.com/office/drawing/2014/main" id="{52B98DE3-FE4D-49C3-A8B3-95093FD9ABAC}"/>
              </a:ext>
            </a:extLst>
          </p:cNvPr>
          <p:cNvSpPr>
            <a:spLocks xmlns:a="http://schemas.openxmlformats.org/drawingml/2006/main" noGrp="1"/>
          </p:cNvSpPr>
          <p:nvPr/>
        </p:nvSpPr>
        <p:spPr>
          <a:xfrm xmlns:a="http://schemas.openxmlformats.org/drawingml/2006/main">
            <a:off x="16525875" y="2952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725" b="0">
                <a:solidFill>
                  <a:srgbClr val="101010"/>
                </a:solidFill>
                <a:latin typeface="Pretendard"/>
                <a:ea typeface="Pretendard"/>
                <a:cs typeface="Pretendard"/>
              </a:defRPr>
            </a:defPPr>
            <a:lvl1pPr algn="r">
              <a:defRPr sz="1725" b="0">
                <a:solidFill>
                  <a:srgbClr val="101010"/>
                </a:solidFill>
                <a:latin typeface="Pretendard"/>
                <a:ea typeface="Pretendard"/>
                <a:cs typeface="Pretendard"/>
              </a:defRPr>
            </a:lvl1pPr>
            <a:lvl2pPr algn="r">
              <a:defRPr sz="1725" b="0">
                <a:solidFill>
                  <a:srgbClr val="101010"/>
                </a:solidFill>
                <a:latin typeface="Pretendard"/>
                <a:ea typeface="Pretendard"/>
                <a:cs typeface="Pretendard"/>
              </a:defRPr>
            </a:lvl2pPr>
            <a:lvl3pPr algn="r">
              <a:defRPr sz="1725" b="0">
                <a:solidFill>
                  <a:srgbClr val="101010"/>
                </a:solidFill>
                <a:latin typeface="Pretendard"/>
                <a:ea typeface="Pretendard"/>
                <a:cs typeface="Pretendard"/>
              </a:defRPr>
            </a:lvl3pPr>
            <a:lvl4pPr algn="r">
              <a:defRPr sz="1725" b="0">
                <a:solidFill>
                  <a:srgbClr val="101010"/>
                </a:solidFill>
                <a:latin typeface="Pretendard"/>
                <a:ea typeface="Pretendard"/>
                <a:cs typeface="Pretendard"/>
              </a:defRPr>
            </a:lvl4pPr>
            <a:lvl5pPr algn="r">
              <a:defRPr sz="1725" b="0">
                <a:solidFill>
                  <a:srgbClr val="101010"/>
                </a:solidFill>
                <a:latin typeface="Pretendard"/>
                <a:ea typeface="Pretendard"/>
                <a:cs typeface="Pretendard"/>
              </a:defRPr>
            </a:lvl5pPr>
            <a:lvl6pPr algn="r">
              <a:defRPr sz="1725" b="0">
                <a:solidFill>
                  <a:srgbClr val="101010"/>
                </a:solidFill>
                <a:latin typeface="Pretendard"/>
                <a:ea typeface="Pretendard"/>
                <a:cs typeface="Pretendard"/>
              </a:defRPr>
            </a:lvl6pPr>
            <a:lvl7pPr algn="r">
              <a:defRPr sz="1725" b="0">
                <a:solidFill>
                  <a:srgbClr val="101010"/>
                </a:solidFill>
                <a:latin typeface="Pretendard"/>
                <a:ea typeface="Pretendard"/>
                <a:cs typeface="Pretendard"/>
              </a:defRPr>
            </a:lvl7pPr>
            <a:lvl8pPr algn="r">
              <a:defRPr sz="1725" b="0">
                <a:solidFill>
                  <a:srgbClr val="101010"/>
                </a:solidFill>
                <a:latin typeface="Pretendard"/>
                <a:ea typeface="Pretendard"/>
                <a:cs typeface="Pretendard"/>
              </a:defRPr>
            </a:lvl8pPr>
            <a:lvl9pPr algn="r">
              <a:defRPr sz="1725" b="0">
                <a:solidFill>
                  <a:srgbClr val="101010"/>
                </a:solidFill>
                <a:latin typeface="Pretendard"/>
                <a:ea typeface="Pretendard"/>
                <a:cs typeface="Pretendard"/>
              </a:defRPr>
            </a:lvl9pPr>
          </a:lstStyle>
          <a:p xmlns:a="http://schemas.openxmlformats.org/drawingml/2006/main">
            <a:pPr algn="r">
              <a:defRPr sz="1725" b="0">
                <a:solidFill>
                  <a:srgbClr val="101010"/>
                </a:solidFill>
                <a:latin typeface="Pretendard"/>
                <a:ea typeface="Pretendard"/>
                <a:cs typeface="Pretendard"/>
              </a:defRPr>
            </a:pPr>
            <a:r>
              <a:rPr sz="1725" b="0">
                <a:solidFill>
                  <a:srgbClr val="101010"/>
                </a:solidFill>
                <a:latin typeface="Pretendard"/>
                <a:ea typeface="Pretendard"/>
                <a:cs typeface="Pretendard"/>
              </a:rPr>
              <a:t>21</a:t>
            </a:r>
          </a:p>
        </p:txBody>
      </p:sp>
      <p:sp>
        <p:nvSpPr>
          <p:cNvPr id="20" name="향후 개선과 느낀 점">
            <a:extLst xmlns:a="http://schemas.openxmlformats.org/drawingml/2006/main">
              <a:ext uri="{FF2B5EF4-FFF2-40B4-BE49-F238E27FC236}">
                <a16:creationId xmlns:a16="http://schemas.microsoft.com/office/drawing/2014/main" id="{75989F32-EA69-47E6-8494-2670B3FD9824}"/>
              </a:ext>
            </a:extLst>
          </p:cNvPr>
          <p:cNvSpPr>
            <a:spLocks xmlns:a="http://schemas.openxmlformats.org/drawingml/2006/main" noGrp="1"/>
          </p:cNvSpPr>
          <p:nvPr/>
        </p:nvSpPr>
        <p:spPr>
          <a:xfrm xmlns:a="http://schemas.openxmlformats.org/drawingml/2006/main">
            <a:off x="2114550" y="1333500"/>
            <a:ext cx="1543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5700" b="1">
                <a:solidFill>
                  <a:srgbClr val="101010"/>
                </a:solidFill>
                <a:latin typeface="Pretendard"/>
                <a:ea typeface="Pretendard"/>
                <a:cs typeface="Pretendard"/>
              </a:defRPr>
            </a:defPPr>
            <a:lvl1pPr algn="ctr">
              <a:defRPr sz="5700" b="1">
                <a:solidFill>
                  <a:srgbClr val="101010"/>
                </a:solidFill>
                <a:latin typeface="Pretendard"/>
                <a:ea typeface="Pretendard"/>
                <a:cs typeface="Pretendard"/>
              </a:defRPr>
            </a:lvl1pPr>
            <a:lvl2pPr algn="ctr">
              <a:defRPr sz="5700" b="1">
                <a:solidFill>
                  <a:srgbClr val="101010"/>
                </a:solidFill>
                <a:latin typeface="Pretendard"/>
                <a:ea typeface="Pretendard"/>
                <a:cs typeface="Pretendard"/>
              </a:defRPr>
            </a:lvl2pPr>
            <a:lvl3pPr algn="ctr">
              <a:defRPr sz="5700" b="1">
                <a:solidFill>
                  <a:srgbClr val="101010"/>
                </a:solidFill>
                <a:latin typeface="Pretendard"/>
                <a:ea typeface="Pretendard"/>
                <a:cs typeface="Pretendard"/>
              </a:defRPr>
            </a:lvl3pPr>
            <a:lvl4pPr algn="ctr">
              <a:defRPr sz="5700" b="1">
                <a:solidFill>
                  <a:srgbClr val="101010"/>
                </a:solidFill>
                <a:latin typeface="Pretendard"/>
                <a:ea typeface="Pretendard"/>
                <a:cs typeface="Pretendard"/>
              </a:defRPr>
            </a:lvl4pPr>
            <a:lvl5pPr algn="ctr">
              <a:defRPr sz="5700" b="1">
                <a:solidFill>
                  <a:srgbClr val="101010"/>
                </a:solidFill>
                <a:latin typeface="Pretendard"/>
                <a:ea typeface="Pretendard"/>
                <a:cs typeface="Pretendard"/>
              </a:defRPr>
            </a:lvl5pPr>
            <a:lvl6pPr algn="ctr">
              <a:defRPr sz="5700" b="1">
                <a:solidFill>
                  <a:srgbClr val="101010"/>
                </a:solidFill>
                <a:latin typeface="Pretendard"/>
                <a:ea typeface="Pretendard"/>
                <a:cs typeface="Pretendard"/>
              </a:defRPr>
            </a:lvl6pPr>
            <a:lvl7pPr algn="ctr">
              <a:defRPr sz="5700" b="1">
                <a:solidFill>
                  <a:srgbClr val="101010"/>
                </a:solidFill>
                <a:latin typeface="Pretendard"/>
                <a:ea typeface="Pretendard"/>
                <a:cs typeface="Pretendard"/>
              </a:defRPr>
            </a:lvl7pPr>
            <a:lvl8pPr algn="ctr">
              <a:defRPr sz="5700" b="1">
                <a:solidFill>
                  <a:srgbClr val="101010"/>
                </a:solidFill>
                <a:latin typeface="Pretendard"/>
                <a:ea typeface="Pretendard"/>
                <a:cs typeface="Pretendard"/>
              </a:defRPr>
            </a:lvl8pPr>
            <a:lvl9pPr algn="ctr">
              <a:defRPr sz="5700" b="1">
                <a:solidFill>
                  <a:srgbClr val="101010"/>
                </a:solidFill>
                <a:latin typeface="Pretendard"/>
                <a:ea typeface="Pretendard"/>
                <a:cs typeface="Pretendard"/>
              </a:defRPr>
            </a:lvl9pPr>
          </a:lstStyle>
          <a:p xmlns:a="http://schemas.openxmlformats.org/drawingml/2006/main">
            <a:pPr algn="ctr">
              <a:defRPr sz="5700" b="1">
                <a:solidFill>
                  <a:srgbClr val="101010"/>
                </a:solidFill>
                <a:latin typeface="Pretendard"/>
                <a:ea typeface="Pretendard"/>
                <a:cs typeface="Pretendard"/>
              </a:defRPr>
            </a:pPr>
            <a:r>
              <a:rPr sz="5700" b="1">
                <a:solidFill>
                  <a:srgbClr val="101010"/>
                </a:solidFill>
                <a:latin typeface="Pretendard"/>
                <a:ea typeface="Pretendard"/>
                <a:cs typeface="Pretendard"/>
              </a:rPr>
              <a:t>향후 개선과 느낀 점</a:t>
            </a:r>
          </a:p>
        </p:txBody>
      </p:sp>
      <p:sp>
        <p:nvSpPr>
          <p:cNvPr id="21" name="">
            <a:extLst xmlns:a="http://schemas.openxmlformats.org/drawingml/2006/main">
              <a:ext uri="{FF2B5EF4-FFF2-40B4-BE49-F238E27FC236}">
                <a16:creationId xmlns:a16="http://schemas.microsoft.com/office/drawing/2014/main" id="{B3A797A2-4559-4B06-953E-0372577F19D6}"/>
              </a:ext>
            </a:extLst>
          </p:cNvPr>
          <p:cNvSpPr>
            <a:spLocks xmlns:a="http://schemas.openxmlformats.org/drawingml/2006/main" noGrp="1"/>
          </p:cNvSpPr>
          <p:nvPr/>
        </p:nvSpPr>
        <p:spPr>
          <a:xfrm xmlns:a="http://schemas.openxmlformats.org/drawingml/2006/main">
            <a:off x="2095500" y="2857500"/>
            <a:ext cx="7429500" cy="5905500"/>
          </a:xfrm>
          <a:prstGeom xmlns:a="http://schemas.openxmlformats.org/drawingml/2006/main" prst="roundRect">
            <a:avLst>
              <a:gd name="adj" fmla="val 3226"/>
            </a:avLst>
          </a:prstGeom>
          <a:solidFill xmlns:a="http://schemas.openxmlformats.org/drawingml/2006/main">
            <a:srgbClr val="FFFFFF"/>
          </a:solidFill>
          <a:ln xmlns:a="http://schemas.openxmlformats.org/drawingml/2006/main" w="10478">
            <a:solidFill>
              <a:srgbClr val="BCBEC4"/>
            </a:solidFill>
          </a:ln>
        </p:spPr>
      </p:sp>
      <p:sp>
        <p:nvSpPr>
          <p:cNvPr id="22" name="">
            <a:extLst xmlns:a="http://schemas.openxmlformats.org/drawingml/2006/main">
              <a:ext uri="{FF2B5EF4-FFF2-40B4-BE49-F238E27FC236}">
                <a16:creationId xmlns:a16="http://schemas.microsoft.com/office/drawing/2014/main" id="{EA984098-4982-4E8D-B817-7B2C7FA59108}"/>
              </a:ext>
            </a:extLst>
          </p:cNvPr>
          <p:cNvSpPr>
            <a:spLocks xmlns:a="http://schemas.openxmlformats.org/drawingml/2006/main" noGrp="1"/>
          </p:cNvSpPr>
          <p:nvPr/>
        </p:nvSpPr>
        <p:spPr>
          <a:xfrm xmlns:a="http://schemas.openxmlformats.org/drawingml/2006/main">
            <a:off x="9906000" y="2857500"/>
            <a:ext cx="7667625" cy="5905500"/>
          </a:xfrm>
          <a:prstGeom xmlns:a="http://schemas.openxmlformats.org/drawingml/2006/main" prst="roundRect">
            <a:avLst>
              <a:gd name="adj" fmla="val 3226"/>
            </a:avLst>
          </a:prstGeom>
          <a:solidFill xmlns:a="http://schemas.openxmlformats.org/drawingml/2006/main">
            <a:srgbClr val="FFFFFF"/>
          </a:solidFill>
          <a:ln xmlns:a="http://schemas.openxmlformats.org/drawingml/2006/main" w="10478">
            <a:solidFill>
              <a:srgbClr val="BCBEC4"/>
            </a:solidFill>
          </a:ln>
        </p:spPr>
      </p:sp>
      <p:sp>
        <p:nvSpPr>
          <p:cNvPr id="23" name="향후 기업 활용">
            <a:extLst xmlns:a="http://schemas.openxmlformats.org/drawingml/2006/main">
              <a:ext uri="{FF2B5EF4-FFF2-40B4-BE49-F238E27FC236}">
                <a16:creationId xmlns:a16="http://schemas.microsoft.com/office/drawing/2014/main" id="{84E354E1-4154-48DC-8501-2280E76513C6}"/>
              </a:ext>
            </a:extLst>
          </p:cNvPr>
          <p:cNvSpPr>
            <a:spLocks xmlns:a="http://schemas.openxmlformats.org/drawingml/2006/main" noGrp="1"/>
          </p:cNvSpPr>
          <p:nvPr/>
        </p:nvSpPr>
        <p:spPr>
          <a:xfrm xmlns:a="http://schemas.openxmlformats.org/drawingml/2006/main">
            <a:off x="2428875" y="3219450"/>
            <a:ext cx="6743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150" b="1">
                <a:solidFill>
                  <a:srgbClr val="075BEA"/>
                </a:solidFill>
                <a:latin typeface="Pretendard"/>
                <a:ea typeface="Pretendard"/>
                <a:cs typeface="Pretendard"/>
              </a:defRPr>
            </a:defPPr>
            <a:lvl1pPr algn="l">
              <a:defRPr sz="3150" b="1">
                <a:solidFill>
                  <a:srgbClr val="075BEA"/>
                </a:solidFill>
                <a:latin typeface="Pretendard"/>
                <a:ea typeface="Pretendard"/>
                <a:cs typeface="Pretendard"/>
              </a:defRPr>
            </a:lvl1pPr>
            <a:lvl2pPr algn="l">
              <a:defRPr sz="3150" b="1">
                <a:solidFill>
                  <a:srgbClr val="075BEA"/>
                </a:solidFill>
                <a:latin typeface="Pretendard"/>
                <a:ea typeface="Pretendard"/>
                <a:cs typeface="Pretendard"/>
              </a:defRPr>
            </a:lvl2pPr>
            <a:lvl3pPr algn="l">
              <a:defRPr sz="3150" b="1">
                <a:solidFill>
                  <a:srgbClr val="075BEA"/>
                </a:solidFill>
                <a:latin typeface="Pretendard"/>
                <a:ea typeface="Pretendard"/>
                <a:cs typeface="Pretendard"/>
              </a:defRPr>
            </a:lvl3pPr>
            <a:lvl4pPr algn="l">
              <a:defRPr sz="3150" b="1">
                <a:solidFill>
                  <a:srgbClr val="075BEA"/>
                </a:solidFill>
                <a:latin typeface="Pretendard"/>
                <a:ea typeface="Pretendard"/>
                <a:cs typeface="Pretendard"/>
              </a:defRPr>
            </a:lvl4pPr>
            <a:lvl5pPr algn="l">
              <a:defRPr sz="3150" b="1">
                <a:solidFill>
                  <a:srgbClr val="075BEA"/>
                </a:solidFill>
                <a:latin typeface="Pretendard"/>
                <a:ea typeface="Pretendard"/>
                <a:cs typeface="Pretendard"/>
              </a:defRPr>
            </a:lvl5pPr>
            <a:lvl6pPr algn="l">
              <a:defRPr sz="3150" b="1">
                <a:solidFill>
                  <a:srgbClr val="075BEA"/>
                </a:solidFill>
                <a:latin typeface="Pretendard"/>
                <a:ea typeface="Pretendard"/>
                <a:cs typeface="Pretendard"/>
              </a:defRPr>
            </a:lvl6pPr>
            <a:lvl7pPr algn="l">
              <a:defRPr sz="3150" b="1">
                <a:solidFill>
                  <a:srgbClr val="075BEA"/>
                </a:solidFill>
                <a:latin typeface="Pretendard"/>
                <a:ea typeface="Pretendard"/>
                <a:cs typeface="Pretendard"/>
              </a:defRPr>
            </a:lvl7pPr>
            <a:lvl8pPr algn="l">
              <a:defRPr sz="3150" b="1">
                <a:solidFill>
                  <a:srgbClr val="075BEA"/>
                </a:solidFill>
                <a:latin typeface="Pretendard"/>
                <a:ea typeface="Pretendard"/>
                <a:cs typeface="Pretendard"/>
              </a:defRPr>
            </a:lvl8pPr>
            <a:lvl9pPr algn="l">
              <a:defRPr sz="3150" b="1">
                <a:solidFill>
                  <a:srgbClr val="075BEA"/>
                </a:solidFill>
                <a:latin typeface="Pretendard"/>
                <a:ea typeface="Pretendard"/>
                <a:cs typeface="Pretendard"/>
              </a:defRPr>
            </a:lvl9pPr>
          </a:lstStyle>
          <a:p xmlns:a="http://schemas.openxmlformats.org/drawingml/2006/main">
            <a:pPr algn="l">
              <a:defRPr sz="3150" b="1">
                <a:solidFill>
                  <a:srgbClr val="075BEA"/>
                </a:solidFill>
                <a:latin typeface="Pretendard"/>
                <a:ea typeface="Pretendard"/>
                <a:cs typeface="Pretendard"/>
              </a:defRPr>
            </a:pPr>
            <a:r>
              <a:rPr sz="3150" b="1">
                <a:solidFill>
                  <a:srgbClr val="075BEA"/>
                </a:solidFill>
                <a:latin typeface="Pretendard"/>
                <a:ea typeface="Pretendard"/>
                <a:cs typeface="Pretendard"/>
              </a:rPr>
              <a:t>향후 기업 활용</a:t>
            </a:r>
          </a:p>
        </p:txBody>
      </p:sp>
      <p:sp>
        <p:nvSpPr>
          <p:cNvPr id="24" name="사내 IT 헬프데스크">
            <a:extLst xmlns:a="http://schemas.openxmlformats.org/drawingml/2006/main">
              <a:ext uri="{FF2B5EF4-FFF2-40B4-BE49-F238E27FC236}">
                <a16:creationId xmlns:a16="http://schemas.microsoft.com/office/drawing/2014/main" id="{6BFEA425-0DE9-458B-9B2D-AC9457677B54}"/>
              </a:ext>
            </a:extLst>
          </p:cNvPr>
          <p:cNvSpPr>
            <a:spLocks xmlns:a="http://schemas.openxmlformats.org/drawingml/2006/main" noGrp="1"/>
          </p:cNvSpPr>
          <p:nvPr/>
        </p:nvSpPr>
        <p:spPr>
          <a:xfrm xmlns:a="http://schemas.openxmlformats.org/drawingml/2006/main">
            <a:off x="2428875" y="4267200"/>
            <a:ext cx="6743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01010"/>
                </a:solidFill>
                <a:latin typeface="Pretendard"/>
                <a:ea typeface="Pretendard"/>
                <a:cs typeface="Pretendard"/>
              </a:defRPr>
            </a:defPPr>
            <a:lvl1pPr algn="l">
              <a:defRPr sz="2850" b="1">
                <a:solidFill>
                  <a:srgbClr val="101010"/>
                </a:solidFill>
                <a:latin typeface="Pretendard"/>
                <a:ea typeface="Pretendard"/>
                <a:cs typeface="Pretendard"/>
              </a:defRPr>
            </a:lvl1pPr>
            <a:lvl2pPr algn="l">
              <a:defRPr sz="2850" b="1">
                <a:solidFill>
                  <a:srgbClr val="101010"/>
                </a:solidFill>
                <a:latin typeface="Pretendard"/>
                <a:ea typeface="Pretendard"/>
                <a:cs typeface="Pretendard"/>
              </a:defRPr>
            </a:lvl2pPr>
            <a:lvl3pPr algn="l">
              <a:defRPr sz="2850" b="1">
                <a:solidFill>
                  <a:srgbClr val="101010"/>
                </a:solidFill>
                <a:latin typeface="Pretendard"/>
                <a:ea typeface="Pretendard"/>
                <a:cs typeface="Pretendard"/>
              </a:defRPr>
            </a:lvl3pPr>
            <a:lvl4pPr algn="l">
              <a:defRPr sz="2850" b="1">
                <a:solidFill>
                  <a:srgbClr val="101010"/>
                </a:solidFill>
                <a:latin typeface="Pretendard"/>
                <a:ea typeface="Pretendard"/>
                <a:cs typeface="Pretendard"/>
              </a:defRPr>
            </a:lvl4pPr>
            <a:lvl5pPr algn="l">
              <a:defRPr sz="2850" b="1">
                <a:solidFill>
                  <a:srgbClr val="101010"/>
                </a:solidFill>
                <a:latin typeface="Pretendard"/>
                <a:ea typeface="Pretendard"/>
                <a:cs typeface="Pretendard"/>
              </a:defRPr>
            </a:lvl5pPr>
            <a:lvl6pPr algn="l">
              <a:defRPr sz="2850" b="1">
                <a:solidFill>
                  <a:srgbClr val="101010"/>
                </a:solidFill>
                <a:latin typeface="Pretendard"/>
                <a:ea typeface="Pretendard"/>
                <a:cs typeface="Pretendard"/>
              </a:defRPr>
            </a:lvl6pPr>
            <a:lvl7pPr algn="l">
              <a:defRPr sz="2850" b="1">
                <a:solidFill>
                  <a:srgbClr val="101010"/>
                </a:solidFill>
                <a:latin typeface="Pretendard"/>
                <a:ea typeface="Pretendard"/>
                <a:cs typeface="Pretendard"/>
              </a:defRPr>
            </a:lvl7pPr>
            <a:lvl8pPr algn="l">
              <a:defRPr sz="2850" b="1">
                <a:solidFill>
                  <a:srgbClr val="101010"/>
                </a:solidFill>
                <a:latin typeface="Pretendard"/>
                <a:ea typeface="Pretendard"/>
                <a:cs typeface="Pretendard"/>
              </a:defRPr>
            </a:lvl8pPr>
            <a:lvl9pPr algn="l">
              <a:defRPr sz="2850" b="1">
                <a:solidFill>
                  <a:srgbClr val="101010"/>
                </a:solidFill>
                <a:latin typeface="Pretendard"/>
                <a:ea typeface="Pretendard"/>
                <a:cs typeface="Pretendard"/>
              </a:defRPr>
            </a:lvl9pPr>
          </a:lstStyle>
          <a:p xmlns:a="http://schemas.openxmlformats.org/drawingml/2006/main">
            <a:pPr algn="l">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사내 IT 헬프데스크</a:t>
            </a:r>
          </a:p>
        </p:txBody>
      </p:sp>
      <p:sp>
        <p:nvSpPr>
          <p:cNvPr id="25" name="문의 담당자 배정·상태 변경·권한 관리&#10;실제 FAQ와 사내 규정으로 문서 확대">
            <a:extLst xmlns:a="http://schemas.openxmlformats.org/drawingml/2006/main">
              <a:ext uri="{FF2B5EF4-FFF2-40B4-BE49-F238E27FC236}">
                <a16:creationId xmlns:a16="http://schemas.microsoft.com/office/drawing/2014/main" id="{B810C045-7E23-482B-9DDB-3A9F19FCCF28}"/>
              </a:ext>
            </a:extLst>
          </p:cNvPr>
          <p:cNvSpPr>
            <a:spLocks xmlns:a="http://schemas.openxmlformats.org/drawingml/2006/main" noGrp="1"/>
          </p:cNvSpPr>
          <p:nvPr/>
        </p:nvSpPr>
        <p:spPr>
          <a:xfrm xmlns:a="http://schemas.openxmlformats.org/drawingml/2006/main">
            <a:off x="2428875" y="4953000"/>
            <a:ext cx="6743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101010"/>
                </a:solidFill>
                <a:latin typeface="Pretendard"/>
                <a:ea typeface="Pretendard"/>
                <a:cs typeface="Pretendard"/>
              </a:defRPr>
            </a:defPPr>
            <a:lvl1pPr algn="l">
              <a:defRPr sz="2400" b="0">
                <a:solidFill>
                  <a:srgbClr val="101010"/>
                </a:solidFill>
                <a:latin typeface="Pretendard"/>
                <a:ea typeface="Pretendard"/>
                <a:cs typeface="Pretendard"/>
              </a:defRPr>
            </a:lvl1pPr>
            <a:lvl2pPr algn="l">
              <a:defRPr sz="2400" b="0">
                <a:solidFill>
                  <a:srgbClr val="101010"/>
                </a:solidFill>
                <a:latin typeface="Pretendard"/>
                <a:ea typeface="Pretendard"/>
                <a:cs typeface="Pretendard"/>
              </a:defRPr>
            </a:lvl2pPr>
            <a:lvl3pPr algn="l">
              <a:defRPr sz="2400" b="0">
                <a:solidFill>
                  <a:srgbClr val="101010"/>
                </a:solidFill>
                <a:latin typeface="Pretendard"/>
                <a:ea typeface="Pretendard"/>
                <a:cs typeface="Pretendard"/>
              </a:defRPr>
            </a:lvl3pPr>
            <a:lvl4pPr algn="l">
              <a:defRPr sz="2400" b="0">
                <a:solidFill>
                  <a:srgbClr val="101010"/>
                </a:solidFill>
                <a:latin typeface="Pretendard"/>
                <a:ea typeface="Pretendard"/>
                <a:cs typeface="Pretendard"/>
              </a:defRPr>
            </a:lvl4pPr>
            <a:lvl5pPr algn="l">
              <a:defRPr sz="2400" b="0">
                <a:solidFill>
                  <a:srgbClr val="101010"/>
                </a:solidFill>
                <a:latin typeface="Pretendard"/>
                <a:ea typeface="Pretendard"/>
                <a:cs typeface="Pretendard"/>
              </a:defRPr>
            </a:lvl5pPr>
            <a:lvl6pPr algn="l">
              <a:defRPr sz="2400" b="0">
                <a:solidFill>
                  <a:srgbClr val="101010"/>
                </a:solidFill>
                <a:latin typeface="Pretendard"/>
                <a:ea typeface="Pretendard"/>
                <a:cs typeface="Pretendard"/>
              </a:defRPr>
            </a:lvl6pPr>
            <a:lvl7pPr algn="l">
              <a:defRPr sz="2400" b="0">
                <a:solidFill>
                  <a:srgbClr val="101010"/>
                </a:solidFill>
                <a:latin typeface="Pretendard"/>
                <a:ea typeface="Pretendard"/>
                <a:cs typeface="Pretendard"/>
              </a:defRPr>
            </a:lvl7pPr>
            <a:lvl8pPr algn="l">
              <a:defRPr sz="2400" b="0">
                <a:solidFill>
                  <a:srgbClr val="101010"/>
                </a:solidFill>
                <a:latin typeface="Pretendard"/>
                <a:ea typeface="Pretendard"/>
                <a:cs typeface="Pretendard"/>
              </a:defRPr>
            </a:lvl8pPr>
            <a:lvl9pPr algn="l">
              <a:defRPr sz="2400" b="0">
                <a:solidFill>
                  <a:srgbClr val="101010"/>
                </a:solidFill>
                <a:latin typeface="Pretendard"/>
                <a:ea typeface="Pretendard"/>
                <a:cs typeface="Pretendard"/>
              </a:defRPr>
            </a:lvl9pPr>
          </a:lstStyle>
          <a:p xmlns:a="http://schemas.openxmlformats.org/drawingml/2006/main">
            <a:pPr algn="l">
              <a:defRPr sz="2400" b="0">
                <a:solidFill>
                  <a:srgbClr val="101010"/>
                </a:solidFill>
                <a:latin typeface="Pretendard"/>
                <a:ea typeface="Pretendard"/>
                <a:cs typeface="Pretendard"/>
              </a:defRPr>
            </a:pPr>
            <a:r>
              <a:rPr sz="2400" b="0">
                <a:solidFill>
                  <a:srgbClr val="101010"/>
                </a:solidFill>
                <a:latin typeface="Pretendard"/>
                <a:ea typeface="Pretendard"/>
                <a:cs typeface="Pretendard"/>
              </a:rPr>
              <a:t>문의 담당자 배정·상태 변경·권한 관리</a:t>
            </a:r>
          </a:p>
          <a:p xmlns:a="http://schemas.openxmlformats.org/drawingml/2006/main">
            <a:pPr algn="l">
              <a:defRPr sz="2400" b="0">
                <a:solidFill>
                  <a:srgbClr val="101010"/>
                </a:solidFill>
                <a:latin typeface="Pretendard"/>
                <a:ea typeface="Pretendard"/>
                <a:cs typeface="Pretendard"/>
              </a:defRPr>
            </a:pPr>
            <a:r>
              <a:rPr sz="2400" b="0">
                <a:solidFill>
                  <a:srgbClr val="101010"/>
                </a:solidFill>
                <a:latin typeface="Pretendard"/>
                <a:ea typeface="Pretendard"/>
                <a:cs typeface="Pretendard"/>
              </a:rPr>
              <a:t>실제 FAQ와 사내 규정으로 문서 확대</a:t>
            </a:r>
          </a:p>
        </p:txBody>
      </p:sp>
      <p:sp>
        <p:nvSpPr>
          <p:cNvPr id="26" name="배포 후 상태점검 도우미">
            <a:extLst xmlns:a="http://schemas.openxmlformats.org/drawingml/2006/main">
              <a:ext uri="{FF2B5EF4-FFF2-40B4-BE49-F238E27FC236}">
                <a16:creationId xmlns:a16="http://schemas.microsoft.com/office/drawing/2014/main" id="{C82669C4-6EFC-43C5-9436-1D9C35FDDB6F}"/>
              </a:ext>
            </a:extLst>
          </p:cNvPr>
          <p:cNvSpPr>
            <a:spLocks xmlns:a="http://schemas.openxmlformats.org/drawingml/2006/main" noGrp="1"/>
          </p:cNvSpPr>
          <p:nvPr/>
        </p:nvSpPr>
        <p:spPr>
          <a:xfrm xmlns:a="http://schemas.openxmlformats.org/drawingml/2006/main">
            <a:off x="2428875" y="6610350"/>
            <a:ext cx="67437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01010"/>
                </a:solidFill>
                <a:latin typeface="Pretendard"/>
                <a:ea typeface="Pretendard"/>
                <a:cs typeface="Pretendard"/>
              </a:defRPr>
            </a:defPPr>
            <a:lvl1pPr algn="l">
              <a:defRPr sz="2850" b="1">
                <a:solidFill>
                  <a:srgbClr val="101010"/>
                </a:solidFill>
                <a:latin typeface="Pretendard"/>
                <a:ea typeface="Pretendard"/>
                <a:cs typeface="Pretendard"/>
              </a:defRPr>
            </a:lvl1pPr>
            <a:lvl2pPr algn="l">
              <a:defRPr sz="2850" b="1">
                <a:solidFill>
                  <a:srgbClr val="101010"/>
                </a:solidFill>
                <a:latin typeface="Pretendard"/>
                <a:ea typeface="Pretendard"/>
                <a:cs typeface="Pretendard"/>
              </a:defRPr>
            </a:lvl2pPr>
            <a:lvl3pPr algn="l">
              <a:defRPr sz="2850" b="1">
                <a:solidFill>
                  <a:srgbClr val="101010"/>
                </a:solidFill>
                <a:latin typeface="Pretendard"/>
                <a:ea typeface="Pretendard"/>
                <a:cs typeface="Pretendard"/>
              </a:defRPr>
            </a:lvl3pPr>
            <a:lvl4pPr algn="l">
              <a:defRPr sz="2850" b="1">
                <a:solidFill>
                  <a:srgbClr val="101010"/>
                </a:solidFill>
                <a:latin typeface="Pretendard"/>
                <a:ea typeface="Pretendard"/>
                <a:cs typeface="Pretendard"/>
              </a:defRPr>
            </a:lvl4pPr>
            <a:lvl5pPr algn="l">
              <a:defRPr sz="2850" b="1">
                <a:solidFill>
                  <a:srgbClr val="101010"/>
                </a:solidFill>
                <a:latin typeface="Pretendard"/>
                <a:ea typeface="Pretendard"/>
                <a:cs typeface="Pretendard"/>
              </a:defRPr>
            </a:lvl5pPr>
            <a:lvl6pPr algn="l">
              <a:defRPr sz="2850" b="1">
                <a:solidFill>
                  <a:srgbClr val="101010"/>
                </a:solidFill>
                <a:latin typeface="Pretendard"/>
                <a:ea typeface="Pretendard"/>
                <a:cs typeface="Pretendard"/>
              </a:defRPr>
            </a:lvl6pPr>
            <a:lvl7pPr algn="l">
              <a:defRPr sz="2850" b="1">
                <a:solidFill>
                  <a:srgbClr val="101010"/>
                </a:solidFill>
                <a:latin typeface="Pretendard"/>
                <a:ea typeface="Pretendard"/>
                <a:cs typeface="Pretendard"/>
              </a:defRPr>
            </a:lvl7pPr>
            <a:lvl8pPr algn="l">
              <a:defRPr sz="2850" b="1">
                <a:solidFill>
                  <a:srgbClr val="101010"/>
                </a:solidFill>
                <a:latin typeface="Pretendard"/>
                <a:ea typeface="Pretendard"/>
                <a:cs typeface="Pretendard"/>
              </a:defRPr>
            </a:lvl8pPr>
            <a:lvl9pPr algn="l">
              <a:defRPr sz="2850" b="1">
                <a:solidFill>
                  <a:srgbClr val="101010"/>
                </a:solidFill>
                <a:latin typeface="Pretendard"/>
                <a:ea typeface="Pretendard"/>
                <a:cs typeface="Pretendard"/>
              </a:defRPr>
            </a:lvl9pPr>
          </a:lstStyle>
          <a:p xmlns:a="http://schemas.openxmlformats.org/drawingml/2006/main">
            <a:pPr algn="l">
              <a:defRPr sz="2850" b="1">
                <a:solidFill>
                  <a:srgbClr val="101010"/>
                </a:solidFill>
                <a:latin typeface="Pretendard"/>
                <a:ea typeface="Pretendard"/>
                <a:cs typeface="Pretendard"/>
              </a:defRPr>
            </a:pPr>
            <a:r>
              <a:rPr sz="2850" b="1">
                <a:solidFill>
                  <a:srgbClr val="101010"/>
                </a:solidFill>
                <a:latin typeface="Pretendard"/>
                <a:ea typeface="Pretendard"/>
                <a:cs typeface="Pretendard"/>
              </a:rPr>
              <a:t>배포 후 상태점검 도우미</a:t>
            </a:r>
          </a:p>
        </p:txBody>
      </p:sp>
      <p:sp>
        <p:nvSpPr>
          <p:cNvPr id="27" name="배포 이력·로그·실시간 메트릭 연결&#10;변경 전후 상태를 근거로 비교">
            <a:extLst xmlns:a="http://schemas.openxmlformats.org/drawingml/2006/main">
              <a:ext uri="{FF2B5EF4-FFF2-40B4-BE49-F238E27FC236}">
                <a16:creationId xmlns:a16="http://schemas.microsoft.com/office/drawing/2014/main" id="{BE2F2398-8523-47FE-9E19-78542F79FC87}"/>
              </a:ext>
            </a:extLst>
          </p:cNvPr>
          <p:cNvSpPr>
            <a:spLocks xmlns:a="http://schemas.openxmlformats.org/drawingml/2006/main" noGrp="1"/>
          </p:cNvSpPr>
          <p:nvPr/>
        </p:nvSpPr>
        <p:spPr>
          <a:xfrm xmlns:a="http://schemas.openxmlformats.org/drawingml/2006/main">
            <a:off x="2428875" y="7296150"/>
            <a:ext cx="6743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101010"/>
                </a:solidFill>
                <a:latin typeface="Pretendard"/>
                <a:ea typeface="Pretendard"/>
                <a:cs typeface="Pretendard"/>
              </a:defRPr>
            </a:defPPr>
            <a:lvl1pPr algn="l">
              <a:defRPr sz="2400" b="0">
                <a:solidFill>
                  <a:srgbClr val="101010"/>
                </a:solidFill>
                <a:latin typeface="Pretendard"/>
                <a:ea typeface="Pretendard"/>
                <a:cs typeface="Pretendard"/>
              </a:defRPr>
            </a:lvl1pPr>
            <a:lvl2pPr algn="l">
              <a:defRPr sz="2400" b="0">
                <a:solidFill>
                  <a:srgbClr val="101010"/>
                </a:solidFill>
                <a:latin typeface="Pretendard"/>
                <a:ea typeface="Pretendard"/>
                <a:cs typeface="Pretendard"/>
              </a:defRPr>
            </a:lvl2pPr>
            <a:lvl3pPr algn="l">
              <a:defRPr sz="2400" b="0">
                <a:solidFill>
                  <a:srgbClr val="101010"/>
                </a:solidFill>
                <a:latin typeface="Pretendard"/>
                <a:ea typeface="Pretendard"/>
                <a:cs typeface="Pretendard"/>
              </a:defRPr>
            </a:lvl3pPr>
            <a:lvl4pPr algn="l">
              <a:defRPr sz="2400" b="0">
                <a:solidFill>
                  <a:srgbClr val="101010"/>
                </a:solidFill>
                <a:latin typeface="Pretendard"/>
                <a:ea typeface="Pretendard"/>
                <a:cs typeface="Pretendard"/>
              </a:defRPr>
            </a:lvl4pPr>
            <a:lvl5pPr algn="l">
              <a:defRPr sz="2400" b="0">
                <a:solidFill>
                  <a:srgbClr val="101010"/>
                </a:solidFill>
                <a:latin typeface="Pretendard"/>
                <a:ea typeface="Pretendard"/>
                <a:cs typeface="Pretendard"/>
              </a:defRPr>
            </a:lvl5pPr>
            <a:lvl6pPr algn="l">
              <a:defRPr sz="2400" b="0">
                <a:solidFill>
                  <a:srgbClr val="101010"/>
                </a:solidFill>
                <a:latin typeface="Pretendard"/>
                <a:ea typeface="Pretendard"/>
                <a:cs typeface="Pretendard"/>
              </a:defRPr>
            </a:lvl6pPr>
            <a:lvl7pPr algn="l">
              <a:defRPr sz="2400" b="0">
                <a:solidFill>
                  <a:srgbClr val="101010"/>
                </a:solidFill>
                <a:latin typeface="Pretendard"/>
                <a:ea typeface="Pretendard"/>
                <a:cs typeface="Pretendard"/>
              </a:defRPr>
            </a:lvl7pPr>
            <a:lvl8pPr algn="l">
              <a:defRPr sz="2400" b="0">
                <a:solidFill>
                  <a:srgbClr val="101010"/>
                </a:solidFill>
                <a:latin typeface="Pretendard"/>
                <a:ea typeface="Pretendard"/>
                <a:cs typeface="Pretendard"/>
              </a:defRPr>
            </a:lvl8pPr>
            <a:lvl9pPr algn="l">
              <a:defRPr sz="2400" b="0">
                <a:solidFill>
                  <a:srgbClr val="101010"/>
                </a:solidFill>
                <a:latin typeface="Pretendard"/>
                <a:ea typeface="Pretendard"/>
                <a:cs typeface="Pretendard"/>
              </a:defRPr>
            </a:lvl9pPr>
          </a:lstStyle>
          <a:p xmlns:a="http://schemas.openxmlformats.org/drawingml/2006/main">
            <a:pPr algn="l">
              <a:defRPr sz="2400" b="0">
                <a:solidFill>
                  <a:srgbClr val="101010"/>
                </a:solidFill>
                <a:latin typeface="Pretendard"/>
                <a:ea typeface="Pretendard"/>
                <a:cs typeface="Pretendard"/>
              </a:defRPr>
            </a:pPr>
            <a:r>
              <a:rPr sz="2400" b="0">
                <a:solidFill>
                  <a:srgbClr val="101010"/>
                </a:solidFill>
                <a:latin typeface="Pretendard"/>
                <a:ea typeface="Pretendard"/>
                <a:cs typeface="Pretendard"/>
              </a:rPr>
              <a:t>배포 이력·로그·실시간 메트릭 연결</a:t>
            </a:r>
          </a:p>
          <a:p xmlns:a="http://schemas.openxmlformats.org/drawingml/2006/main">
            <a:pPr algn="l">
              <a:defRPr sz="2400" b="0">
                <a:solidFill>
                  <a:srgbClr val="101010"/>
                </a:solidFill>
                <a:latin typeface="Pretendard"/>
                <a:ea typeface="Pretendard"/>
                <a:cs typeface="Pretendard"/>
              </a:defRPr>
            </a:pPr>
            <a:r>
              <a:rPr sz="2400" b="0">
                <a:solidFill>
                  <a:srgbClr val="101010"/>
                </a:solidFill>
                <a:latin typeface="Pretendard"/>
                <a:ea typeface="Pretendard"/>
                <a:cs typeface="Pretendard"/>
              </a:rPr>
              <a:t>변경 전후 상태를 근거로 비교</a:t>
            </a:r>
          </a:p>
        </p:txBody>
      </p:sp>
      <p:sp>
        <p:nvSpPr>
          <p:cNvPr id="28" name="개발 과정에서 확인한 점">
            <a:extLst xmlns:a="http://schemas.openxmlformats.org/drawingml/2006/main">
              <a:ext uri="{FF2B5EF4-FFF2-40B4-BE49-F238E27FC236}">
                <a16:creationId xmlns:a16="http://schemas.microsoft.com/office/drawing/2014/main" id="{3C679145-BBFB-42C7-A24F-502B6F8562BB}"/>
              </a:ext>
            </a:extLst>
          </p:cNvPr>
          <p:cNvSpPr>
            <a:spLocks xmlns:a="http://schemas.openxmlformats.org/drawingml/2006/main" noGrp="1"/>
          </p:cNvSpPr>
          <p:nvPr/>
        </p:nvSpPr>
        <p:spPr>
          <a:xfrm xmlns:a="http://schemas.openxmlformats.org/drawingml/2006/main">
            <a:off x="10239375" y="3219450"/>
            <a:ext cx="700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150" b="1">
                <a:solidFill>
                  <a:srgbClr val="101010"/>
                </a:solidFill>
                <a:latin typeface="Pretendard"/>
                <a:ea typeface="Pretendard"/>
                <a:cs typeface="Pretendard"/>
              </a:defRPr>
            </a:defPPr>
            <a:lvl1pPr algn="l">
              <a:defRPr sz="3150" b="1">
                <a:solidFill>
                  <a:srgbClr val="101010"/>
                </a:solidFill>
                <a:latin typeface="Pretendard"/>
                <a:ea typeface="Pretendard"/>
                <a:cs typeface="Pretendard"/>
              </a:defRPr>
            </a:lvl1pPr>
            <a:lvl2pPr algn="l">
              <a:defRPr sz="3150" b="1">
                <a:solidFill>
                  <a:srgbClr val="101010"/>
                </a:solidFill>
                <a:latin typeface="Pretendard"/>
                <a:ea typeface="Pretendard"/>
                <a:cs typeface="Pretendard"/>
              </a:defRPr>
            </a:lvl2pPr>
            <a:lvl3pPr algn="l">
              <a:defRPr sz="3150" b="1">
                <a:solidFill>
                  <a:srgbClr val="101010"/>
                </a:solidFill>
                <a:latin typeface="Pretendard"/>
                <a:ea typeface="Pretendard"/>
                <a:cs typeface="Pretendard"/>
              </a:defRPr>
            </a:lvl3pPr>
            <a:lvl4pPr algn="l">
              <a:defRPr sz="3150" b="1">
                <a:solidFill>
                  <a:srgbClr val="101010"/>
                </a:solidFill>
                <a:latin typeface="Pretendard"/>
                <a:ea typeface="Pretendard"/>
                <a:cs typeface="Pretendard"/>
              </a:defRPr>
            </a:lvl4pPr>
            <a:lvl5pPr algn="l">
              <a:defRPr sz="3150" b="1">
                <a:solidFill>
                  <a:srgbClr val="101010"/>
                </a:solidFill>
                <a:latin typeface="Pretendard"/>
                <a:ea typeface="Pretendard"/>
                <a:cs typeface="Pretendard"/>
              </a:defRPr>
            </a:lvl5pPr>
            <a:lvl6pPr algn="l">
              <a:defRPr sz="3150" b="1">
                <a:solidFill>
                  <a:srgbClr val="101010"/>
                </a:solidFill>
                <a:latin typeface="Pretendard"/>
                <a:ea typeface="Pretendard"/>
                <a:cs typeface="Pretendard"/>
              </a:defRPr>
            </a:lvl6pPr>
            <a:lvl7pPr algn="l">
              <a:defRPr sz="3150" b="1">
                <a:solidFill>
                  <a:srgbClr val="101010"/>
                </a:solidFill>
                <a:latin typeface="Pretendard"/>
                <a:ea typeface="Pretendard"/>
                <a:cs typeface="Pretendard"/>
              </a:defRPr>
            </a:lvl7pPr>
            <a:lvl8pPr algn="l">
              <a:defRPr sz="3150" b="1">
                <a:solidFill>
                  <a:srgbClr val="101010"/>
                </a:solidFill>
                <a:latin typeface="Pretendard"/>
                <a:ea typeface="Pretendard"/>
                <a:cs typeface="Pretendard"/>
              </a:defRPr>
            </a:lvl8pPr>
            <a:lvl9pPr algn="l">
              <a:defRPr sz="3150" b="1">
                <a:solidFill>
                  <a:srgbClr val="101010"/>
                </a:solidFill>
                <a:latin typeface="Pretendard"/>
                <a:ea typeface="Pretendard"/>
                <a:cs typeface="Pretendard"/>
              </a:defRPr>
            </a:lvl9pPr>
          </a:lstStyle>
          <a:p xmlns:a="http://schemas.openxmlformats.org/drawingml/2006/main">
            <a:pPr algn="l">
              <a:defRPr sz="3150" b="1">
                <a:solidFill>
                  <a:srgbClr val="101010"/>
                </a:solidFill>
                <a:latin typeface="Pretendard"/>
                <a:ea typeface="Pretendard"/>
                <a:cs typeface="Pretendard"/>
              </a:defRPr>
            </a:pPr>
            <a:r>
              <a:rPr sz="3150" b="1">
                <a:solidFill>
                  <a:srgbClr val="101010"/>
                </a:solidFill>
                <a:latin typeface="Pretendard"/>
                <a:ea typeface="Pretendard"/>
                <a:cs typeface="Pretendard"/>
              </a:rPr>
              <a:t>개발 과정에서 확인한 점</a:t>
            </a:r>
          </a:p>
        </p:txBody>
      </p:sp>
      <p:sp>
        <p:nvSpPr>
          <p:cNvPr id="29" name="기능 추가만큼 실패 사례 검증이 중요했다">
            <a:extLst xmlns:a="http://schemas.openxmlformats.org/drawingml/2006/main">
              <a:ext uri="{FF2B5EF4-FFF2-40B4-BE49-F238E27FC236}">
                <a16:creationId xmlns:a16="http://schemas.microsoft.com/office/drawing/2014/main" id="{AAE103FB-5E46-482E-B466-B0AB817819A2}"/>
              </a:ext>
            </a:extLst>
          </p:cNvPr>
          <p:cNvSpPr>
            <a:spLocks xmlns:a="http://schemas.openxmlformats.org/drawingml/2006/main" noGrp="1"/>
          </p:cNvSpPr>
          <p:nvPr/>
        </p:nvSpPr>
        <p:spPr>
          <a:xfrm xmlns:a="http://schemas.openxmlformats.org/drawingml/2006/main">
            <a:off x="10239375" y="4314825"/>
            <a:ext cx="700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101010"/>
                </a:solidFill>
                <a:latin typeface="Pretendard"/>
                <a:ea typeface="Pretendard"/>
                <a:cs typeface="Pretendard"/>
              </a:defRPr>
            </a:defPPr>
            <a:lvl1pPr algn="l">
              <a:defRPr sz="2625" b="1">
                <a:solidFill>
                  <a:srgbClr val="101010"/>
                </a:solidFill>
                <a:latin typeface="Pretendard"/>
                <a:ea typeface="Pretendard"/>
                <a:cs typeface="Pretendard"/>
              </a:defRPr>
            </a:lvl1pPr>
            <a:lvl2pPr algn="l">
              <a:defRPr sz="2625" b="1">
                <a:solidFill>
                  <a:srgbClr val="101010"/>
                </a:solidFill>
                <a:latin typeface="Pretendard"/>
                <a:ea typeface="Pretendard"/>
                <a:cs typeface="Pretendard"/>
              </a:defRPr>
            </a:lvl2pPr>
            <a:lvl3pPr algn="l">
              <a:defRPr sz="2625" b="1">
                <a:solidFill>
                  <a:srgbClr val="101010"/>
                </a:solidFill>
                <a:latin typeface="Pretendard"/>
                <a:ea typeface="Pretendard"/>
                <a:cs typeface="Pretendard"/>
              </a:defRPr>
            </a:lvl3pPr>
            <a:lvl4pPr algn="l">
              <a:defRPr sz="2625" b="1">
                <a:solidFill>
                  <a:srgbClr val="101010"/>
                </a:solidFill>
                <a:latin typeface="Pretendard"/>
                <a:ea typeface="Pretendard"/>
                <a:cs typeface="Pretendard"/>
              </a:defRPr>
            </a:lvl4pPr>
            <a:lvl5pPr algn="l">
              <a:defRPr sz="2625" b="1">
                <a:solidFill>
                  <a:srgbClr val="101010"/>
                </a:solidFill>
                <a:latin typeface="Pretendard"/>
                <a:ea typeface="Pretendard"/>
                <a:cs typeface="Pretendard"/>
              </a:defRPr>
            </a:lvl5pPr>
            <a:lvl6pPr algn="l">
              <a:defRPr sz="2625" b="1">
                <a:solidFill>
                  <a:srgbClr val="101010"/>
                </a:solidFill>
                <a:latin typeface="Pretendard"/>
                <a:ea typeface="Pretendard"/>
                <a:cs typeface="Pretendard"/>
              </a:defRPr>
            </a:lvl6pPr>
            <a:lvl7pPr algn="l">
              <a:defRPr sz="2625" b="1">
                <a:solidFill>
                  <a:srgbClr val="101010"/>
                </a:solidFill>
                <a:latin typeface="Pretendard"/>
                <a:ea typeface="Pretendard"/>
                <a:cs typeface="Pretendard"/>
              </a:defRPr>
            </a:lvl7pPr>
            <a:lvl8pPr algn="l">
              <a:defRPr sz="2625" b="1">
                <a:solidFill>
                  <a:srgbClr val="101010"/>
                </a:solidFill>
                <a:latin typeface="Pretendard"/>
                <a:ea typeface="Pretendard"/>
                <a:cs typeface="Pretendard"/>
              </a:defRPr>
            </a:lvl8pPr>
            <a:lvl9pPr algn="l">
              <a:defRPr sz="2625" b="1">
                <a:solidFill>
                  <a:srgbClr val="101010"/>
                </a:solidFill>
                <a:latin typeface="Pretendard"/>
                <a:ea typeface="Pretendard"/>
                <a:cs typeface="Pretendard"/>
              </a:defRPr>
            </a:lvl9pPr>
          </a:lstStyle>
          <a:p xmlns:a="http://schemas.openxmlformats.org/drawingml/2006/main">
            <a:pPr algn="l">
              <a:defRPr sz="2625" b="1">
                <a:solidFill>
                  <a:srgbClr val="101010"/>
                </a:solidFill>
                <a:latin typeface="Pretendard"/>
                <a:ea typeface="Pretendard"/>
                <a:cs typeface="Pretendard"/>
              </a:defRPr>
            </a:pPr>
            <a:r>
              <a:rPr sz="2625" b="1">
                <a:solidFill>
                  <a:srgbClr val="101010"/>
                </a:solidFill>
                <a:latin typeface="Pretendard"/>
                <a:ea typeface="Pretendard"/>
                <a:cs typeface="Pretendard"/>
              </a:rPr>
              <a:t>기능 추가만큼 실패 사례 검증이 중요했다</a:t>
            </a:r>
          </a:p>
        </p:txBody>
      </p:sp>
      <p:sp>
        <p:nvSpPr>
          <p:cNvPr id="30" name="실제 모델을 연결하자 문의 추출과&#10;504 안내 문제가 드러났고, 규칙과&#10;테스트로 보완할">
            <a:extLst xmlns:a="http://schemas.openxmlformats.org/drawingml/2006/main">
              <a:ext uri="{FF2B5EF4-FFF2-40B4-BE49-F238E27FC236}">
                <a16:creationId xmlns:a16="http://schemas.microsoft.com/office/drawing/2014/main" id="{FD99769C-CCEC-483C-A975-29CC609B66EB}"/>
              </a:ext>
            </a:extLst>
          </p:cNvPr>
          <p:cNvSpPr>
            <a:spLocks xmlns:a="http://schemas.openxmlformats.org/drawingml/2006/main" noGrp="1"/>
          </p:cNvSpPr>
          <p:nvPr/>
        </p:nvSpPr>
        <p:spPr>
          <a:xfrm xmlns:a="http://schemas.openxmlformats.org/drawingml/2006/main">
            <a:off x="10239375" y="5381625"/>
            <a:ext cx="700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0">
                <a:solidFill>
                  <a:srgbClr val="101010"/>
                </a:solidFill>
                <a:latin typeface="Pretendard"/>
                <a:ea typeface="Pretendard"/>
                <a:cs typeface="Pretendard"/>
              </a:defRPr>
            </a:defPPr>
            <a:lvl1pPr algn="l">
              <a:defRPr sz="2475" b="0">
                <a:solidFill>
                  <a:srgbClr val="101010"/>
                </a:solidFill>
                <a:latin typeface="Pretendard"/>
                <a:ea typeface="Pretendard"/>
                <a:cs typeface="Pretendard"/>
              </a:defRPr>
            </a:lvl1pPr>
            <a:lvl2pPr algn="l">
              <a:defRPr sz="2475" b="0">
                <a:solidFill>
                  <a:srgbClr val="101010"/>
                </a:solidFill>
                <a:latin typeface="Pretendard"/>
                <a:ea typeface="Pretendard"/>
                <a:cs typeface="Pretendard"/>
              </a:defRPr>
            </a:lvl2pPr>
            <a:lvl3pPr algn="l">
              <a:defRPr sz="2475" b="0">
                <a:solidFill>
                  <a:srgbClr val="101010"/>
                </a:solidFill>
                <a:latin typeface="Pretendard"/>
                <a:ea typeface="Pretendard"/>
                <a:cs typeface="Pretendard"/>
              </a:defRPr>
            </a:lvl3pPr>
            <a:lvl4pPr algn="l">
              <a:defRPr sz="2475" b="0">
                <a:solidFill>
                  <a:srgbClr val="101010"/>
                </a:solidFill>
                <a:latin typeface="Pretendard"/>
                <a:ea typeface="Pretendard"/>
                <a:cs typeface="Pretendard"/>
              </a:defRPr>
            </a:lvl4pPr>
            <a:lvl5pPr algn="l">
              <a:defRPr sz="2475" b="0">
                <a:solidFill>
                  <a:srgbClr val="101010"/>
                </a:solidFill>
                <a:latin typeface="Pretendard"/>
                <a:ea typeface="Pretendard"/>
                <a:cs typeface="Pretendard"/>
              </a:defRPr>
            </a:lvl5pPr>
            <a:lvl6pPr algn="l">
              <a:defRPr sz="2475" b="0">
                <a:solidFill>
                  <a:srgbClr val="101010"/>
                </a:solidFill>
                <a:latin typeface="Pretendard"/>
                <a:ea typeface="Pretendard"/>
                <a:cs typeface="Pretendard"/>
              </a:defRPr>
            </a:lvl6pPr>
            <a:lvl7pPr algn="l">
              <a:defRPr sz="2475" b="0">
                <a:solidFill>
                  <a:srgbClr val="101010"/>
                </a:solidFill>
                <a:latin typeface="Pretendard"/>
                <a:ea typeface="Pretendard"/>
                <a:cs typeface="Pretendard"/>
              </a:defRPr>
            </a:lvl7pPr>
            <a:lvl8pPr algn="l">
              <a:defRPr sz="2475" b="0">
                <a:solidFill>
                  <a:srgbClr val="101010"/>
                </a:solidFill>
                <a:latin typeface="Pretendard"/>
                <a:ea typeface="Pretendard"/>
                <a:cs typeface="Pretendard"/>
              </a:defRPr>
            </a:lvl8pPr>
            <a:lvl9pPr algn="l">
              <a:defRPr sz="2475" b="0">
                <a:solidFill>
                  <a:srgbClr val="101010"/>
                </a:solidFill>
                <a:latin typeface="Pretendard"/>
                <a:ea typeface="Pretendard"/>
                <a:cs typeface="Pretendard"/>
              </a:defRPr>
            </a:lvl9pPr>
          </a:lstStyle>
          <a:p xmlns:a="http://schemas.openxmlformats.org/drawingml/2006/main">
            <a:pPr algn="l">
              <a:defRPr sz="2475" b="0">
                <a:solidFill>
                  <a:srgbClr val="101010"/>
                </a:solidFill>
                <a:latin typeface="Pretendard"/>
                <a:ea typeface="Pretendard"/>
                <a:cs typeface="Pretendard"/>
              </a:defRPr>
            </a:pPr>
            <a:r>
              <a:rPr sz="2475" b="0">
                <a:solidFill>
                  <a:srgbClr val="101010"/>
                </a:solidFill>
                <a:latin typeface="Pretendard"/>
                <a:ea typeface="Pretendard"/>
                <a:cs typeface="Pretendard"/>
              </a:rPr>
              <a:t>실제 모델을 연결하자 문의 추출과</a:t>
            </a:r>
          </a:p>
          <a:p xmlns:a="http://schemas.openxmlformats.org/drawingml/2006/main">
            <a:pPr algn="l">
              <a:defRPr sz="2475" b="0">
                <a:solidFill>
                  <a:srgbClr val="101010"/>
                </a:solidFill>
                <a:latin typeface="Pretendard"/>
                <a:ea typeface="Pretendard"/>
                <a:cs typeface="Pretendard"/>
              </a:defRPr>
            </a:pPr>
            <a:r>
              <a:rPr sz="2475" b="0">
                <a:solidFill>
                  <a:srgbClr val="101010"/>
                </a:solidFill>
                <a:latin typeface="Pretendard"/>
                <a:ea typeface="Pretendard"/>
                <a:cs typeface="Pretendard"/>
              </a:rPr>
              <a:t>504 안내 문제가 드러났고, 규칙과</a:t>
            </a:r>
          </a:p>
          <a:p xmlns:a="http://schemas.openxmlformats.org/drawingml/2006/main">
            <a:pPr algn="l">
              <a:defRPr sz="2475" b="0">
                <a:solidFill>
                  <a:srgbClr val="101010"/>
                </a:solidFill>
                <a:latin typeface="Pretendard"/>
                <a:ea typeface="Pretendard"/>
                <a:cs typeface="Pretendard"/>
              </a:defRPr>
            </a:pPr>
            <a:r>
              <a:rPr sz="2475" b="0">
                <a:solidFill>
                  <a:srgbClr val="101010"/>
                </a:solidFill>
                <a:latin typeface="Pretendard"/>
                <a:ea typeface="Pretendard"/>
                <a:cs typeface="Pretendard"/>
              </a:rPr>
              <a:t>테스트로 보완할 수 있었다.</a:t>
            </a:r>
          </a:p>
        </p:txBody>
      </p:sp>
      <p:sp>
        <p:nvSpPr>
          <p:cNvPr id="31" name="새 기술의 효과는 같은 입력과&#10;측정 결과로 판단해야 한다.">
            <a:extLst xmlns:a="http://schemas.openxmlformats.org/drawingml/2006/main">
              <a:ext uri="{FF2B5EF4-FFF2-40B4-BE49-F238E27FC236}">
                <a16:creationId xmlns:a16="http://schemas.microsoft.com/office/drawing/2014/main" id="{ABED5110-84DC-4C1B-B09D-4C6C3AAFC8F1}"/>
              </a:ext>
            </a:extLst>
          </p:cNvPr>
          <p:cNvSpPr>
            <a:spLocks xmlns:a="http://schemas.openxmlformats.org/drawingml/2006/main" noGrp="1"/>
          </p:cNvSpPr>
          <p:nvPr/>
        </p:nvSpPr>
        <p:spPr>
          <a:xfrm xmlns:a="http://schemas.openxmlformats.org/drawingml/2006/main">
            <a:off x="10239375" y="7267575"/>
            <a:ext cx="70008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075BEA"/>
                </a:solidFill>
                <a:latin typeface="Pretendard"/>
                <a:ea typeface="Pretendard"/>
                <a:cs typeface="Pretendard"/>
              </a:defRPr>
            </a:defPPr>
            <a:lvl1pPr algn="l">
              <a:defRPr sz="2625" b="1">
                <a:solidFill>
                  <a:srgbClr val="075BEA"/>
                </a:solidFill>
                <a:latin typeface="Pretendard"/>
                <a:ea typeface="Pretendard"/>
                <a:cs typeface="Pretendard"/>
              </a:defRPr>
            </a:lvl1pPr>
            <a:lvl2pPr algn="l">
              <a:defRPr sz="2625" b="1">
                <a:solidFill>
                  <a:srgbClr val="075BEA"/>
                </a:solidFill>
                <a:latin typeface="Pretendard"/>
                <a:ea typeface="Pretendard"/>
                <a:cs typeface="Pretendard"/>
              </a:defRPr>
            </a:lvl2pPr>
            <a:lvl3pPr algn="l">
              <a:defRPr sz="2625" b="1">
                <a:solidFill>
                  <a:srgbClr val="075BEA"/>
                </a:solidFill>
                <a:latin typeface="Pretendard"/>
                <a:ea typeface="Pretendard"/>
                <a:cs typeface="Pretendard"/>
              </a:defRPr>
            </a:lvl3pPr>
            <a:lvl4pPr algn="l">
              <a:defRPr sz="2625" b="1">
                <a:solidFill>
                  <a:srgbClr val="075BEA"/>
                </a:solidFill>
                <a:latin typeface="Pretendard"/>
                <a:ea typeface="Pretendard"/>
                <a:cs typeface="Pretendard"/>
              </a:defRPr>
            </a:lvl4pPr>
            <a:lvl5pPr algn="l">
              <a:defRPr sz="2625" b="1">
                <a:solidFill>
                  <a:srgbClr val="075BEA"/>
                </a:solidFill>
                <a:latin typeface="Pretendard"/>
                <a:ea typeface="Pretendard"/>
                <a:cs typeface="Pretendard"/>
              </a:defRPr>
            </a:lvl5pPr>
            <a:lvl6pPr algn="l">
              <a:defRPr sz="2625" b="1">
                <a:solidFill>
                  <a:srgbClr val="075BEA"/>
                </a:solidFill>
                <a:latin typeface="Pretendard"/>
                <a:ea typeface="Pretendard"/>
                <a:cs typeface="Pretendard"/>
              </a:defRPr>
            </a:lvl6pPr>
            <a:lvl7pPr algn="l">
              <a:defRPr sz="2625" b="1">
                <a:solidFill>
                  <a:srgbClr val="075BEA"/>
                </a:solidFill>
                <a:latin typeface="Pretendard"/>
                <a:ea typeface="Pretendard"/>
                <a:cs typeface="Pretendard"/>
              </a:defRPr>
            </a:lvl7pPr>
            <a:lvl8pPr algn="l">
              <a:defRPr sz="2625" b="1">
                <a:solidFill>
                  <a:srgbClr val="075BEA"/>
                </a:solidFill>
                <a:latin typeface="Pretendard"/>
                <a:ea typeface="Pretendard"/>
                <a:cs typeface="Pretendard"/>
              </a:defRPr>
            </a:lvl8pPr>
            <a:lvl9pPr algn="l">
              <a:defRPr sz="2625" b="1">
                <a:solidFill>
                  <a:srgbClr val="075BEA"/>
                </a:solidFill>
                <a:latin typeface="Pretendard"/>
                <a:ea typeface="Pretendard"/>
                <a:cs typeface="Pretendard"/>
              </a:defRPr>
            </a:lvl9pPr>
          </a:lstStyle>
          <a:p xmlns:a="http://schemas.openxmlformats.org/drawingml/2006/main">
            <a:pPr algn="l">
              <a:defRPr sz="2625" b="1">
                <a:solidFill>
                  <a:srgbClr val="075BEA"/>
                </a:solidFill>
                <a:latin typeface="Pretendard"/>
                <a:ea typeface="Pretendard"/>
                <a:cs typeface="Pretendard"/>
              </a:defRPr>
            </a:pPr>
            <a:r>
              <a:rPr sz="2625" b="1">
                <a:solidFill>
                  <a:srgbClr val="075BEA"/>
                </a:solidFill>
                <a:latin typeface="Pretendard"/>
                <a:ea typeface="Pretendard"/>
                <a:cs typeface="Pretendard"/>
              </a:rPr>
              <a:t>새 기술의 효과는 같은 입력과</a:t>
            </a:r>
          </a:p>
          <a:p xmlns:a="http://schemas.openxmlformats.org/drawingml/2006/main">
            <a:pPr algn="l">
              <a:defRPr sz="2625" b="1">
                <a:solidFill>
                  <a:srgbClr val="075BEA"/>
                </a:solidFill>
                <a:latin typeface="Pretendard"/>
                <a:ea typeface="Pretendard"/>
                <a:cs typeface="Pretendard"/>
              </a:defRPr>
            </a:pPr>
            <a:r>
              <a:rPr sz="2625" b="1">
                <a:solidFill>
                  <a:srgbClr val="075BEA"/>
                </a:solidFill>
                <a:latin typeface="Pretendard"/>
                <a:ea typeface="Pretendard"/>
                <a:cs typeface="Pretendard"/>
              </a:rPr>
              <a:t>측정 결과로 판단해야 한다.</a:t>
            </a:r>
          </a:p>
        </p:txBody>
      </p:sp>
      <p:sp>
        <p:nvSpPr>
          <p:cNvPr id="32" name="코드·단계별 커밋·실측 자료: github.com/gayeon9-9/skala_ai_m">
            <a:extLst xmlns:a="http://schemas.openxmlformats.org/drawingml/2006/main">
              <a:ext uri="{FF2B5EF4-FFF2-40B4-BE49-F238E27FC236}">
                <a16:creationId xmlns:a16="http://schemas.microsoft.com/office/drawing/2014/main" id="{D34CDAD5-5DC4-4D2D-BA8C-0645F1F20B68}"/>
              </a:ext>
            </a:extLst>
          </p:cNvPr>
          <p:cNvSpPr>
            <a:spLocks xmlns:a="http://schemas.openxmlformats.org/drawingml/2006/main" noGrp="1"/>
          </p:cNvSpPr>
          <p:nvPr/>
        </p:nvSpPr>
        <p:spPr>
          <a:xfrm xmlns:a="http://schemas.openxmlformats.org/drawingml/2006/main">
            <a:off x="2114550" y="9582150"/>
            <a:ext cx="1543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86868"/>
                </a:solidFill>
                <a:latin typeface="Pretendard"/>
                <a:ea typeface="Pretendard"/>
                <a:cs typeface="Pretendard"/>
              </a:defRPr>
            </a:defPPr>
            <a:lvl1pPr algn="l">
              <a:defRPr sz="1725" b="0">
                <a:solidFill>
                  <a:srgbClr val="686868"/>
                </a:solidFill>
                <a:latin typeface="Pretendard"/>
                <a:ea typeface="Pretendard"/>
                <a:cs typeface="Pretendard"/>
              </a:defRPr>
            </a:lvl1pPr>
            <a:lvl2pPr algn="l">
              <a:defRPr sz="1725" b="0">
                <a:solidFill>
                  <a:srgbClr val="686868"/>
                </a:solidFill>
                <a:latin typeface="Pretendard"/>
                <a:ea typeface="Pretendard"/>
                <a:cs typeface="Pretendard"/>
              </a:defRPr>
            </a:lvl2pPr>
            <a:lvl3pPr algn="l">
              <a:defRPr sz="1725" b="0">
                <a:solidFill>
                  <a:srgbClr val="686868"/>
                </a:solidFill>
                <a:latin typeface="Pretendard"/>
                <a:ea typeface="Pretendard"/>
                <a:cs typeface="Pretendard"/>
              </a:defRPr>
            </a:lvl3pPr>
            <a:lvl4pPr algn="l">
              <a:defRPr sz="1725" b="0">
                <a:solidFill>
                  <a:srgbClr val="686868"/>
                </a:solidFill>
                <a:latin typeface="Pretendard"/>
                <a:ea typeface="Pretendard"/>
                <a:cs typeface="Pretendard"/>
              </a:defRPr>
            </a:lvl4pPr>
            <a:lvl5pPr algn="l">
              <a:defRPr sz="1725" b="0">
                <a:solidFill>
                  <a:srgbClr val="686868"/>
                </a:solidFill>
                <a:latin typeface="Pretendard"/>
                <a:ea typeface="Pretendard"/>
                <a:cs typeface="Pretendard"/>
              </a:defRPr>
            </a:lvl5pPr>
            <a:lvl6pPr algn="l">
              <a:defRPr sz="1725" b="0">
                <a:solidFill>
                  <a:srgbClr val="686868"/>
                </a:solidFill>
                <a:latin typeface="Pretendard"/>
                <a:ea typeface="Pretendard"/>
                <a:cs typeface="Pretendard"/>
              </a:defRPr>
            </a:lvl6pPr>
            <a:lvl7pPr algn="l">
              <a:defRPr sz="1725" b="0">
                <a:solidFill>
                  <a:srgbClr val="686868"/>
                </a:solidFill>
                <a:latin typeface="Pretendard"/>
                <a:ea typeface="Pretendard"/>
                <a:cs typeface="Pretendard"/>
              </a:defRPr>
            </a:lvl7pPr>
            <a:lvl8pPr algn="l">
              <a:defRPr sz="1725" b="0">
                <a:solidFill>
                  <a:srgbClr val="686868"/>
                </a:solidFill>
                <a:latin typeface="Pretendard"/>
                <a:ea typeface="Pretendard"/>
                <a:cs typeface="Pretendard"/>
              </a:defRPr>
            </a:lvl8pPr>
            <a:lvl9pPr algn="l">
              <a:defRPr sz="1725" b="0">
                <a:solidFill>
                  <a:srgbClr val="686868"/>
                </a:solidFill>
                <a:latin typeface="Pretendard"/>
                <a:ea typeface="Pretendard"/>
                <a:cs typeface="Pretendard"/>
              </a:defRPr>
            </a:lvl9pPr>
          </a:lstStyle>
          <a:p xmlns:a="http://schemas.openxmlformats.org/drawingml/2006/main">
            <a:pPr algn="l">
              <a:defRPr sz="1725" b="0">
                <a:solidFill>
                  <a:srgbClr val="686868"/>
                </a:solidFill>
                <a:latin typeface="Pretendard"/>
                <a:ea typeface="Pretendard"/>
                <a:cs typeface="Pretendard"/>
              </a:defRPr>
            </a:pPr>
            <a:r>
              <a:rPr sz="1725" b="0">
                <a:solidFill>
                  <a:srgbClr val="686868"/>
                </a:solidFill>
                <a:latin typeface="Pretendard"/>
                <a:ea typeface="Pretendard"/>
                <a:cs typeface="Pretendard"/>
              </a:rPr>
              <a:t>코드·단계별 커밋·실측 자료: github.com/gayeon9-9/skala_ai_mini_project   |   G081 성가연</a:t>
            </a:r>
          </a:p>
        </p:txBody>
      </p:sp>
    </p:spTree>
    <p:extLst>
      <p:ext uri="{BB962C8B-B14F-4D97-AF65-F5344CB8AC3E}">
        <p14:creationId xmlns:p14="http://schemas.microsoft.com/office/powerpoint/2010/main" val="16398521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2026-10-21T14:24:51.2270000Z</dcterms:created>
  <dcterms:modified xsi:type="dcterms:W3CDTF">2026-10-21T14:24:51.2270000Z</dcterms:modified>
</coreProperties>
</file>
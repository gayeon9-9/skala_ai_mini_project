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3e0f518eabb4b64" /><Relationship Type="http://schemas.openxmlformats.org/officeDocument/2006/relationships/extended-properties" Target="/docProps/app.xml" Id="R723086d0108d48a6" /><Relationship Type="http://schemas.openxmlformats.org/officeDocument/2006/relationships/officeDocument" Target="/ppt/presentation.xml" Id="R841cdb895ed94211" /></Relationships>
</file>

<file path=ppt/presentation.xml><?xml version="1.0" encoding="utf-8"?>
<p:presentation xmlns:p="http://schemas.openxmlformats.org/presentationml/2006/main">
  <p:sldMasterIdLst>
    <p:sldMasterId xmlns:r="http://schemas.openxmlformats.org/officeDocument/2006/relationships" id="2147483648" r:id="R85128d5658c74bf5"/>
  </p:sldMasterIdLst>
  <p:notesMasterIdLst>
    <p:notesMasterId xmlns:r="http://schemas.openxmlformats.org/officeDocument/2006/relationships" r:id="R5646c6035f2b4ee7"/>
  </p:notesMasterIdLst>
  <p:sldIdLst>
    <p:sldId xmlns:r="http://schemas.openxmlformats.org/officeDocument/2006/relationships" id="256" r:id="Rff97fc46ebfd41bd"/>
    <p:sldId xmlns:r="http://schemas.openxmlformats.org/officeDocument/2006/relationships" id="257" r:id="R87a9d48348b54546"/>
    <p:sldId xmlns:r="http://schemas.openxmlformats.org/officeDocument/2006/relationships" id="258" r:id="R8f417835bbcf49e9"/>
    <p:sldId xmlns:r="http://schemas.openxmlformats.org/officeDocument/2006/relationships" id="259" r:id="R4cca944af4804161"/>
    <p:sldId xmlns:r="http://schemas.openxmlformats.org/officeDocument/2006/relationships" id="260" r:id="R6af2cfa990ae4e2e"/>
    <p:sldId xmlns:r="http://schemas.openxmlformats.org/officeDocument/2006/relationships" id="261" r:id="R839b95a35ba444b5"/>
    <p:sldId xmlns:r="http://schemas.openxmlformats.org/officeDocument/2006/relationships" id="262" r:id="R40b842ae2b564a90"/>
    <p:sldId xmlns:r="http://schemas.openxmlformats.org/officeDocument/2006/relationships" id="263" r:id="R2bcb59c460754726"/>
    <p:sldId xmlns:r="http://schemas.openxmlformats.org/officeDocument/2006/relationships" id="264" r:id="R4a5f17ab5f754e65"/>
    <p:sldId xmlns:r="http://schemas.openxmlformats.org/officeDocument/2006/relationships" id="265" r:id="Rcb687dae368e4ffe"/>
    <p:sldId xmlns:r="http://schemas.openxmlformats.org/officeDocument/2006/relationships" id="266" r:id="R5f9c2bedc01b4783"/>
    <p:sldId xmlns:r="http://schemas.openxmlformats.org/officeDocument/2006/relationships" id="267" r:id="Rbbf68db57ff24f27"/>
    <p:sldId xmlns:r="http://schemas.openxmlformats.org/officeDocument/2006/relationships" id="268" r:id="Rfca09bc62cda430f"/>
    <p:sldId xmlns:r="http://schemas.openxmlformats.org/officeDocument/2006/relationships" id="269" r:id="R010566f2ce6741ea"/>
    <p:sldId xmlns:r="http://schemas.openxmlformats.org/officeDocument/2006/relationships" id="270" r:id="R783b9d3c0253450b"/>
    <p:sldId xmlns:r="http://schemas.openxmlformats.org/officeDocument/2006/relationships" id="271" r:id="Ra5b1ae338ede4a59"/>
    <p:sldId xmlns:r="http://schemas.openxmlformats.org/officeDocument/2006/relationships" id="272" r:id="R8057342e1efb4db3"/>
    <p:sldId xmlns:r="http://schemas.openxmlformats.org/officeDocument/2006/relationships" id="273" r:id="Rd392bad6d4e6406d"/>
    <p:sldId xmlns:r="http://schemas.openxmlformats.org/officeDocument/2006/relationships" id="274" r:id="Rbc998cdb8d35418e"/>
    <p:sldId xmlns:r="http://schemas.openxmlformats.org/officeDocument/2006/relationships" id="275" r:id="Rbb4cbd0471474704"/>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be9f8e5bd8146c1" /><Relationship Type="http://schemas.openxmlformats.org/officeDocument/2006/relationships/slideMaster" Target="/ppt/slideMasters/slideMaster1.xml" Id="R85128d5658c74bf5" /><Relationship Type="http://schemas.openxmlformats.org/officeDocument/2006/relationships/notesMaster" Target="/ppt/notesMasters/notesMaster1.xml" Id="R5646c6035f2b4ee7" /><Relationship Type="http://schemas.openxmlformats.org/officeDocument/2006/relationships/presProps" Target="/ppt/presProps.xml" Id="Ra99373be3c984163" /><Relationship Type="http://schemas.openxmlformats.org/officeDocument/2006/relationships/tableStyles" Target="/ppt/tableStyles.xml" Id="R5a0d5439104d4abd" /><Relationship Type="http://schemas.openxmlformats.org/officeDocument/2006/relationships/slide" Target="/ppt/slides/slide1.xml" Id="Rff97fc46ebfd41bd" /><Relationship Type="http://schemas.openxmlformats.org/officeDocument/2006/relationships/slide" Target="/ppt/slides/slide2.xml" Id="R87a9d48348b54546" /><Relationship Type="http://schemas.openxmlformats.org/officeDocument/2006/relationships/slide" Target="/ppt/slides/slide3.xml" Id="R8f417835bbcf49e9" /><Relationship Type="http://schemas.openxmlformats.org/officeDocument/2006/relationships/slide" Target="/ppt/slides/slide4.xml" Id="R4cca944af4804161" /><Relationship Type="http://schemas.openxmlformats.org/officeDocument/2006/relationships/slide" Target="/ppt/slides/slide5.xml" Id="R6af2cfa990ae4e2e" /><Relationship Type="http://schemas.openxmlformats.org/officeDocument/2006/relationships/slide" Target="/ppt/slides/slide6.xml" Id="R839b95a35ba444b5" /><Relationship Type="http://schemas.openxmlformats.org/officeDocument/2006/relationships/slide" Target="/ppt/slides/slide7.xml" Id="R40b842ae2b564a90" /><Relationship Type="http://schemas.openxmlformats.org/officeDocument/2006/relationships/slide" Target="/ppt/slides/slide8.xml" Id="R2bcb59c460754726" /><Relationship Type="http://schemas.openxmlformats.org/officeDocument/2006/relationships/slide" Target="/ppt/slides/slide9.xml" Id="R4a5f17ab5f754e65" /><Relationship Type="http://schemas.openxmlformats.org/officeDocument/2006/relationships/slide" Target="/ppt/slides/slide10.xml" Id="Rcb687dae368e4ffe" /><Relationship Type="http://schemas.openxmlformats.org/officeDocument/2006/relationships/slide" Target="/ppt/slides/slide11.xml" Id="R5f9c2bedc01b4783" /><Relationship Type="http://schemas.openxmlformats.org/officeDocument/2006/relationships/slide" Target="/ppt/slides/slide12.xml" Id="Rbbf68db57ff24f27" /><Relationship Type="http://schemas.openxmlformats.org/officeDocument/2006/relationships/slide" Target="/ppt/slides/slide13.xml" Id="Rfca09bc62cda430f" /><Relationship Type="http://schemas.openxmlformats.org/officeDocument/2006/relationships/slide" Target="/ppt/slides/slide14.xml" Id="R010566f2ce6741ea" /><Relationship Type="http://schemas.openxmlformats.org/officeDocument/2006/relationships/slide" Target="/ppt/slides/slide15.xml" Id="R783b9d3c0253450b" /><Relationship Type="http://schemas.openxmlformats.org/officeDocument/2006/relationships/slide" Target="/ppt/slides/slide16.xml" Id="Ra5b1ae338ede4a59" /><Relationship Type="http://schemas.openxmlformats.org/officeDocument/2006/relationships/slide" Target="/ppt/slides/slide17.xml" Id="R8057342e1efb4db3" /><Relationship Type="http://schemas.openxmlformats.org/officeDocument/2006/relationships/slide" Target="/ppt/slides/slide18.xml" Id="Rd392bad6d4e6406d" /><Relationship Type="http://schemas.openxmlformats.org/officeDocument/2006/relationships/slide" Target="/ppt/slides/slide19.xml" Id="Rbc998cdb8d35418e" /><Relationship Type="http://schemas.openxmlformats.org/officeDocument/2006/relationships/slide" Target="/ppt/slides/slide20.xml" Id="Rbb4cbd04714747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907d16fde9e4a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cc499b252784a97" /><Relationship Type="http://schemas.openxmlformats.org/officeDocument/2006/relationships/notesMaster" Target="/ppt/notesMasters/notesMaster1.xml" Id="R62cdcfc1d9fc41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ebb55cf91404568" /><Relationship Type="http://schemas.openxmlformats.org/officeDocument/2006/relationships/notesMaster" Target="/ppt/notesMasters/notesMaster1.xml" Id="R8b1e3d14453442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bfc2373cc204a20" /><Relationship Type="http://schemas.openxmlformats.org/officeDocument/2006/relationships/notesMaster" Target="/ppt/notesMasters/notesMaster1.xml" Id="Rb23d2eb7541343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d3d91ac5c314c13" /><Relationship Type="http://schemas.openxmlformats.org/officeDocument/2006/relationships/notesMaster" Target="/ppt/notesMasters/notesMaster1.xml" Id="Re30c85afa2594ce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98df06a891f4d92" /><Relationship Type="http://schemas.openxmlformats.org/officeDocument/2006/relationships/notesMaster" Target="/ppt/notesMasters/notesMaster1.xml" Id="R4ead5fc3947c4b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95e548516aa4e6f" /><Relationship Type="http://schemas.openxmlformats.org/officeDocument/2006/relationships/notesMaster" Target="/ppt/notesMasters/notesMaster1.xml" Id="R6ef3dce4ef7943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36a79eb44f546c9" /><Relationship Type="http://schemas.openxmlformats.org/officeDocument/2006/relationships/notesMaster" Target="/ppt/notesMasters/notesMaster1.xml" Id="R8f4a72851eda4f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2a3b8e77ff4f10" /><Relationship Type="http://schemas.openxmlformats.org/officeDocument/2006/relationships/notesMaster" Target="/ppt/notesMasters/notesMaster1.xml" Id="R4b26d65ac00f4d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9b6faac6c3e4c92" /><Relationship Type="http://schemas.openxmlformats.org/officeDocument/2006/relationships/notesMaster" Target="/ppt/notesMasters/notesMaster1.xml" Id="R0cb66d22257c49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189b04cd13f4c20" /><Relationship Type="http://schemas.openxmlformats.org/officeDocument/2006/relationships/notesMaster" Target="/ppt/notesMasters/notesMaster1.xml" Id="R9d9ecb75912846c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5b12cbd3964283" /><Relationship Type="http://schemas.openxmlformats.org/officeDocument/2006/relationships/notesMaster" Target="/ppt/notesMasters/notesMaster1.xml" Id="R1a4a6f9e0f8b4c4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cf231d8872b49a9" /><Relationship Type="http://schemas.openxmlformats.org/officeDocument/2006/relationships/notesMaster" Target="/ppt/notesMasters/notesMaster1.xml" Id="R762bdf997a484f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343a9df010463d" /><Relationship Type="http://schemas.openxmlformats.org/officeDocument/2006/relationships/notesMaster" Target="/ppt/notesMasters/notesMaster1.xml" Id="R13f6016546cd47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574c52c2f024bc6" /><Relationship Type="http://schemas.openxmlformats.org/officeDocument/2006/relationships/notesMaster" Target="/ppt/notesMasters/notesMaster1.xml" Id="R747940954de14db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199d55dcc474022" /><Relationship Type="http://schemas.openxmlformats.org/officeDocument/2006/relationships/notesMaster" Target="/ppt/notesMasters/notesMaster1.xml" Id="Rea2bd54486c8488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df0ace0785443f" /><Relationship Type="http://schemas.openxmlformats.org/officeDocument/2006/relationships/notesMaster" Target="/ppt/notesMasters/notesMaster1.xml" Id="R014eb8066f5c49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264a468952d4968" /><Relationship Type="http://schemas.openxmlformats.org/officeDocument/2006/relationships/notesMaster" Target="/ppt/notesMasters/notesMaster1.xml" Id="R389c7663a6f349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6df49bf8b3245ba" /><Relationship Type="http://schemas.openxmlformats.org/officeDocument/2006/relationships/notesMaster" Target="/ppt/notesMasters/notesMaster1.xml" Id="R9b7f6534af8e41f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7eb39bf606b4554" /><Relationship Type="http://schemas.openxmlformats.org/officeDocument/2006/relationships/notesMaster" Target="/ppt/notesMasters/notesMaster1.xml" Id="R9b2edf248d5e451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ab95dc7ec24e7f" /><Relationship Type="http://schemas.openxmlformats.org/officeDocument/2006/relationships/notesMaster" Target="/ppt/notesMasters/notesMaster1.xml" Id="R125b9695d0c947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운영 에이전트를 사내 IT 문의 접수 보조 서비스로 확장했다. 사용자는 자연어로 문의하고, 관리자는 같은 접수에서 원문·정리된 정보·점검 근거를 확인한다. 이번 보고는 실제 구현과 측정 결과를 기준으로 한다.</a:t>
            </a:r>
          </a:p>
          <a:p xmlns:a="http://schemas.openxmlformats.org/drawingml/2006/main">
            <a:r>
              <a:t/>
            </a:r>
          </a:p>
          <a:p xmlns:a="http://schemas.openxmlformats.org/drawingml/2006/main">
            <a:r>
              <a:t>근거</a:t>
            </a:r>
          </a:p>
          <a:p xmlns:a="http://schemas.openxmlformats.org/drawingml/2006/main">
            <a:r>
              <a:t>https://github.com/gayeon9-9/skala_ai_mini_project/blob/main/doc/final_report.md</a:t>
            </a:r>
          </a:p>
          <a:p xmlns:a="http://schemas.openxmlformats.org/drawingml/2006/main">
            <a:r>
              <a:t>https://github.com/gayeon9-9/skala_ai_mini_project/blob/main/doc/step_07_openai_embeddings.md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기존에 있던 저장·추적·의존성 주입을 모두 신규 도입으로 주장하지 않는다. 이번 작업에서는 이 기반을 유지하고 접수 단위 저장, 안전한 재시도, 의미 검색, 결과 검증과 관리 화면을 보완했다. 실제 운영 서버의 로그나 실시간 모니터링이 아닌 샘플 데이터다.</a:t>
            </a:r>
          </a:p>
          <a:p xmlns:a="http://schemas.openxmlformats.org/drawingml/2006/main">
            <a:r>
              <a:t/>
            </a:r>
          </a:p>
          <a:p xmlns:a="http://schemas.openxmlformats.org/drawingml/2006/main">
            <a:r>
              <a:t>근거</a:t>
            </a:r>
          </a:p>
          <a:p xmlns:a="http://schemas.openxmlformats.org/drawingml/2006/main">
            <a:r>
              <a:t>https://github.com/gayeon9-9/skala_ai_mini_project/blob/main/doc/final_report.md</a:t>
            </a:r>
          </a:p>
          <a:p xmlns:a="http://schemas.openxmlformats.org/drawingml/2006/main">
            <a:r>
              <a:t>https://github.com/gayeon9-9/skala_ai_mini_project/blob/main/data/monitoring.json</a:t>
            </a:r>
          </a:p>
          <a:p xmlns:a="http://schemas.openxmlformats.org/drawingml/2006/main">
            <a:r>
              <a:t>https://github.com/gayeon9-9/skala_ai_mini_project/tree/ee32f7e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실행 스크립트는 session.db를 삭제했고 브라우저는 새로고침 때 새 thread를 만들었다. 원본 검증은 길이와 번호를 확인했고 최대 시도 이후에는 실패 답변을 합격 처리했다. 기능이 존재하는 것과 문의의 전체 생명주기를 안정적으로 지원하는 것은 달랐다.</a:t>
            </a:r>
          </a:p>
          <a:p xmlns:a="http://schemas.openxmlformats.org/drawingml/2006/main">
            <a:r>
              <a:t/>
            </a:r>
          </a:p>
          <a:p xmlns:a="http://schemas.openxmlformats.org/drawingml/2006/main">
            <a:r>
              <a:t>근거</a:t>
            </a:r>
          </a:p>
          <a:p xmlns:a="http://schemas.openxmlformats.org/drawingml/2006/main">
            <a:r>
              <a:t>https://github.com/gayeon9-9/skala_ai_mini_project/blob/main/doc/final_report.md</a:t>
            </a:r>
          </a:p>
          <a:p xmlns:a="http://schemas.openxmlformats.org/drawingml/2006/main">
            <a:r>
              <a:t>https://github.com/gayeon9-9/skala_ai_mini_project/blob/main/doc/step_02_persistence.md</a:t>
            </a:r>
          </a:p>
          <a:p xmlns:a="http://schemas.openxmlformats.org/drawingml/2006/main">
            <a:r>
              <a:t>https://github.com/gayeon9-9/skala_ai_mini_project/blob/main/doc/step_05_validation.md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단계의 코드·검사·변경 기록을 별도 커밋으로 보존했다. 7단계는 RAG를 처음 도입한 단계가 아니라 기존 검색기에 OpenAI 공급자를 추가한 확장이다. 답변 생성은 Ollama Qwen을 유지한다.</a:t>
            </a:r>
          </a:p>
          <a:p xmlns:a="http://schemas.openxmlformats.org/drawingml/2006/main">
            <a:r>
              <a:t/>
            </a:r>
          </a:p>
          <a:p xmlns:a="http://schemas.openxmlformats.org/drawingml/2006/main">
            <a:r>
              <a:t>근거</a:t>
            </a:r>
          </a:p>
          <a:p xmlns:a="http://schemas.openxmlformats.org/drawingml/2006/main">
            <a:r>
              <a:t>https://github.com/gayeon9-9/skala_ai_mini_project/blob/main/doc/implementation_plan.md</a:t>
            </a:r>
          </a:p>
          <a:p xmlns:a="http://schemas.openxmlformats.org/drawingml/2006/main">
            <a:r>
              <a:t>https://github.com/gayeon9-9/skala_ai_mini_project/blob/main/doc/evidence/final/README.md</a:t>
            </a:r>
          </a:p>
          <a:p xmlns:a="http://schemas.openxmlformats.org/drawingml/2006/main">
            <a:r>
              <a:t>https://github.com/gayeon9-9/skala_ai_mini_project/blob/main/doc/step_07_openai_embeddings.md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 LangGraph가 처리 순서와 분기를 제어한다. 원문과 요청 상태는 분석 전 저장하고, 분석 결과와 답변은 처리 후 같은 접수에 연결한다. OpenAI는 문서와 질문을 숫자 벡터로 변환하는 역할이며 웹 검색이나 최종 답변 작성에 쓰지 않는다. 현재 색인은 로컬 파일에 저장한다.</a:t>
            </a:r>
          </a:p>
          <a:p xmlns:a="http://schemas.openxmlformats.org/drawingml/2006/main">
            <a:r>
              <a:t/>
            </a:r>
          </a:p>
          <a:p xmlns:a="http://schemas.openxmlformats.org/drawingml/2006/main">
            <a:r>
              <a:t>근거</a:t>
            </a:r>
          </a:p>
          <a:p xmlns:a="http://schemas.openxmlformats.org/drawingml/2006/main">
            <a:r>
              <a:t>https://github.com/gayeon9-9/skala_ai_mini_project/blob/main/agent/graph.py</a:t>
            </a:r>
          </a:p>
          <a:p xmlns:a="http://schemas.openxmlformats.org/drawingml/2006/main">
            <a:r>
              <a:t>https://github.com/gayeon9-9/skala_ai_mini_project/blob/main/agent/chat_service.py</a:t>
            </a:r>
          </a:p>
          <a:p xmlns:a="http://schemas.openxmlformats.org/drawingml/2006/main">
            <a:r>
              <a:t>https://github.com/gayeon9-9/skala_ai_mini_project/blob/main/agent/embeddings.py</a:t>
            </a:r>
          </a:p>
          <a:p xmlns:a="http://schemas.openxmlformats.org/drawingml/2006/main">
            <a:r>
              <a:t>https://github.com/gayeon9-9/skala_ai_mini_project/blob/main/doc/step_07_openai_embeddings.md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fake 모델은 실습용 병렬 실행을 위해 web-01을 추가했다. 이는 모든 실제 모델이 항상 web-01을 조회했다는 뜻이 아니다. 개선 후 명시적으로 선택한 요청은 모델이 대상을 다시 결정하지 않으며 조회 직전에도 같은 대상인지 검사한다. 코드 첫 블록은 연속된 실제 코드 두 줄에서 설명 주석만 제외했다.</a:t>
            </a:r>
          </a:p>
          <a:p xmlns:a="http://schemas.openxmlformats.org/drawingml/2006/main">
            <a:r>
              <a:t/>
            </a:r>
          </a:p>
          <a:p xmlns:a="http://schemas.openxmlformats.org/drawingml/2006/main">
            <a:r>
              <a:t>근거</a:t>
            </a:r>
          </a:p>
          <a:p xmlns:a="http://schemas.openxmlformats.org/drawingml/2006/main">
            <a:r>
              <a:t>https://github.com/gayeon9-9/skala_ai_mini_project/blob/ee32f7e/agent/fake_llm.py</a:t>
            </a:r>
          </a:p>
          <a:p xmlns:a="http://schemas.openxmlformats.org/drawingml/2006/main">
            <a:r>
              <a:t>https://github.com/gayeon9-9/skala_ai_mini_project/blob/1517e8d/agent/graph.py#L141</a:t>
            </a:r>
          </a:p>
          <a:p xmlns:a="http://schemas.openxmlformats.org/drawingml/2006/main">
            <a:r>
              <a:t>https://github.com/gayeon9-9/skala_ai_mini_project/blob/main/doc/step_01_code_walkthrough.md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최신 실제 실행의 접수 정보다. 증상·오전 9시·오류 없음·윈도우 크롬이 저장되었다. 작은 Qwen 모델이 필드 스키마를 지키지 못해 원문에서 명확한 표현만 규칙으로 보완했다. 화면에서도 이 경로를 표시한다. 새로고침 후 동일 답변과 접수 정보가 복원되는 것을 이번 UI 실행에서 확인했다. 같은 request_id 재전송의 중복 방지는 별도 자동 검사로 확인한다.</a:t>
            </a:r>
          </a:p>
          <a:p xmlns:a="http://schemas.openxmlformats.org/drawingml/2006/main">
            <a:r>
              <a:t/>
            </a:r>
          </a:p>
          <a:p xmlns:a="http://schemas.openxmlformats.org/drawingml/2006/main">
            <a:r>
              <a:t>근거</a:t>
            </a:r>
          </a:p>
          <a:p xmlns:a="http://schemas.openxmlformats.org/drawingml/2006/main">
            <a:r>
              <a:t>https://github.com/gayeon9-9/skala_ai_mini_project/blob/main/agent/intake.py</a:t>
            </a:r>
          </a:p>
          <a:p xmlns:a="http://schemas.openxmlformats.org/drawingml/2006/main">
            <a:r>
              <a:t>https://github.com/gayeon9-9/skala_ai_mini_project/blob/main/agent/intake_llm.py</a:t>
            </a:r>
          </a:p>
          <a:p xmlns:a="http://schemas.openxmlformats.org/drawingml/2006/main">
            <a:r>
              <a:t>https://github.com/gayeon9-9/skala_ai_mini_project/blob/main/agent/inquiry_store.py</a:t>
            </a:r>
          </a:p>
          <a:p xmlns:a="http://schemas.openxmlformats.org/drawingml/2006/main">
            <a:r>
              <a:t>https://github.com/gayeon9-9/skala_ai_mini_project/blob/main/doc/evidence/final_openai/ui_verification.json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질문과 문서를 임베딩으로 변환하고 정규화된 벡터의 내적으로 코사인 유사도를 계산한다. 화면의 개선 코드는 실제 연속 5줄이며 기준 점수 이상인 후보를 추가한다. 사용자 FAQ와 운영자 Runbook을 분리하며 운영 명령어를 사용자 답변 프롬프트에 넣지 않는다. 현재 문서 10개는 10개 청크다. 유사도는 장애 원인 확률이 아니다.</a:t>
            </a:r>
          </a:p>
          <a:p xmlns:a="http://schemas.openxmlformats.org/drawingml/2006/main">
            <a:r>
              <a:t/>
            </a:r>
          </a:p>
          <a:p xmlns:a="http://schemas.openxmlformats.org/drawingml/2006/main">
            <a:r>
              <a:t>근거</a:t>
            </a:r>
          </a:p>
          <a:p xmlns:a="http://schemas.openxmlformats.org/drawingml/2006/main">
            <a:r>
              <a:t>https://github.com/gayeon9-9/skala_ai_mini_project/blob/ee32f7e/agent/graph.py</a:t>
            </a:r>
          </a:p>
          <a:p xmlns:a="http://schemas.openxmlformats.org/drawingml/2006/main">
            <a:r>
              <a:t>https://github.com/gayeon9-9/skala_ai_mini_project/blob/1517e8d/agent/retrieval.py#L217</a:t>
            </a:r>
          </a:p>
          <a:p xmlns:a="http://schemas.openxmlformats.org/drawingml/2006/main">
            <a:r>
              <a:t>https://github.com/gayeon9-9/skala_ai_mini_project/blob/main/doc/step_04_rag.md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코드의 최대 시도 분기에서 설명 주석만 제외했다. 개선 후 validate_answer의 오류를 재작성 피드백으로 사용한다. 횟수를 다 쓰면 finalize_node가 마지막 초안을 evidence_fallback으로 교체한다. 검증 전 초안을 일반 사용자 말풍선으로 노출하지 않는다. 이 검증은 규칙 기반이므로 모든 문장 의미와 인과 관계를 보장하지 않는다.</a:t>
            </a:r>
          </a:p>
          <a:p xmlns:a="http://schemas.openxmlformats.org/drawingml/2006/main">
            <a:r>
              <a:t/>
            </a:r>
          </a:p>
          <a:p xmlns:a="http://schemas.openxmlformats.org/drawingml/2006/main">
            <a:r>
              <a:t>근거</a:t>
            </a:r>
          </a:p>
          <a:p xmlns:a="http://schemas.openxmlformats.org/drawingml/2006/main">
            <a:r>
              <a:t>https://github.com/gayeon9-9/skala_ai_mini_project/blob/ee32f7e/agent/graph.py</a:t>
            </a:r>
          </a:p>
          <a:p xmlns:a="http://schemas.openxmlformats.org/drawingml/2006/main">
            <a:r>
              <a:t>https://github.com/gayeon9-9/skala_ai_mini_project/blob/1517e8d/agent/graph.py#L397</a:t>
            </a:r>
          </a:p>
          <a:p xmlns:a="http://schemas.openxmlformats.org/drawingml/2006/main">
            <a:r>
              <a:t>https://github.com/gayeon9-9/skala_ai_mini_project/blob/main/agent/answer_validation.py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원본과 6단계 완료본의 기능 흐름 비교다. 질문 문장은 같지만 개선본에는 시스템 선택이라는 새 입력이 있다. 두 화면은 fake 생성 모델을 사용했으므로 실제 Qwen 답변의 정확도 전후 비교로 해석하지 않는다. 이후 최신 실제 Qwen+OpenAI 화면은 별도 장에서 보여준다.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https://github.com/gayeon9-9/skala_ai_mini_project/blob/main/doc/evidence/final/README.md</a:t>
            </a:r>
          </a:p>
          <a:p xmlns:a="http://schemas.openxmlformats.org/drawingml/2006/main">
            <a:r>
              <a:t>https://github.com/gayeon9-9/skala_ai_mini_project/blob/main/doc/evidence/final/screenshots.json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2026-10-21 최신 1517e8d 격리본에서 합성 문의를 실제 UI로 제출했다. 질문은 오전 9시부터 로그인 후 화면이 넘어가지 않음, 오류 메시지 없음, 윈도우 크롬 사용이다. 실제 OpenAI small 임베딩과 Qwen 생성을 사용했다. 브라우저 경과 시간과 서버 저장 전 처리 시간은 범위가 다르다. 화면 원본은 수정하지 않았고 현재 장에서는 전체를 축소 배치했다. 접수 추출은 rules_fallback이었다.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https://github.com/gayeon9-9/skala_ai_mini_project/blob/main/doc/evidence/final_openai/ui_verification.json</a:t>
            </a:r>
          </a:p>
          <a:p xmlns:a="http://schemas.openxmlformats.org/drawingml/2006/main">
            <a:r>
              <a:t>https://github.com/gayeon9-9/skala_ai_mini_project/blob/main/doc/evidence/final_openai/admin_detail.json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 UI 실행에서 생성한 문의를 관리자 화면에서 열어 같은 inquiry_id와 선택 시스템을 확인했다. 관리자 조회는 저장된 결과를 읽으며 새 모델 호출로 임의 요약을 만들지 않는다. 실무에 도입하려면 인증·조회 권한·담당자 배정·실제 운영 데이터 연결을 추가해야 한다.</a:t>
            </a:r>
          </a:p>
          <a:p xmlns:a="http://schemas.openxmlformats.org/drawingml/2006/main">
            <a:r>
              <a:t/>
            </a:r>
          </a:p>
          <a:p xmlns:a="http://schemas.openxmlformats.org/drawingml/2006/main">
            <a:r>
              <a:t>근거</a:t>
            </a:r>
          </a:p>
          <a:p xmlns:a="http://schemas.openxmlformats.org/drawingml/2006/main">
            <a:r>
              <a:t>https://github.com/gayeon9-9/skala_ai_mini_project/blob/main/web_admin.html</a:t>
            </a:r>
          </a:p>
          <a:p xmlns:a="http://schemas.openxmlformats.org/drawingml/2006/main">
            <a:r>
              <a:t>https://github.com/gayeon9-9/skala_ai_mini_project/blob/main/agent/inquiry_summary.py</a:t>
            </a:r>
          </a:p>
          <a:p xmlns:a="http://schemas.openxmlformats.org/drawingml/2006/main">
            <a:r>
              <a:t>https://github.com/gayeon9-9/skala_ai_mini_project/blob/main/doc/evidence/final_openai/ui_verification.json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LangGraph 노드만 여러 개로 나눴다고 Multi-Agent가 되는 것은 아니다. 이 프로젝트는 단일 제어 흐름을 유지한다. 기존 SupervisorDeps를 활용하고 검색과 생성과 검증을 역할별 모듈로 나눴다. 테스트 대역은 연결 오류와 저장 규칙 등을 재현하며 실제 모델 품질은 별도 API 실험으로 확인한다.</a:t>
            </a:r>
          </a:p>
          <a:p xmlns:a="http://schemas.openxmlformats.org/drawingml/2006/main">
            <a:r>
              <a:t/>
            </a:r>
          </a:p>
          <a:p xmlns:a="http://schemas.openxmlformats.org/drawingml/2006/main">
            <a:r>
              <a:t>근거</a:t>
            </a:r>
          </a:p>
          <a:p xmlns:a="http://schemas.openxmlformats.org/drawingml/2006/main">
            <a:r>
              <a:t>https://github.com/gayeon9-9/skala_ai_mini_project/blob/main/agent/deps.py</a:t>
            </a:r>
          </a:p>
          <a:p xmlns:a="http://schemas.openxmlformats.org/drawingml/2006/main">
            <a:r>
              <a:t>https://github.com/gayeon9-9/skala_ai_mini_project/blob/main/agent/graph.py</a:t>
            </a:r>
          </a:p>
          <a:p xmlns:a="http://schemas.openxmlformats.org/drawingml/2006/main">
            <a:r>
              <a:t>https://github.com/gayeon9-9/skala_ai_mini_project/blob/main/doc/implementation_plan.md</a:t>
            </a:r>
          </a:p>
          <a:p xmlns:a="http://schemas.openxmlformats.org/drawingml/2006/main">
            <a:r>
              <a:t>https://github.com/gayeon9-9/skala_ai_mini_project/blob/main/doc/step_07_openai_embeddings.md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기록 기준 pytest 189개와 subtest 111개가 통과했다. 이번 최종 UI 실행의 실제 LangSmith root는 chat_request_stream이며 하위 실행 31개가 원격에 수집됐다. 기존 fake 생성 실험의 35개 하위 실행과 혼동하지 않는다. LangSmith는 오류 위치와 시간을 보여주는 도구이며 자동으로 정확도를 높이는 기능이 아니다. 실제 trace readback 증거를 기록했다.</a:t>
            </a:r>
          </a:p>
          <a:p xmlns:a="http://schemas.openxmlformats.org/drawingml/2006/main">
            <a:r>
              <a:t/>
            </a:r>
          </a:p>
          <a:p xmlns:a="http://schemas.openxmlformats.org/drawingml/2006/main">
            <a:r>
              <a:t>근거</a:t>
            </a:r>
          </a:p>
          <a:p xmlns:a="http://schemas.openxmlformats.org/drawingml/2006/main">
            <a:r>
              <a:t>https://github.com/gayeon9-9/skala_ai_mini_project/blob/main/doc/evidence/embedding_comparison/api_verification.json</a:t>
            </a:r>
          </a:p>
          <a:p xmlns:a="http://schemas.openxmlformats.org/drawingml/2006/main">
            <a:r>
              <a:t>https://github.com/gayeon9-9/skala_ai_mini_project/blob/main/doc/evidence/final_openai/langsmith_readback.json</a:t>
            </a:r>
          </a:p>
          <a:p xmlns:a="http://schemas.openxmlformats.org/drawingml/2006/main">
            <a:r>
              <a:t>https://github.com/gayeon9-9/skala_ai_mini_project/blob/main/agent/observability.py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검색 평가만 비교했다. 원본 규칙에 질문 문장을 합성 알림으로 넘기는 어댑터를 사용했으므로 end-to-end 장애 진단 정확도로 표현하면 안 된다. 같은 Runbook 질문 4개에서 정답 포함이 1개에서 4개로 늘었다. FAQ는 새 기능이므로 기존 정확도 증가에 합산하지 않았다. RAG는 상위 3개에 정답이 포함된 Hit@3 기준이며 반환된 모든 문서가 적절하다는 의미는 아니다.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https://github.com/gayeon9-9/skala_ai_mini_project/blob/main/doc/evidence/final/rag_test.json</a:t>
            </a:r>
          </a:p>
          <a:p xmlns:a="http://schemas.openxmlformats.org/drawingml/2006/main">
            <a:r>
              <a:t>https://github.com/gayeon9-9/skala_ai_mini_project/blob/main/doc/evidence/final/README.md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Ollama는 1024차원·문턱값 0.50, OpenAI small은 1536차원·개발용 14개 검색 검사로 선택한 문턱값 0.30이다. 테스트 결과를 보고 문턱값을 조정하지 않았다. OpenAI가 놓친 질문은 gateway-service의 패킷 손실과 upstream 호출 대기 제한 초과였다. 평균 검색 지연은 약 140ms 더 길었다. 이전 보존 버전은 v1.0-ollama다. 총 청구 금액은 측정하지 않았으며 로컬 Qwen의 이론적 usage.usd를 OpenAI 실청구로 사용하지 않는다.</a:t>
            </a:r>
          </a:p>
          <a:p xmlns:a="http://schemas.openxmlformats.org/drawingml/2006/main">
            <a:r>
              <a:t/>
            </a:r>
          </a:p>
          <a:p xmlns:a="http://schemas.openxmlformats.org/drawingml/2006/main">
            <a:r>
              <a:t>근거</a:t>
            </a:r>
          </a:p>
          <a:p xmlns:a="http://schemas.openxmlformats.org/drawingml/2006/main">
            <a:r>
              <a:t>https://github.com/gayeon9-9/skala_ai_mini_project/blob/main/doc/evidence/embedding_comparison/RESULTS.md</a:t>
            </a:r>
          </a:p>
          <a:p xmlns:a="http://schemas.openxmlformats.org/drawingml/2006/main">
            <a:r>
              <a:t>https://github.com/gayeon9-9/skala_ai_mini_project/blob/main/doc/evidence/embedding_comparison/test.json</a:t>
            </a:r>
          </a:p>
          <a:p xmlns:a="http://schemas.openxmlformats.org/drawingml/2006/main">
            <a:r>
              <a:t>https://github.com/gayeon9-9/skala_ai_mini_project/blob/main/doc/evidence/embedding_comparison/dev.json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실행 도중의 콘솔이 아니라 저장된 실제 JSON 결과를 읽기 좋게 표시한 정적 측정 보고서를 브라우저에서 캡처한 것이다. 원본 파일과 HTML 생성기를 함께 보관하여 수치를 추적할 수 있다. 앞의 기능 화면 비교는 fake 생성 조건이며 이 장의 검색 비교는 실제 임베딩 호출 결과다.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https://github.com/gayeon9-9/skala_ai_mini_project/blob/main/doc/evidence/final_openai/measurement_report.html</a:t>
            </a:r>
          </a:p>
          <a:p xmlns:a="http://schemas.openxmlformats.org/drawingml/2006/main">
            <a:r>
              <a:t>https://github.com/gayeon9-9/skala_ai_mini_project/blob/main/doc/evidence/final/rag_test.json</a:t>
            </a:r>
          </a:p>
          <a:p xmlns:a="http://schemas.openxmlformats.org/drawingml/2006/main">
            <a:r>
              <a:t>https://github.com/gayeon9-9/skala_ai_mini_project/blob/main/doc/evidence/embedding_comparison/test.json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규칙 검증을 통과한 최신 답변에서도 고부하 해석과 원인 가능성을 사람이 검토해야 한다. 실제 모델 이해가 성공한 것과 규칙 대체로 기능이 이어진 것을 구분한다. 현재 평균 응답 시간, 업무 시간 절감, 운영 장애 해결률은 충분한 표본으로 측정하지 않았다. 외부 API 선택 시 문서와 질의가 전송되므로 실제 기업에서는 데이터 정책에 맞는 공급자를 선택해야 한다.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https://github.com/gayeon9-9/skala_ai_mini_project/blob/main/doc/evidence/final_openai/admin_detail.json</a:t>
            </a:r>
          </a:p>
          <a:p xmlns:a="http://schemas.openxmlformats.org/drawingml/2006/main">
            <a:r>
              <a:t>https://github.com/gayeon9-9/skala_ai_mini_project/blob/main/doc/evidence/embedding_comparison/RESULTS.md</a:t>
            </a:r>
          </a:p>
          <a:p xmlns:a="http://schemas.openxmlformats.org/drawingml/2006/main">
            <a:r>
              <a:t>https://github.com/gayeon9-9/skala_ai_mini_project/blob/main/doc/step_06_admin_evaluation.md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현재의 자연어 접수·저장·검색·검증·관리자 조회는 IT 헬프데스크 문의 접수 보조에 바로 연결되는 구조다. 배포 후 점검은 실제 운영 지표와 배포 전후 기준선, 로그가 추가되어야 한다. 두 활용 모두 자동 복구나 담당자에게 외부 메시지를 전송하는 기능은 아직 포함하지 않는다.</a:t>
            </a:r>
          </a:p>
          <a:p xmlns:a="http://schemas.openxmlformats.org/drawingml/2006/main">
            <a:r>
              <a:t/>
            </a:r>
          </a:p>
          <a:p xmlns:a="http://schemas.openxmlformats.org/drawingml/2006/main">
            <a:r>
              <a:t>근거</a:t>
            </a:r>
          </a:p>
          <a:p xmlns:a="http://schemas.openxmlformats.org/drawingml/2006/main">
            <a:r>
              <a:t>https://github.com/gayeon9-9/skala_ai_mini_project/blob/main/doc/final_report.md</a:t>
            </a:r>
          </a:p>
          <a:p xmlns:a="http://schemas.openxmlformats.org/drawingml/2006/main">
            <a:r>
              <a:t>https://github.com/gayeon9-9/skala_ai_mini_project/blob/main/doc/step_06_admin_evaluation.md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ee32f7e, 6단계 완료 기록 f30ef78, Ollama 보존 태그 v1.0-ollama, 실제 OpenAI 비교 기록 1517e8d를 Git에서 확인할 수 있다. 최종 화면 캡처와 보고서는 후속 문서 커밋으로 남긴다. 새로운 기능을 늘리는 것뿐 아니라 같은 입력과 실패 사례를 남겨 무엇이 바뀌었는지 설명할 수 있는 것이 중요했다.</a:t>
            </a:r>
          </a:p>
          <a:p xmlns:a="http://schemas.openxmlformats.org/drawingml/2006/main">
            <a:r>
              <a:t/>
            </a:r>
          </a:p>
          <a:p xmlns:a="http://schemas.openxmlformats.org/drawingml/2006/main">
            <a:r>
              <a:t>근거</a:t>
            </a:r>
          </a:p>
          <a:p xmlns:a="http://schemas.openxmlformats.org/drawingml/2006/main">
            <a:r>
              <a:t>https://github.com/gayeon9-9/skala_ai_mini_project/blob/main/doc/evidence/final/README.md</a:t>
            </a:r>
          </a:p>
          <a:p xmlns:a="http://schemas.openxmlformats.org/drawingml/2006/main">
            <a:r>
              <a:t>https://github.com/gayeon9-9/skala_ai_mini_project/blob/main/doc/evidence/embedding_comparison/RESULTS.md</a:t>
            </a:r>
          </a:p>
          <a:p xmlns:a="http://schemas.openxmlformats.org/drawingml/2006/main">
            <a:r>
              <a:t>https://github.com/gayeon9-9/skala_ai_mini_project/commits/main</a:t>
            </a:r>
          </a:p>
          <a:p xmlns:a="http://schemas.openxmlformats.org/drawingml/2006/main">
            <a:r>
              <a:t>https://github.com/gayeon9-9/skala_ai_mini_project/tree/v1.0-ollama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8e92d401fc4c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c8272f0dbc4d2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8531f2f04b14a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a86f7da3c945f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5b270d23e34e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abcb96ba4f43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C9F11AB-5595-4FD8-B492-C7BD40B7AA41}"/>
              </a:ext>
            </a:extLst>
          </p:cNvPr>
          <p:cNvSpPr>
            <a:spLocks xmlns:a="http://schemas.openxmlformats.org/drawingml/2006/main" noGrp="1"/>
          </p:cNvSpPr>
          <p:nvPr>
            <p:ph type="title" idx="0"/>
          </p:nvPr>
        </p:nvSpPr>
        <p:spPr>
          <a:xfrm xmlns:a="http://schemas.openxmlformats.org/drawingml/2006/main">
            <a:off x="1371600" y="2914650"/>
            <a:ext cx="10972800" cy="1114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00" b="1">
                <a:solidFill>
                  <a:schemeClr val="tx1"/>
                </a:solidFill>
                <a:latin typeface="+mj-lt"/>
                <a:ea typeface="+mj-lt"/>
                <a:cs typeface="+mj-lt"/>
              </a:defRPr>
            </a:defPPr>
            <a:lvl1pPr marL="0" indent="0" algn="ctr">
              <a:lnSpc>
                <a:spcPct val="110000"/>
              </a:lnSpc>
              <a:spcBef>
                <a:spcPts val="0"/>
              </a:spcBef>
              <a:spcAft>
                <a:spcPts val="0"/>
              </a:spcAft>
              <a:buNone/>
              <a:defRPr sz="5400" b="1">
                <a:solidFill>
                  <a:schemeClr val="tx1"/>
                </a:solidFill>
                <a:latin typeface="+mj-lt"/>
                <a:ea typeface="+mj-lt"/>
                <a:cs typeface="+mj-lt"/>
              </a:defRPr>
            </a:lvl1pPr>
            <a:lvl2pPr marL="0" indent="0" algn="ctr">
              <a:lnSpc>
                <a:spcPct val="110000"/>
              </a:lnSpc>
              <a:spcBef>
                <a:spcPts val="0"/>
              </a:spcBef>
              <a:spcAft>
                <a:spcPts val="0"/>
              </a:spcAft>
              <a:buNone/>
              <a:defRPr sz="5400" b="1">
                <a:solidFill>
                  <a:schemeClr val="tx1"/>
                </a:solidFill>
                <a:latin typeface="+mj-lt"/>
                <a:ea typeface="+mj-lt"/>
                <a:cs typeface="+mj-lt"/>
              </a:defRPr>
            </a:lvl2pPr>
            <a:lvl3pPr marL="0" indent="0" algn="ctr">
              <a:lnSpc>
                <a:spcPct val="110000"/>
              </a:lnSpc>
              <a:spcBef>
                <a:spcPts val="0"/>
              </a:spcBef>
              <a:spcAft>
                <a:spcPts val="0"/>
              </a:spcAft>
              <a:buNone/>
              <a:defRPr sz="5400" b="1">
                <a:solidFill>
                  <a:schemeClr val="tx1"/>
                </a:solidFill>
                <a:latin typeface="+mj-lt"/>
                <a:ea typeface="+mj-lt"/>
                <a:cs typeface="+mj-lt"/>
              </a:defRPr>
            </a:lvl3pPr>
            <a:lvl4pPr marL="0" indent="0" algn="ctr">
              <a:lnSpc>
                <a:spcPct val="110000"/>
              </a:lnSpc>
              <a:spcBef>
                <a:spcPts val="0"/>
              </a:spcBef>
              <a:spcAft>
                <a:spcPts val="0"/>
              </a:spcAft>
              <a:buNone/>
              <a:defRPr sz="5400" b="1">
                <a:solidFill>
                  <a:schemeClr val="tx1"/>
                </a:solidFill>
                <a:latin typeface="+mj-lt"/>
                <a:ea typeface="+mj-lt"/>
                <a:cs typeface="+mj-lt"/>
              </a:defRPr>
            </a:lvl4pPr>
            <a:lvl5pPr marL="0" indent="0" algn="ctr">
              <a:lnSpc>
                <a:spcPct val="110000"/>
              </a:lnSpc>
              <a:spcBef>
                <a:spcPts val="0"/>
              </a:spcBef>
              <a:spcAft>
                <a:spcPts val="0"/>
              </a:spcAft>
              <a:buNone/>
              <a:defRPr sz="5400" b="1">
                <a:solidFill>
                  <a:schemeClr val="tx1"/>
                </a:solidFill>
                <a:latin typeface="+mj-lt"/>
                <a:ea typeface="+mj-lt"/>
                <a:cs typeface="+mj-lt"/>
              </a:defRPr>
            </a:lvl5pPr>
            <a:lvl6pPr marL="0" indent="0" algn="ctr">
              <a:lnSpc>
                <a:spcPct val="110000"/>
              </a:lnSpc>
              <a:spcBef>
                <a:spcPts val="0"/>
              </a:spcBef>
              <a:spcAft>
                <a:spcPts val="0"/>
              </a:spcAft>
              <a:buNone/>
              <a:defRPr sz="5400" b="1">
                <a:solidFill>
                  <a:schemeClr val="tx1"/>
                </a:solidFill>
                <a:latin typeface="+mj-lt"/>
                <a:ea typeface="+mj-lt"/>
                <a:cs typeface="+mj-lt"/>
              </a:defRPr>
            </a:lvl6pPr>
            <a:lvl7pPr marL="0" indent="0" algn="ctr">
              <a:lnSpc>
                <a:spcPct val="110000"/>
              </a:lnSpc>
              <a:spcBef>
                <a:spcPts val="0"/>
              </a:spcBef>
              <a:spcAft>
                <a:spcPts val="0"/>
              </a:spcAft>
              <a:buNone/>
              <a:defRPr sz="5400" b="1">
                <a:solidFill>
                  <a:schemeClr val="tx1"/>
                </a:solidFill>
                <a:latin typeface="+mj-lt"/>
                <a:ea typeface="+mj-lt"/>
                <a:cs typeface="+mj-lt"/>
              </a:defRPr>
            </a:lvl7pPr>
            <a:lvl8pPr marL="0" indent="0" algn="ctr">
              <a:lnSpc>
                <a:spcPct val="110000"/>
              </a:lnSpc>
              <a:spcBef>
                <a:spcPts val="0"/>
              </a:spcBef>
              <a:spcAft>
                <a:spcPts val="0"/>
              </a:spcAft>
              <a:buNone/>
              <a:defRPr sz="5400" b="1">
                <a:solidFill>
                  <a:schemeClr val="tx1"/>
                </a:solidFill>
                <a:latin typeface="+mj-lt"/>
                <a:ea typeface="+mj-lt"/>
                <a:cs typeface="+mj-lt"/>
              </a:defRPr>
            </a:lvl8pPr>
            <a:lvl9pPr marL="0" indent="0" algn="ctr">
              <a:lnSpc>
                <a:spcPct val="110000"/>
              </a:lnSpc>
              <a:spcBef>
                <a:spcPts val="0"/>
              </a:spcBef>
              <a:spcAft>
                <a:spcPts val="0"/>
              </a:spcAft>
              <a:buNone/>
              <a:defRPr sz="54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A920C2-E68C-4261-9CE2-D742EB8C84FD}"/>
              </a:ext>
            </a:extLst>
          </p:cNvPr>
          <p:cNvSpPr>
            <a:spLocks xmlns:a="http://schemas.openxmlformats.org/drawingml/2006/main" noGrp="1"/>
          </p:cNvSpPr>
          <p:nvPr>
            <p:ph type="subTitle" idx="1"/>
          </p:nvPr>
        </p:nvSpPr>
        <p:spPr>
          <a:xfrm xmlns:a="http://schemas.openxmlformats.org/drawingml/2006/main">
            <a:off x="2057400" y="4243388"/>
            <a:ext cx="9601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3" b="0">
                <a:solidFill>
                  <a:schemeClr val="tx1"/>
                </a:solidFill>
                <a:latin typeface="+mn-lt"/>
                <a:ea typeface="+mn-lt"/>
                <a:cs typeface="+mn-lt"/>
              </a:defRPr>
            </a:defPPr>
            <a:lvl1pPr marL="0" indent="0" algn="ctr">
              <a:lnSpc>
                <a:spcPct val="110000"/>
              </a:lnSpc>
              <a:spcBef>
                <a:spcPts val="0"/>
              </a:spcBef>
              <a:spcAft>
                <a:spcPts val="0"/>
              </a:spcAft>
              <a:buNone/>
              <a:defRPr sz="2363" b="0">
                <a:solidFill>
                  <a:schemeClr val="tx1"/>
                </a:solidFill>
                <a:latin typeface="+mn-lt"/>
                <a:ea typeface="+mn-lt"/>
                <a:cs typeface="+mn-lt"/>
              </a:defRPr>
            </a:lvl1pPr>
            <a:lvl2pPr marL="0" indent="0" algn="ctr">
              <a:lnSpc>
                <a:spcPct val="110000"/>
              </a:lnSpc>
              <a:spcBef>
                <a:spcPts val="0"/>
              </a:spcBef>
              <a:spcAft>
                <a:spcPts val="0"/>
              </a:spcAft>
              <a:buNone/>
              <a:defRPr sz="2363" b="0">
                <a:solidFill>
                  <a:schemeClr val="tx1"/>
                </a:solidFill>
                <a:latin typeface="+mn-lt"/>
                <a:ea typeface="+mn-lt"/>
                <a:cs typeface="+mn-lt"/>
              </a:defRPr>
            </a:lvl2pPr>
            <a:lvl3pPr marL="0" indent="0" algn="ctr">
              <a:lnSpc>
                <a:spcPct val="110000"/>
              </a:lnSpc>
              <a:spcBef>
                <a:spcPts val="0"/>
              </a:spcBef>
              <a:spcAft>
                <a:spcPts val="0"/>
              </a:spcAft>
              <a:buNone/>
              <a:defRPr sz="2363" b="0">
                <a:solidFill>
                  <a:schemeClr val="tx1"/>
                </a:solidFill>
                <a:latin typeface="+mn-lt"/>
                <a:ea typeface="+mn-lt"/>
                <a:cs typeface="+mn-lt"/>
              </a:defRPr>
            </a:lvl3pPr>
            <a:lvl4pPr marL="0" indent="0" algn="ctr">
              <a:lnSpc>
                <a:spcPct val="110000"/>
              </a:lnSpc>
              <a:spcBef>
                <a:spcPts val="0"/>
              </a:spcBef>
              <a:spcAft>
                <a:spcPts val="0"/>
              </a:spcAft>
              <a:buNone/>
              <a:defRPr sz="2363" b="0">
                <a:solidFill>
                  <a:schemeClr val="tx1"/>
                </a:solidFill>
                <a:latin typeface="+mn-lt"/>
                <a:ea typeface="+mn-lt"/>
                <a:cs typeface="+mn-lt"/>
              </a:defRPr>
            </a:lvl4pPr>
            <a:lvl5pPr marL="0" indent="0" algn="ctr">
              <a:lnSpc>
                <a:spcPct val="110000"/>
              </a:lnSpc>
              <a:spcBef>
                <a:spcPts val="0"/>
              </a:spcBef>
              <a:spcAft>
                <a:spcPts val="0"/>
              </a:spcAft>
              <a:buNone/>
              <a:defRPr sz="2363" b="0">
                <a:solidFill>
                  <a:schemeClr val="tx1"/>
                </a:solidFill>
                <a:latin typeface="+mn-lt"/>
                <a:ea typeface="+mn-lt"/>
                <a:cs typeface="+mn-lt"/>
              </a:defRPr>
            </a:lvl5pPr>
            <a:lvl6pPr marL="0" indent="0" algn="ctr">
              <a:lnSpc>
                <a:spcPct val="110000"/>
              </a:lnSpc>
              <a:spcBef>
                <a:spcPts val="0"/>
              </a:spcBef>
              <a:spcAft>
                <a:spcPts val="0"/>
              </a:spcAft>
              <a:buNone/>
              <a:defRPr sz="2363" b="0">
                <a:solidFill>
                  <a:schemeClr val="tx1"/>
                </a:solidFill>
                <a:latin typeface="+mn-lt"/>
                <a:ea typeface="+mn-lt"/>
                <a:cs typeface="+mn-lt"/>
              </a:defRPr>
            </a:lvl6pPr>
            <a:lvl7pPr marL="0" indent="0" algn="ctr">
              <a:lnSpc>
                <a:spcPct val="110000"/>
              </a:lnSpc>
              <a:spcBef>
                <a:spcPts val="0"/>
              </a:spcBef>
              <a:spcAft>
                <a:spcPts val="0"/>
              </a:spcAft>
              <a:buNone/>
              <a:defRPr sz="2363" b="0">
                <a:solidFill>
                  <a:schemeClr val="tx1"/>
                </a:solidFill>
                <a:latin typeface="+mn-lt"/>
                <a:ea typeface="+mn-lt"/>
                <a:cs typeface="+mn-lt"/>
              </a:defRPr>
            </a:lvl7pPr>
            <a:lvl8pPr marL="0" indent="0" algn="ctr">
              <a:lnSpc>
                <a:spcPct val="110000"/>
              </a:lnSpc>
              <a:spcBef>
                <a:spcPts val="0"/>
              </a:spcBef>
              <a:spcAft>
                <a:spcPts val="0"/>
              </a:spcAft>
              <a:buNone/>
              <a:defRPr sz="2363" b="0">
                <a:solidFill>
                  <a:schemeClr val="tx1"/>
                </a:solidFill>
                <a:latin typeface="+mn-lt"/>
                <a:ea typeface="+mn-lt"/>
                <a:cs typeface="+mn-lt"/>
              </a:defRPr>
            </a:lvl8pPr>
            <a:lvl9pPr marL="0" indent="0" algn="ctr">
              <a:lnSpc>
                <a:spcPct val="110000"/>
              </a:lnSpc>
              <a:spcBef>
                <a:spcPts val="0"/>
              </a:spcBef>
              <a:spcAft>
                <a:spcPts val="0"/>
              </a:spcAft>
              <a:buNone/>
              <a:defRPr sz="236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99F1EE-6348-4BDD-84CA-2C318A410EC7}"/>
              </a:ext>
            </a:extLst>
          </p:cNvPr>
          <p:cNvSpPr>
            <a:spLocks xmlns:a="http://schemas.openxmlformats.org/drawingml/2006/main" noGrp="1"/>
          </p:cNvSpPr>
          <p:nvPr>
            <p:ph type="title" idx="0"/>
          </p:nvPr>
        </p:nvSpPr>
        <p:spPr>
          <a:xfrm xmlns:a="http://schemas.openxmlformats.org/drawingml/2006/main">
            <a:off x="1371600" y="3214688"/>
            <a:ext cx="10972800" cy="1285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5" b="1">
                <a:solidFill>
                  <a:schemeClr val="tx1"/>
                </a:solidFill>
                <a:latin typeface="+mj-lt"/>
                <a:ea typeface="+mj-lt"/>
                <a:cs typeface="+mj-lt"/>
              </a:defRPr>
            </a:defPPr>
            <a:lvl1pPr marL="0" indent="0" algn="ctr">
              <a:lnSpc>
                <a:spcPct val="110000"/>
              </a:lnSpc>
              <a:spcBef>
                <a:spcPts val="0"/>
              </a:spcBef>
              <a:spcAft>
                <a:spcPts val="0"/>
              </a:spcAft>
              <a:buNone/>
              <a:defRPr sz="4725" b="1">
                <a:solidFill>
                  <a:schemeClr val="tx1"/>
                </a:solidFill>
                <a:latin typeface="+mj-lt"/>
                <a:ea typeface="+mj-lt"/>
                <a:cs typeface="+mj-lt"/>
              </a:defRPr>
            </a:lvl1pPr>
            <a:lvl2pPr marL="0" indent="0" algn="ctr">
              <a:lnSpc>
                <a:spcPct val="110000"/>
              </a:lnSpc>
              <a:spcBef>
                <a:spcPts val="0"/>
              </a:spcBef>
              <a:spcAft>
                <a:spcPts val="0"/>
              </a:spcAft>
              <a:buNone/>
              <a:defRPr sz="4725" b="1">
                <a:solidFill>
                  <a:schemeClr val="tx1"/>
                </a:solidFill>
                <a:latin typeface="+mj-lt"/>
                <a:ea typeface="+mj-lt"/>
                <a:cs typeface="+mj-lt"/>
              </a:defRPr>
            </a:lvl2pPr>
            <a:lvl3pPr marL="0" indent="0" algn="ctr">
              <a:lnSpc>
                <a:spcPct val="110000"/>
              </a:lnSpc>
              <a:spcBef>
                <a:spcPts val="0"/>
              </a:spcBef>
              <a:spcAft>
                <a:spcPts val="0"/>
              </a:spcAft>
              <a:buNone/>
              <a:defRPr sz="4725" b="1">
                <a:solidFill>
                  <a:schemeClr val="tx1"/>
                </a:solidFill>
                <a:latin typeface="+mj-lt"/>
                <a:ea typeface="+mj-lt"/>
                <a:cs typeface="+mj-lt"/>
              </a:defRPr>
            </a:lvl3pPr>
            <a:lvl4pPr marL="0" indent="0" algn="ctr">
              <a:lnSpc>
                <a:spcPct val="110000"/>
              </a:lnSpc>
              <a:spcBef>
                <a:spcPts val="0"/>
              </a:spcBef>
              <a:spcAft>
                <a:spcPts val="0"/>
              </a:spcAft>
              <a:buNone/>
              <a:defRPr sz="4725" b="1">
                <a:solidFill>
                  <a:schemeClr val="tx1"/>
                </a:solidFill>
                <a:latin typeface="+mj-lt"/>
                <a:ea typeface="+mj-lt"/>
                <a:cs typeface="+mj-lt"/>
              </a:defRPr>
            </a:lvl4pPr>
            <a:lvl5pPr marL="0" indent="0" algn="ctr">
              <a:lnSpc>
                <a:spcPct val="110000"/>
              </a:lnSpc>
              <a:spcBef>
                <a:spcPts val="0"/>
              </a:spcBef>
              <a:spcAft>
                <a:spcPts val="0"/>
              </a:spcAft>
              <a:buNone/>
              <a:defRPr sz="4725" b="1">
                <a:solidFill>
                  <a:schemeClr val="tx1"/>
                </a:solidFill>
                <a:latin typeface="+mj-lt"/>
                <a:ea typeface="+mj-lt"/>
                <a:cs typeface="+mj-lt"/>
              </a:defRPr>
            </a:lvl5pPr>
            <a:lvl6pPr marL="0" indent="0" algn="ctr">
              <a:lnSpc>
                <a:spcPct val="110000"/>
              </a:lnSpc>
              <a:spcBef>
                <a:spcPts val="0"/>
              </a:spcBef>
              <a:spcAft>
                <a:spcPts val="0"/>
              </a:spcAft>
              <a:buNone/>
              <a:defRPr sz="4725" b="1">
                <a:solidFill>
                  <a:schemeClr val="tx1"/>
                </a:solidFill>
                <a:latin typeface="+mj-lt"/>
                <a:ea typeface="+mj-lt"/>
                <a:cs typeface="+mj-lt"/>
              </a:defRPr>
            </a:lvl6pPr>
            <a:lvl7pPr marL="0" indent="0" algn="ctr">
              <a:lnSpc>
                <a:spcPct val="110000"/>
              </a:lnSpc>
              <a:spcBef>
                <a:spcPts val="0"/>
              </a:spcBef>
              <a:spcAft>
                <a:spcPts val="0"/>
              </a:spcAft>
              <a:buNone/>
              <a:defRPr sz="4725" b="1">
                <a:solidFill>
                  <a:schemeClr val="tx1"/>
                </a:solidFill>
                <a:latin typeface="+mj-lt"/>
                <a:ea typeface="+mj-lt"/>
                <a:cs typeface="+mj-lt"/>
              </a:defRPr>
            </a:lvl7pPr>
            <a:lvl8pPr marL="0" indent="0" algn="ctr">
              <a:lnSpc>
                <a:spcPct val="110000"/>
              </a:lnSpc>
              <a:spcBef>
                <a:spcPts val="0"/>
              </a:spcBef>
              <a:spcAft>
                <a:spcPts val="0"/>
              </a:spcAft>
              <a:buNone/>
              <a:defRPr sz="4725" b="1">
                <a:solidFill>
                  <a:schemeClr val="tx1"/>
                </a:solidFill>
                <a:latin typeface="+mj-lt"/>
                <a:ea typeface="+mj-lt"/>
                <a:cs typeface="+mj-lt"/>
              </a:defRPr>
            </a:lvl8pPr>
            <a:lvl9pPr marL="0" indent="0" algn="ctr">
              <a:lnSpc>
                <a:spcPct val="110000"/>
              </a:lnSpc>
              <a:spcBef>
                <a:spcPts val="0"/>
              </a:spcBef>
              <a:spcAft>
                <a:spcPts val="0"/>
              </a:spcAft>
              <a:buNone/>
              <a:defRPr sz="472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D04BAD-6001-4152-9200-BA675BCA31D6}"/>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D85356-0F45-4A21-BDB7-16E7597E6804}"/>
              </a:ext>
            </a:extLst>
          </p:cNvPr>
          <p:cNvSpPr>
            <a:spLocks xmlns:a="http://schemas.openxmlformats.org/drawingml/2006/main" noGrp="1"/>
          </p:cNvSpPr>
          <p:nvPr>
            <p:ph type="body" idx="1"/>
          </p:nvPr>
        </p:nvSpPr>
        <p:spPr>
          <a:xfrm xmlns:a="http://schemas.openxmlformats.org/drawingml/2006/main">
            <a:off x="771525" y="2143125"/>
            <a:ext cx="121729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5DBC00-CF94-4944-A00B-4CEBD35F929B}"/>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0618FB-4F41-4960-A041-55DF256C8E45}"/>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AF8B28-271E-42DB-BB99-85879AFC325A}"/>
              </a:ext>
            </a:extLst>
          </p:cNvPr>
          <p:cNvSpPr>
            <a:spLocks xmlns:a="http://schemas.openxmlformats.org/drawingml/2006/main" noGrp="1"/>
          </p:cNvSpPr>
          <p:nvPr>
            <p:ph type="body" idx="2"/>
          </p:nvPr>
        </p:nvSpPr>
        <p:spPr>
          <a:xfrm xmlns:a="http://schemas.openxmlformats.org/drawingml/2006/main">
            <a:off x="72866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D54735-EF51-490C-894D-BFC22F3BF04C}"/>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6CD09C-AFF1-4DE2-99D0-8AABA7F2DF25}"/>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05aa47227af44b2" /><Relationship Type="http://schemas.openxmlformats.org/officeDocument/2006/relationships/slideLayout" Target="/ppt/slideLayouts/slideLayout1.xml" Id="R61829666cd7b4097" /><Relationship Type="http://schemas.openxmlformats.org/officeDocument/2006/relationships/slideLayout" Target="/ppt/slideLayouts/slideLayout2.xml" Id="R0473463882d44990" /><Relationship Type="http://schemas.openxmlformats.org/officeDocument/2006/relationships/slideLayout" Target="/ppt/slideLayouts/slideLayout3.xml" Id="Rf1b49ab3688140f9" /><Relationship Type="http://schemas.openxmlformats.org/officeDocument/2006/relationships/slideLayout" Target="/ppt/slideLayouts/slideLayout4.xml" Id="R0e186d372bd84e28" /><Relationship Type="http://schemas.openxmlformats.org/officeDocument/2006/relationships/slideLayout" Target="/ppt/slideLayouts/slideLayout5.xml" Id="R2a9a586e4ef14fd3" /><Relationship Type="http://schemas.openxmlformats.org/officeDocument/2006/relationships/slideLayout" Target="/ppt/slideLayouts/slideLayout6.xml" Id="R56cda77296d74a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829666cd7b4097"/>
    <p:sldLayoutId xmlns:r="http://schemas.openxmlformats.org/officeDocument/2006/relationships" id="2147483650" r:id="R0473463882d44990"/>
    <p:sldLayoutId xmlns:r="http://schemas.openxmlformats.org/officeDocument/2006/relationships" id="2147483651" r:id="Rf1b49ab3688140f9"/>
    <p:sldLayoutId xmlns:r="http://schemas.openxmlformats.org/officeDocument/2006/relationships" id="2147483652" r:id="R0e186d372bd84e28"/>
    <p:sldLayoutId xmlns:r="http://schemas.openxmlformats.org/officeDocument/2006/relationships" id="2147483653" r:id="R2a9a586e4ef14fd3"/>
    <p:sldLayoutId xmlns:r="http://schemas.openxmlformats.org/officeDocument/2006/relationships" id="2147483654" r:id="R56cda77296d74a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3f9df70ec9427b" /><Relationship Type="http://schemas.openxmlformats.org/officeDocument/2006/relationships/notesSlide" Target="/ppt/notesSlides/notesSlide1.xml" Id="R409261c9272042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b26b85bf2d4e25" /><Relationship Type="http://schemas.openxmlformats.org/officeDocument/2006/relationships/notesSlide" Target="/ppt/notesSlides/notesSlide2.xml" Id="R3eeb368b9baf49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363daaca7ef44cc" /><Relationship Type="http://schemas.openxmlformats.org/officeDocument/2006/relationships/notesSlide" Target="/ppt/notesSlides/notesSlide3.xml" Id="R798d0875925046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3b8facb34147ba" /><Relationship Type="http://schemas.openxmlformats.org/officeDocument/2006/relationships/notesSlide" Target="/ppt/notesSlides/notesSlide4.xml" Id="R3e086861c6b6421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d45e5ffa18149a3" /><Relationship Type="http://schemas.openxmlformats.org/officeDocument/2006/relationships/notesSlide" Target="/ppt/notesSlides/notesSlide5.xml" Id="Rb8add4c211194f7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c4f5f027df247b6" /><Relationship Type="http://schemas.openxmlformats.org/officeDocument/2006/relationships/notesSlide" Target="/ppt/notesSlides/notesSlide6.xml" Id="R811b44a3ccfd4e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f9d12f0fee64794" /><Relationship Type="http://schemas.openxmlformats.org/officeDocument/2006/relationships/image" Target="/ppt/media/image.png" Id="R9519bb530e2949c8" /><Relationship Type="http://schemas.openxmlformats.org/officeDocument/2006/relationships/notesSlide" Target="/ppt/notesSlides/notesSlide7.xml" Id="R8fed2315c8484d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a00a3daeab44289" /><Relationship Type="http://schemas.openxmlformats.org/officeDocument/2006/relationships/notesSlide" Target="/ppt/notesSlides/notesSlide8.xml" Id="R0c9b3f6fc3724e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802fd49ce5d4e59" /><Relationship Type="http://schemas.openxmlformats.org/officeDocument/2006/relationships/notesSlide" Target="/ppt/notesSlides/notesSlide9.xml" Id="R64bc1cc99c0641b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53a3f85b0946ef" /><Relationship Type="http://schemas.openxmlformats.org/officeDocument/2006/relationships/image" Target="/ppt/media/image.jpeg" Id="R98591357e3684cb8" /><Relationship Type="http://schemas.openxmlformats.org/officeDocument/2006/relationships/image" Target="/ppt/media/image2.jpeg" Id="R2918e5118a9241c9" /><Relationship Type="http://schemas.openxmlformats.org/officeDocument/2006/relationships/notesSlide" Target="/ppt/notesSlides/notesSlide10.xml" Id="R338cedbdd09749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2582f0b4f134ee3" /><Relationship Type="http://schemas.openxmlformats.org/officeDocument/2006/relationships/image" Target="/ppt/media/image2.png" Id="R084037ebb5ea449f" /><Relationship Type="http://schemas.openxmlformats.org/officeDocument/2006/relationships/notesSlide" Target="/ppt/notesSlides/notesSlide11.xml" Id="Ra721f190519e4ec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b2880c5db5146dd" /><Relationship Type="http://schemas.openxmlformats.org/officeDocument/2006/relationships/image" Target="/ppt/media/image3.png" Id="R50cd8be5b0de4280" /><Relationship Type="http://schemas.openxmlformats.org/officeDocument/2006/relationships/image" Target="/ppt/media/image4.png" Id="R1bff9dcb94134519" /><Relationship Type="http://schemas.openxmlformats.org/officeDocument/2006/relationships/notesSlide" Target="/ppt/notesSlides/notesSlide12.xml" Id="Racff7a720a974c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a2a1f698e674197" /><Relationship Type="http://schemas.openxmlformats.org/officeDocument/2006/relationships/notesSlide" Target="/ppt/notesSlides/notesSlide13.xml" Id="R1938c1e78dad47c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b14b7a3847f469a" /><Relationship Type="http://schemas.openxmlformats.org/officeDocument/2006/relationships/notesSlide" Target="/ppt/notesSlides/notesSlide14.xml" Id="Rfdcbfa7a81f241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f2bdccc3d30432a" /><Relationship Type="http://schemas.openxmlformats.org/officeDocument/2006/relationships/chart" Target="/ppt/slides/charts/chart1.xml" Id="Rbdcd56f1a7774fb7" /><Relationship Type="http://schemas.openxmlformats.org/officeDocument/2006/relationships/notesSlide" Target="/ppt/notesSlides/notesSlide15.xml" Id="R89082e7243c44ea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c6fae51f8da4932" /><Relationship Type="http://schemas.openxmlformats.org/officeDocument/2006/relationships/notesSlide" Target="/ppt/notesSlides/notesSlide16.xml" Id="Rfd030eda3f544a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b98b6aa89f14bfe" /><Relationship Type="http://schemas.openxmlformats.org/officeDocument/2006/relationships/image" Target="/ppt/media/image5.png" Id="R2fc31807ee584425" /><Relationship Type="http://schemas.openxmlformats.org/officeDocument/2006/relationships/image" Target="/ppt/media/image6.png" Id="Rf54f7bb76b37490d" /><Relationship Type="http://schemas.openxmlformats.org/officeDocument/2006/relationships/notesSlide" Target="/ppt/notesSlides/notesSlide17.xml" Id="Rafd26a9661e745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bd894fc253a4aeb" /><Relationship Type="http://schemas.openxmlformats.org/officeDocument/2006/relationships/notesSlide" Target="/ppt/notesSlides/notesSlide18.xml" Id="R45499809f67f4d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f0527c75762342e5" /><Relationship Type="http://schemas.openxmlformats.org/officeDocument/2006/relationships/notesSlide" Target="/ppt/notesSlides/notesSlide19.xml" Id="Rd90895b846c64bc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9cb5751cdae43a7" /><Relationship Type="http://schemas.openxmlformats.org/officeDocument/2006/relationships/hyperlink" Target="https://github.com/gayeon9-9/skala_ai_mini_project" TargetMode="External" Id="Re43d8db41c02443a" /><Relationship Type="http://schemas.openxmlformats.org/officeDocument/2006/relationships/notesSlide" Target="/ppt/notesSlides/notesSlide20.xml" Id="R3bd3497998264d4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정답 문서 포함률</c:v>
          </c:tx>
          <c:spPr>
            <a:solidFill xmlns:a="http://schemas.openxmlformats.org/drawingml/2006/main">
              <a:srgbClr val="3265D5"/>
            </a:solidFill>
          </c:spPr>
          <c:invertIfNegative val="0"/>
          <c:cat>
            <c:strRef>
              <c:f>'Chart Data'!$A$2:$A$3</c:f>
              <c:strCache>
                <c:ptCount val="2"/>
                <c:pt idx="0">
                  <c:v>기존 규칙</c:v>
                </c:pt>
                <c:pt idx="1">
                  <c:v>Ollama RAG</c:v>
                </c:pt>
              </c:strCache>
            </c:strRef>
          </c:cat>
          <c:val>
            <c:numRef>
              <c:f>'Chart Data'!$B$2:$B$3</c:f>
              <c:numCache>
                <c:formatCode>0%</c:formatCode>
                <c:ptCount val="2"/>
                <c:pt idx="0">
                  <c:v>0.25</c:v>
                </c:pt>
                <c:pt idx="1">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250" b="1">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11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2942"/>
                </a:solidFill>
                <a:latin typeface="Apple SD Gothic Neo"/>
                <a:ea typeface="Apple SD Gothic Neo"/>
                <a:cs typeface="Apple SD Gothic Neo"/>
              </a:defRPr>
            </a:pPr>
          </a:p>
        </c:txPr>
        <c:crossAx val="48672768"/>
      </c:catAx>
      <c:valAx>
        <c:axId val="48672768"/>
        <c:scaling>
          <c:orientation val="minMax"/>
          <c:max val="1.2"/>
          <c:min val="0"/>
        </c:scaling>
        <c:delete val="0"/>
        <c:axPos val="l"/>
        <c:majorGridlines>
          <c:spPr>
            <a:ln xmlns:a="http://schemas.openxmlformats.org/drawingml/2006/main" w="9525">
              <a:solidFill>
                <a:srgbClr val="D5DDEA"/>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ple SD Gothic Neo"/>
                <a:ea typeface="Apple SD Gothic Neo"/>
                <a:cs typeface="Apple SD Gothic Neo"/>
              </a:defRPr>
            </a:pPr>
          </a:p>
        </c:txPr>
        <c:crossAx val="48650112"/>
        <c:crossBetween val="between"/>
        <c:majorUnit val="0.25"/>
      </c:valAx>
    </c:plotArea>
    <c:plotVisOnly val="1"/>
  </c:chart>
  <c:spPr>
    <a:solidFill xmlns:a="http://schemas.openxmlformats.org/drawingml/2006/main">
      <a:srgbClr val="F7F9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3A372A1-BAC5-4C55-8335-00877884B7A5}"/>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80FE70D1-09F4-48FC-A1C2-638441E62C07}"/>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r>
              <a:t/>
            </a:r>
          </a:p>
        </p:txBody>
      </p:sp>
      <p:sp>
        <p:nvSpPr>
          <p:cNvPr id="3" name="">
            <a:extLst xmlns:a="http://schemas.openxmlformats.org/drawingml/2006/main">
              <a:ext uri="{FF2B5EF4-FFF2-40B4-BE49-F238E27FC236}">
                <a16:creationId xmlns:a16="http://schemas.microsoft.com/office/drawing/2014/main" id="{AAA2EAB0-CDE4-4596-8C3B-530FC429AB13}"/>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4" name="">
            <a:extLst xmlns:a="http://schemas.openxmlformats.org/drawingml/2006/main">
              <a:ext uri="{FF2B5EF4-FFF2-40B4-BE49-F238E27FC236}">
                <a16:creationId xmlns:a16="http://schemas.microsoft.com/office/drawing/2014/main" id="{1DFC051C-DE1F-4CF7-961F-640D42EC207F}"/>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01</a:t>
            </a:r>
          </a:p>
        </p:txBody>
      </p:sp>
      <p:sp>
        <p:nvSpPr>
          <p:cNvPr id="5" name="">
            <a:extLst xmlns:a="http://schemas.openxmlformats.org/drawingml/2006/main">
              <a:ext uri="{FF2B5EF4-FFF2-40B4-BE49-F238E27FC236}">
                <a16:creationId xmlns:a16="http://schemas.microsoft.com/office/drawing/2014/main" id="{75CBA06E-069B-41DF-ABED-D16EC7BBA681}"/>
              </a:ext>
            </a:extLst>
          </p:cNvPr>
          <p:cNvSpPr>
            <a:spLocks xmlns:a="http://schemas.openxmlformats.org/drawingml/2006/main" noGrp="1"/>
          </p:cNvSpPr>
          <p:nvPr/>
        </p:nvSpPr>
        <p:spPr>
          <a:xfrm xmlns:a="http://schemas.openxmlformats.org/drawingml/2006/main">
            <a:off x="714375" y="1390650"/>
            <a:ext cx="1181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265D5"/>
                </a:solidFill>
                <a:latin typeface="Apple SD Gothic Neo"/>
                <a:ea typeface="Apple SD Gothic Neo"/>
                <a:cs typeface="Apple SD Gothic Neo"/>
              </a:defRPr>
            </a:defPPr>
            <a:lvl1pPr>
              <a:defRPr sz="2100" b="1">
                <a:solidFill>
                  <a:srgbClr val="3265D5"/>
                </a:solidFill>
                <a:latin typeface="Apple SD Gothic Neo"/>
                <a:ea typeface="Apple SD Gothic Neo"/>
                <a:cs typeface="Apple SD Gothic Neo"/>
              </a:defRPr>
            </a:lvl1pPr>
            <a:lvl2pPr>
              <a:defRPr sz="2100" b="1">
                <a:solidFill>
                  <a:srgbClr val="3265D5"/>
                </a:solidFill>
                <a:latin typeface="Apple SD Gothic Neo"/>
                <a:ea typeface="Apple SD Gothic Neo"/>
                <a:cs typeface="Apple SD Gothic Neo"/>
              </a:defRPr>
            </a:lvl2pPr>
            <a:lvl3pPr>
              <a:defRPr sz="2100" b="1">
                <a:solidFill>
                  <a:srgbClr val="3265D5"/>
                </a:solidFill>
                <a:latin typeface="Apple SD Gothic Neo"/>
                <a:ea typeface="Apple SD Gothic Neo"/>
                <a:cs typeface="Apple SD Gothic Neo"/>
              </a:defRPr>
            </a:lvl3pPr>
            <a:lvl4pPr>
              <a:defRPr sz="2100" b="1">
                <a:solidFill>
                  <a:srgbClr val="3265D5"/>
                </a:solidFill>
                <a:latin typeface="Apple SD Gothic Neo"/>
                <a:ea typeface="Apple SD Gothic Neo"/>
                <a:cs typeface="Apple SD Gothic Neo"/>
              </a:defRPr>
            </a:lvl4pPr>
            <a:lvl5pPr>
              <a:defRPr sz="2100" b="1">
                <a:solidFill>
                  <a:srgbClr val="3265D5"/>
                </a:solidFill>
                <a:latin typeface="Apple SD Gothic Neo"/>
                <a:ea typeface="Apple SD Gothic Neo"/>
                <a:cs typeface="Apple SD Gothic Neo"/>
              </a:defRPr>
            </a:lvl5pPr>
            <a:lvl6pPr>
              <a:defRPr sz="2100" b="1">
                <a:solidFill>
                  <a:srgbClr val="3265D5"/>
                </a:solidFill>
                <a:latin typeface="Apple SD Gothic Neo"/>
                <a:ea typeface="Apple SD Gothic Neo"/>
                <a:cs typeface="Apple SD Gothic Neo"/>
              </a:defRPr>
            </a:lvl6pPr>
            <a:lvl7pPr>
              <a:defRPr sz="2100" b="1">
                <a:solidFill>
                  <a:srgbClr val="3265D5"/>
                </a:solidFill>
                <a:latin typeface="Apple SD Gothic Neo"/>
                <a:ea typeface="Apple SD Gothic Neo"/>
                <a:cs typeface="Apple SD Gothic Neo"/>
              </a:defRPr>
            </a:lvl7pPr>
            <a:lvl8pPr>
              <a:defRPr sz="2100" b="1">
                <a:solidFill>
                  <a:srgbClr val="3265D5"/>
                </a:solidFill>
                <a:latin typeface="Apple SD Gothic Neo"/>
                <a:ea typeface="Apple SD Gothic Neo"/>
                <a:cs typeface="Apple SD Gothic Neo"/>
              </a:defRPr>
            </a:lvl8pPr>
            <a:lvl9pPr>
              <a:defRPr sz="2100" b="1">
                <a:solidFill>
                  <a:srgbClr val="3265D5"/>
                </a:solidFill>
                <a:latin typeface="Apple SD Gothic Neo"/>
                <a:ea typeface="Apple SD Gothic Neo"/>
                <a:cs typeface="Apple SD Gothic Neo"/>
              </a:defRPr>
            </a:lvl9pPr>
          </a:lstStyle>
          <a:p xmlns:a="http://schemas.openxmlformats.org/drawingml/2006/main">
            <a:pPr>
              <a:defRPr sz="2100" b="1">
                <a:solidFill>
                  <a:srgbClr val="3265D5"/>
                </a:solidFill>
                <a:latin typeface="Apple SD Gothic Neo"/>
                <a:ea typeface="Apple SD Gothic Neo"/>
                <a:cs typeface="Apple SD Gothic Neo"/>
              </a:defRPr>
            </a:pPr>
            <a:r>
              <a:rPr sz="2100" b="1">
                <a:solidFill>
                  <a:srgbClr val="3265D5"/>
                </a:solidFill>
                <a:latin typeface="Apple SD Gothic Neo"/>
                <a:ea typeface="Apple SD Gothic Neo"/>
                <a:cs typeface="Apple SD Gothic Neo"/>
              </a:rPr>
              <a:t>Base AI Agent 기능 개선 · 과제 1</a:t>
            </a:r>
          </a:p>
        </p:txBody>
      </p:sp>
      <p:sp>
        <p:nvSpPr>
          <p:cNvPr id="6" name="">
            <a:extLst xmlns:a="http://schemas.openxmlformats.org/drawingml/2006/main">
              <a:ext uri="{FF2B5EF4-FFF2-40B4-BE49-F238E27FC236}">
                <a16:creationId xmlns:a16="http://schemas.microsoft.com/office/drawing/2014/main" id="{784375B7-EE73-4D84-A3B4-0B017A3BA39A}"/>
              </a:ext>
            </a:extLst>
          </p:cNvPr>
          <p:cNvSpPr>
            <a:spLocks xmlns:a="http://schemas.openxmlformats.org/drawingml/2006/main" noGrp="1"/>
          </p:cNvSpPr>
          <p:nvPr/>
        </p:nvSpPr>
        <p:spPr>
          <a:xfrm xmlns:a="http://schemas.openxmlformats.org/drawingml/2006/main">
            <a:off x="685800" y="2305050"/>
            <a:ext cx="11906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400" b="1">
                <a:solidFill>
                  <a:srgbClr val="182942"/>
                </a:solidFill>
                <a:latin typeface="Apple SD Gothic Neo"/>
                <a:ea typeface="Apple SD Gothic Neo"/>
                <a:cs typeface="Apple SD Gothic Neo"/>
              </a:defRPr>
            </a:defPPr>
            <a:lvl1pPr>
              <a:defRPr sz="5400" b="1">
                <a:solidFill>
                  <a:srgbClr val="182942"/>
                </a:solidFill>
                <a:latin typeface="Apple SD Gothic Neo"/>
                <a:ea typeface="Apple SD Gothic Neo"/>
                <a:cs typeface="Apple SD Gothic Neo"/>
              </a:defRPr>
            </a:lvl1pPr>
            <a:lvl2pPr>
              <a:defRPr sz="5400" b="1">
                <a:solidFill>
                  <a:srgbClr val="182942"/>
                </a:solidFill>
                <a:latin typeface="Apple SD Gothic Neo"/>
                <a:ea typeface="Apple SD Gothic Neo"/>
                <a:cs typeface="Apple SD Gothic Neo"/>
              </a:defRPr>
            </a:lvl2pPr>
            <a:lvl3pPr>
              <a:defRPr sz="5400" b="1">
                <a:solidFill>
                  <a:srgbClr val="182942"/>
                </a:solidFill>
                <a:latin typeface="Apple SD Gothic Neo"/>
                <a:ea typeface="Apple SD Gothic Neo"/>
                <a:cs typeface="Apple SD Gothic Neo"/>
              </a:defRPr>
            </a:lvl3pPr>
            <a:lvl4pPr>
              <a:defRPr sz="5400" b="1">
                <a:solidFill>
                  <a:srgbClr val="182942"/>
                </a:solidFill>
                <a:latin typeface="Apple SD Gothic Neo"/>
                <a:ea typeface="Apple SD Gothic Neo"/>
                <a:cs typeface="Apple SD Gothic Neo"/>
              </a:defRPr>
            </a:lvl4pPr>
            <a:lvl5pPr>
              <a:defRPr sz="5400" b="1">
                <a:solidFill>
                  <a:srgbClr val="182942"/>
                </a:solidFill>
                <a:latin typeface="Apple SD Gothic Neo"/>
                <a:ea typeface="Apple SD Gothic Neo"/>
                <a:cs typeface="Apple SD Gothic Neo"/>
              </a:defRPr>
            </a:lvl5pPr>
            <a:lvl6pPr>
              <a:defRPr sz="5400" b="1">
                <a:solidFill>
                  <a:srgbClr val="182942"/>
                </a:solidFill>
                <a:latin typeface="Apple SD Gothic Neo"/>
                <a:ea typeface="Apple SD Gothic Neo"/>
                <a:cs typeface="Apple SD Gothic Neo"/>
              </a:defRPr>
            </a:lvl6pPr>
            <a:lvl7pPr>
              <a:defRPr sz="5400" b="1">
                <a:solidFill>
                  <a:srgbClr val="182942"/>
                </a:solidFill>
                <a:latin typeface="Apple SD Gothic Neo"/>
                <a:ea typeface="Apple SD Gothic Neo"/>
                <a:cs typeface="Apple SD Gothic Neo"/>
              </a:defRPr>
            </a:lvl7pPr>
            <a:lvl8pPr>
              <a:defRPr sz="5400" b="1">
                <a:solidFill>
                  <a:srgbClr val="182942"/>
                </a:solidFill>
                <a:latin typeface="Apple SD Gothic Neo"/>
                <a:ea typeface="Apple SD Gothic Neo"/>
                <a:cs typeface="Apple SD Gothic Neo"/>
              </a:defRPr>
            </a:lvl8pPr>
            <a:lvl9pPr>
              <a:defRPr sz="5400" b="1">
                <a:solidFill>
                  <a:srgbClr val="182942"/>
                </a:solidFill>
                <a:latin typeface="Apple SD Gothic Neo"/>
                <a:ea typeface="Apple SD Gothic Neo"/>
                <a:cs typeface="Apple SD Gothic Neo"/>
              </a:defRPr>
            </a:lvl9pPr>
          </a:lstStyle>
          <a:p xmlns:a="http://schemas.openxmlformats.org/drawingml/2006/main">
            <a:pPr>
              <a:defRPr sz="5400" b="1">
                <a:solidFill>
                  <a:srgbClr val="182942"/>
                </a:solidFill>
                <a:latin typeface="Apple SD Gothic Neo"/>
                <a:ea typeface="Apple SD Gothic Neo"/>
                <a:cs typeface="Apple SD Gothic Neo"/>
              </a:defRPr>
            </a:pPr>
            <a:r>
              <a:rPr sz="5400" b="1">
                <a:solidFill>
                  <a:srgbClr val="182942"/>
                </a:solidFill>
                <a:latin typeface="Apple SD Gothic Neo"/>
                <a:ea typeface="Apple SD Gothic Neo"/>
                <a:cs typeface="Apple SD Gothic Neo"/>
              </a:rPr>
              <a:t>AI 헬프데스크</a:t>
            </a:r>
          </a:p>
          <a:p xmlns:a="http://schemas.openxmlformats.org/drawingml/2006/main">
            <a:pPr>
              <a:defRPr sz="5400" b="1">
                <a:solidFill>
                  <a:srgbClr val="182942"/>
                </a:solidFill>
                <a:latin typeface="Apple SD Gothic Neo"/>
                <a:ea typeface="Apple SD Gothic Neo"/>
                <a:cs typeface="Apple SD Gothic Neo"/>
              </a:defRPr>
            </a:pPr>
            <a:r>
              <a:rPr sz="5400" b="1">
                <a:solidFill>
                  <a:srgbClr val="182942"/>
                </a:solidFill>
                <a:latin typeface="Apple SD Gothic Neo"/>
                <a:ea typeface="Apple SD Gothic Neo"/>
                <a:cs typeface="Apple SD Gothic Neo"/>
              </a:rPr>
              <a:t>고도화 결과 보고</a:t>
            </a:r>
          </a:p>
        </p:txBody>
      </p:sp>
      <p:sp>
        <p:nvSpPr>
          <p:cNvPr id="7" name="">
            <a:extLst xmlns:a="http://schemas.openxmlformats.org/drawingml/2006/main">
              <a:ext uri="{FF2B5EF4-FFF2-40B4-BE49-F238E27FC236}">
                <a16:creationId xmlns:a16="http://schemas.microsoft.com/office/drawing/2014/main" id="{9FB07B31-9E24-49A1-A482-D4B6D1FE070D}"/>
              </a:ext>
            </a:extLst>
          </p:cNvPr>
          <p:cNvSpPr>
            <a:spLocks xmlns:a="http://schemas.openxmlformats.org/drawingml/2006/main" noGrp="1"/>
          </p:cNvSpPr>
          <p:nvPr/>
        </p:nvSpPr>
        <p:spPr>
          <a:xfrm xmlns:a="http://schemas.openxmlformats.org/drawingml/2006/main">
            <a:off x="723900" y="4695825"/>
            <a:ext cx="11811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5B687A"/>
                </a:solidFill>
                <a:latin typeface="Apple SD Gothic Neo"/>
                <a:ea typeface="Apple SD Gothic Neo"/>
                <a:cs typeface="Apple SD Gothic Neo"/>
              </a:defRPr>
            </a:defPPr>
            <a:lvl1pPr>
              <a:defRPr sz="2325" b="0">
                <a:solidFill>
                  <a:srgbClr val="5B687A"/>
                </a:solidFill>
                <a:latin typeface="Apple SD Gothic Neo"/>
                <a:ea typeface="Apple SD Gothic Neo"/>
                <a:cs typeface="Apple SD Gothic Neo"/>
              </a:defRPr>
            </a:lvl1pPr>
            <a:lvl2pPr>
              <a:defRPr sz="2325" b="0">
                <a:solidFill>
                  <a:srgbClr val="5B687A"/>
                </a:solidFill>
                <a:latin typeface="Apple SD Gothic Neo"/>
                <a:ea typeface="Apple SD Gothic Neo"/>
                <a:cs typeface="Apple SD Gothic Neo"/>
              </a:defRPr>
            </a:lvl2pPr>
            <a:lvl3pPr>
              <a:defRPr sz="2325" b="0">
                <a:solidFill>
                  <a:srgbClr val="5B687A"/>
                </a:solidFill>
                <a:latin typeface="Apple SD Gothic Neo"/>
                <a:ea typeface="Apple SD Gothic Neo"/>
                <a:cs typeface="Apple SD Gothic Neo"/>
              </a:defRPr>
            </a:lvl3pPr>
            <a:lvl4pPr>
              <a:defRPr sz="2325" b="0">
                <a:solidFill>
                  <a:srgbClr val="5B687A"/>
                </a:solidFill>
                <a:latin typeface="Apple SD Gothic Neo"/>
                <a:ea typeface="Apple SD Gothic Neo"/>
                <a:cs typeface="Apple SD Gothic Neo"/>
              </a:defRPr>
            </a:lvl4pPr>
            <a:lvl5pPr>
              <a:defRPr sz="2325" b="0">
                <a:solidFill>
                  <a:srgbClr val="5B687A"/>
                </a:solidFill>
                <a:latin typeface="Apple SD Gothic Neo"/>
                <a:ea typeface="Apple SD Gothic Neo"/>
                <a:cs typeface="Apple SD Gothic Neo"/>
              </a:defRPr>
            </a:lvl5pPr>
            <a:lvl6pPr>
              <a:defRPr sz="2325" b="0">
                <a:solidFill>
                  <a:srgbClr val="5B687A"/>
                </a:solidFill>
                <a:latin typeface="Apple SD Gothic Neo"/>
                <a:ea typeface="Apple SD Gothic Neo"/>
                <a:cs typeface="Apple SD Gothic Neo"/>
              </a:defRPr>
            </a:lvl6pPr>
            <a:lvl7pPr>
              <a:defRPr sz="2325" b="0">
                <a:solidFill>
                  <a:srgbClr val="5B687A"/>
                </a:solidFill>
                <a:latin typeface="Apple SD Gothic Neo"/>
                <a:ea typeface="Apple SD Gothic Neo"/>
                <a:cs typeface="Apple SD Gothic Neo"/>
              </a:defRPr>
            </a:lvl7pPr>
            <a:lvl8pPr>
              <a:defRPr sz="2325" b="0">
                <a:solidFill>
                  <a:srgbClr val="5B687A"/>
                </a:solidFill>
                <a:latin typeface="Apple SD Gothic Neo"/>
                <a:ea typeface="Apple SD Gothic Neo"/>
                <a:cs typeface="Apple SD Gothic Neo"/>
              </a:defRPr>
            </a:lvl8pPr>
            <a:lvl9pPr>
              <a:defRPr sz="2325" b="0">
                <a:solidFill>
                  <a:srgbClr val="5B687A"/>
                </a:solidFill>
                <a:latin typeface="Apple SD Gothic Neo"/>
                <a:ea typeface="Apple SD Gothic Neo"/>
                <a:cs typeface="Apple SD Gothic Neo"/>
              </a:defRPr>
            </a:lvl9pPr>
          </a:lstStyle>
          <a:p xmlns:a="http://schemas.openxmlformats.org/drawingml/2006/main">
            <a:pPr>
              <a:defRPr sz="2325" b="0">
                <a:solidFill>
                  <a:srgbClr val="5B687A"/>
                </a:solidFill>
                <a:latin typeface="Apple SD Gothic Neo"/>
                <a:ea typeface="Apple SD Gothic Neo"/>
                <a:cs typeface="Apple SD Gothic Neo"/>
              </a:defRPr>
            </a:pPr>
            <a:r>
              <a:rPr sz="2325" b="0">
                <a:solidFill>
                  <a:srgbClr val="5B687A"/>
                </a:solidFill>
                <a:latin typeface="Apple SD Gothic Neo"/>
                <a:ea typeface="Apple SD Gothic Neo"/>
                <a:cs typeface="Apple SD Gothic Neo"/>
              </a:rPr>
              <a:t>자연어 문의 접수 · 문서 근거 검색 · 관리자 조회</a:t>
            </a:r>
          </a:p>
        </p:txBody>
      </p:sp>
      <p:sp>
        <p:nvSpPr>
          <p:cNvPr id="8" name="">
            <a:extLst xmlns:a="http://schemas.openxmlformats.org/drawingml/2006/main">
              <a:ext uri="{FF2B5EF4-FFF2-40B4-BE49-F238E27FC236}">
                <a16:creationId xmlns:a16="http://schemas.microsoft.com/office/drawing/2014/main" id="{F1CA9ACE-878B-4D99-A21E-982C275C9281}"/>
              </a:ext>
            </a:extLst>
          </p:cNvPr>
          <p:cNvSpPr>
            <a:spLocks xmlns:a="http://schemas.openxmlformats.org/drawingml/2006/main" noGrp="1"/>
          </p:cNvSpPr>
          <p:nvPr/>
        </p:nvSpPr>
        <p:spPr>
          <a:xfrm xmlns:a="http://schemas.openxmlformats.org/drawingml/2006/main">
            <a:off x="723900" y="5905500"/>
            <a:ext cx="904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3265D5"/>
                </a:solidFill>
                <a:latin typeface="Apple SD Gothic Neo"/>
                <a:ea typeface="Apple SD Gothic Neo"/>
                <a:cs typeface="Apple SD Gothic Neo"/>
              </a:defRPr>
            </a:defPPr>
            <a:lvl1pPr>
              <a:defRPr sz="2700" b="1">
                <a:solidFill>
                  <a:srgbClr val="3265D5"/>
                </a:solidFill>
                <a:latin typeface="Apple SD Gothic Neo"/>
                <a:ea typeface="Apple SD Gothic Neo"/>
                <a:cs typeface="Apple SD Gothic Neo"/>
              </a:defRPr>
            </a:lvl1pPr>
            <a:lvl2pPr>
              <a:defRPr sz="2700" b="1">
                <a:solidFill>
                  <a:srgbClr val="3265D5"/>
                </a:solidFill>
                <a:latin typeface="Apple SD Gothic Neo"/>
                <a:ea typeface="Apple SD Gothic Neo"/>
                <a:cs typeface="Apple SD Gothic Neo"/>
              </a:defRPr>
            </a:lvl2pPr>
            <a:lvl3pPr>
              <a:defRPr sz="2700" b="1">
                <a:solidFill>
                  <a:srgbClr val="3265D5"/>
                </a:solidFill>
                <a:latin typeface="Apple SD Gothic Neo"/>
                <a:ea typeface="Apple SD Gothic Neo"/>
                <a:cs typeface="Apple SD Gothic Neo"/>
              </a:defRPr>
            </a:lvl3pPr>
            <a:lvl4pPr>
              <a:defRPr sz="2700" b="1">
                <a:solidFill>
                  <a:srgbClr val="3265D5"/>
                </a:solidFill>
                <a:latin typeface="Apple SD Gothic Neo"/>
                <a:ea typeface="Apple SD Gothic Neo"/>
                <a:cs typeface="Apple SD Gothic Neo"/>
              </a:defRPr>
            </a:lvl4pPr>
            <a:lvl5pPr>
              <a:defRPr sz="2700" b="1">
                <a:solidFill>
                  <a:srgbClr val="3265D5"/>
                </a:solidFill>
                <a:latin typeface="Apple SD Gothic Neo"/>
                <a:ea typeface="Apple SD Gothic Neo"/>
                <a:cs typeface="Apple SD Gothic Neo"/>
              </a:defRPr>
            </a:lvl5pPr>
            <a:lvl6pPr>
              <a:defRPr sz="2700" b="1">
                <a:solidFill>
                  <a:srgbClr val="3265D5"/>
                </a:solidFill>
                <a:latin typeface="Apple SD Gothic Neo"/>
                <a:ea typeface="Apple SD Gothic Neo"/>
                <a:cs typeface="Apple SD Gothic Neo"/>
              </a:defRPr>
            </a:lvl6pPr>
            <a:lvl7pPr>
              <a:defRPr sz="2700" b="1">
                <a:solidFill>
                  <a:srgbClr val="3265D5"/>
                </a:solidFill>
                <a:latin typeface="Apple SD Gothic Neo"/>
                <a:ea typeface="Apple SD Gothic Neo"/>
                <a:cs typeface="Apple SD Gothic Neo"/>
              </a:defRPr>
            </a:lvl7pPr>
            <a:lvl8pPr>
              <a:defRPr sz="2700" b="1">
                <a:solidFill>
                  <a:srgbClr val="3265D5"/>
                </a:solidFill>
                <a:latin typeface="Apple SD Gothic Neo"/>
                <a:ea typeface="Apple SD Gothic Neo"/>
                <a:cs typeface="Apple SD Gothic Neo"/>
              </a:defRPr>
            </a:lvl8pPr>
            <a:lvl9pPr>
              <a:defRPr sz="2700" b="1">
                <a:solidFill>
                  <a:srgbClr val="3265D5"/>
                </a:solidFill>
                <a:latin typeface="Apple SD Gothic Neo"/>
                <a:ea typeface="Apple SD Gothic Neo"/>
                <a:cs typeface="Apple SD Gothic Neo"/>
              </a:defRPr>
            </a:lvl9pPr>
          </a:lstStyle>
          <a:p xmlns:a="http://schemas.openxmlformats.org/drawingml/2006/main">
            <a:pPr>
              <a:defRPr sz="2700" b="1">
                <a:solidFill>
                  <a:srgbClr val="3265D5"/>
                </a:solidFill>
                <a:latin typeface="Apple SD Gothic Neo"/>
                <a:ea typeface="Apple SD Gothic Neo"/>
                <a:cs typeface="Apple SD Gothic Neo"/>
              </a:defRPr>
            </a:pPr>
            <a:r>
              <a:rPr sz="2700" b="1">
                <a:solidFill>
                  <a:srgbClr val="3265D5"/>
                </a:solidFill>
                <a:latin typeface="Apple SD Gothic Neo"/>
                <a:ea typeface="Apple SD Gothic Neo"/>
                <a:cs typeface="Apple SD Gothic Neo"/>
              </a:rPr>
              <a:t>G081  성가연</a:t>
            </a:r>
          </a:p>
        </p:txBody>
      </p:sp>
      <p:sp>
        <p:nvSpPr>
          <p:cNvPr id="9" name="">
            <a:extLst xmlns:a="http://schemas.openxmlformats.org/drawingml/2006/main">
              <a:ext uri="{FF2B5EF4-FFF2-40B4-BE49-F238E27FC236}">
                <a16:creationId xmlns:a16="http://schemas.microsoft.com/office/drawing/2014/main" id="{6D01AF25-B9C5-40CC-A384-0EA2840C42C2}"/>
              </a:ext>
            </a:extLst>
          </p:cNvPr>
          <p:cNvSpPr>
            <a:spLocks xmlns:a="http://schemas.openxmlformats.org/drawingml/2006/main" noGrp="1"/>
          </p:cNvSpPr>
          <p:nvPr/>
        </p:nvSpPr>
        <p:spPr>
          <a:xfrm xmlns:a="http://schemas.openxmlformats.org/drawingml/2006/main">
            <a:off x="10287000" y="598170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5B687A"/>
                </a:solidFill>
                <a:latin typeface="Apple SD Gothic Neo"/>
                <a:ea typeface="Apple SD Gothic Neo"/>
                <a:cs typeface="Apple SD Gothic Neo"/>
              </a:defRPr>
            </a:defPPr>
            <a:lvl1pPr>
              <a:defRPr sz="1950" b="0">
                <a:solidFill>
                  <a:srgbClr val="5B687A"/>
                </a:solidFill>
                <a:latin typeface="Apple SD Gothic Neo"/>
                <a:ea typeface="Apple SD Gothic Neo"/>
                <a:cs typeface="Apple SD Gothic Neo"/>
              </a:defRPr>
            </a:lvl1pPr>
            <a:lvl2pPr>
              <a:defRPr sz="1950" b="0">
                <a:solidFill>
                  <a:srgbClr val="5B687A"/>
                </a:solidFill>
                <a:latin typeface="Apple SD Gothic Neo"/>
                <a:ea typeface="Apple SD Gothic Neo"/>
                <a:cs typeface="Apple SD Gothic Neo"/>
              </a:defRPr>
            </a:lvl2pPr>
            <a:lvl3pPr>
              <a:defRPr sz="1950" b="0">
                <a:solidFill>
                  <a:srgbClr val="5B687A"/>
                </a:solidFill>
                <a:latin typeface="Apple SD Gothic Neo"/>
                <a:ea typeface="Apple SD Gothic Neo"/>
                <a:cs typeface="Apple SD Gothic Neo"/>
              </a:defRPr>
            </a:lvl3pPr>
            <a:lvl4pPr>
              <a:defRPr sz="1950" b="0">
                <a:solidFill>
                  <a:srgbClr val="5B687A"/>
                </a:solidFill>
                <a:latin typeface="Apple SD Gothic Neo"/>
                <a:ea typeface="Apple SD Gothic Neo"/>
                <a:cs typeface="Apple SD Gothic Neo"/>
              </a:defRPr>
            </a:lvl4pPr>
            <a:lvl5pPr>
              <a:defRPr sz="1950" b="0">
                <a:solidFill>
                  <a:srgbClr val="5B687A"/>
                </a:solidFill>
                <a:latin typeface="Apple SD Gothic Neo"/>
                <a:ea typeface="Apple SD Gothic Neo"/>
                <a:cs typeface="Apple SD Gothic Neo"/>
              </a:defRPr>
            </a:lvl5pPr>
            <a:lvl6pPr>
              <a:defRPr sz="1950" b="0">
                <a:solidFill>
                  <a:srgbClr val="5B687A"/>
                </a:solidFill>
                <a:latin typeface="Apple SD Gothic Neo"/>
                <a:ea typeface="Apple SD Gothic Neo"/>
                <a:cs typeface="Apple SD Gothic Neo"/>
              </a:defRPr>
            </a:lvl6pPr>
            <a:lvl7pPr>
              <a:defRPr sz="1950" b="0">
                <a:solidFill>
                  <a:srgbClr val="5B687A"/>
                </a:solidFill>
                <a:latin typeface="Apple SD Gothic Neo"/>
                <a:ea typeface="Apple SD Gothic Neo"/>
                <a:cs typeface="Apple SD Gothic Neo"/>
              </a:defRPr>
            </a:lvl7pPr>
            <a:lvl8pPr>
              <a:defRPr sz="1950" b="0">
                <a:solidFill>
                  <a:srgbClr val="5B687A"/>
                </a:solidFill>
                <a:latin typeface="Apple SD Gothic Neo"/>
                <a:ea typeface="Apple SD Gothic Neo"/>
                <a:cs typeface="Apple SD Gothic Neo"/>
              </a:defRPr>
            </a:lvl8pPr>
            <a:lvl9pPr>
              <a:defRPr sz="1950" b="0">
                <a:solidFill>
                  <a:srgbClr val="5B687A"/>
                </a:solidFill>
                <a:latin typeface="Apple SD Gothic Neo"/>
                <a:ea typeface="Apple SD Gothic Neo"/>
                <a:cs typeface="Apple SD Gothic Neo"/>
              </a:defRPr>
            </a:lvl9pPr>
          </a:lstStyle>
          <a:p xmlns:a="http://schemas.openxmlformats.org/drawingml/2006/main">
            <a:pPr>
              <a:defRPr sz="1950" b="0">
                <a:solidFill>
                  <a:srgbClr val="5B687A"/>
                </a:solidFill>
                <a:latin typeface="Apple SD Gothic Neo"/>
                <a:ea typeface="Apple SD Gothic Neo"/>
                <a:cs typeface="Apple SD Gothic Neo"/>
              </a:defRPr>
            </a:pPr>
            <a:r>
              <a:rPr sz="1950" b="0">
                <a:solidFill>
                  <a:srgbClr val="5B687A"/>
                </a:solidFill>
                <a:latin typeface="Apple SD Gothic Neo"/>
                <a:ea typeface="Apple SD Gothic Neo"/>
                <a:cs typeface="Apple SD Gothic Neo"/>
              </a:rPr>
              <a:t>2026. 10. 21</a:t>
            </a:r>
          </a:p>
        </p:txBody>
      </p:sp>
    </p:spTree>
    <p:extLst>
      <p:ext uri="{BB962C8B-B14F-4D97-AF65-F5344CB8AC3E}">
        <p14:creationId xmlns:p14="http://schemas.microsoft.com/office/powerpoint/2010/main" val="599452485"/>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5C0272-C00A-4B1B-B687-0506CF985A58}"/>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61CF0CE8-FB51-45CC-B80B-920E9E905A4D}"/>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기존 서비스와 데이터</a:t>
            </a:r>
          </a:p>
        </p:txBody>
      </p:sp>
      <p:sp>
        <p:nvSpPr>
          <p:cNvPr id="3" name="">
            <a:extLst xmlns:a="http://schemas.openxmlformats.org/drawingml/2006/main">
              <a:ext uri="{FF2B5EF4-FFF2-40B4-BE49-F238E27FC236}">
                <a16:creationId xmlns:a16="http://schemas.microsoft.com/office/drawing/2014/main" id="{9ACCCEC7-31B1-425A-946C-174E45563550}"/>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Base AI Agent는 샘플 시스템을 점검하고 Runbook을 참고하는 실습용 에이전트였다</a:t>
            </a:r>
          </a:p>
        </p:txBody>
      </p:sp>
      <p:sp>
        <p:nvSpPr>
          <p:cNvPr id="4" name="">
            <a:extLst xmlns:a="http://schemas.openxmlformats.org/drawingml/2006/main">
              <a:ext uri="{FF2B5EF4-FFF2-40B4-BE49-F238E27FC236}">
                <a16:creationId xmlns:a16="http://schemas.microsoft.com/office/drawing/2014/main" id="{0586DD85-C7D6-40F4-BA7D-E99DC625E4CA}"/>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7D245663-E461-4539-9949-C8851A30BC9D}"/>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02</a:t>
            </a:r>
          </a:p>
        </p:txBody>
      </p:sp>
      <p:sp>
        <p:nvSpPr>
          <p:cNvPr id="6" name="">
            <a:extLst xmlns:a="http://schemas.openxmlformats.org/drawingml/2006/main">
              <a:ext uri="{FF2B5EF4-FFF2-40B4-BE49-F238E27FC236}">
                <a16:creationId xmlns:a16="http://schemas.microsoft.com/office/drawing/2014/main" id="{F7CDCB0E-5696-4176-8D1F-FF5E909F2819}"/>
              </a:ext>
            </a:extLst>
          </p:cNvPr>
          <p:cNvSpPr>
            <a:spLocks xmlns:a="http://schemas.openxmlformats.org/drawingml/2006/main" noGrp="1"/>
          </p:cNvSpPr>
          <p:nvPr/>
        </p:nvSpPr>
        <p:spPr>
          <a:xfrm xmlns:a="http://schemas.openxmlformats.org/drawingml/2006/main">
            <a:off x="685800" y="2238375"/>
            <a:ext cx="1190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265D5"/>
                </a:solidFill>
                <a:latin typeface="Apple SD Gothic Neo"/>
                <a:ea typeface="Apple SD Gothic Neo"/>
                <a:cs typeface="Apple SD Gothic Neo"/>
              </a:defRPr>
            </a:defPPr>
            <a:lvl1pPr>
              <a:defRPr sz="2325" b="1">
                <a:solidFill>
                  <a:srgbClr val="3265D5"/>
                </a:solidFill>
                <a:latin typeface="Apple SD Gothic Neo"/>
                <a:ea typeface="Apple SD Gothic Neo"/>
                <a:cs typeface="Apple SD Gothic Neo"/>
              </a:defRPr>
            </a:lvl1pPr>
            <a:lvl2pPr>
              <a:defRPr sz="2325" b="1">
                <a:solidFill>
                  <a:srgbClr val="3265D5"/>
                </a:solidFill>
                <a:latin typeface="Apple SD Gothic Neo"/>
                <a:ea typeface="Apple SD Gothic Neo"/>
                <a:cs typeface="Apple SD Gothic Neo"/>
              </a:defRPr>
            </a:lvl2pPr>
            <a:lvl3pPr>
              <a:defRPr sz="2325" b="1">
                <a:solidFill>
                  <a:srgbClr val="3265D5"/>
                </a:solidFill>
                <a:latin typeface="Apple SD Gothic Neo"/>
                <a:ea typeface="Apple SD Gothic Neo"/>
                <a:cs typeface="Apple SD Gothic Neo"/>
              </a:defRPr>
            </a:lvl3pPr>
            <a:lvl4pPr>
              <a:defRPr sz="2325" b="1">
                <a:solidFill>
                  <a:srgbClr val="3265D5"/>
                </a:solidFill>
                <a:latin typeface="Apple SD Gothic Neo"/>
                <a:ea typeface="Apple SD Gothic Neo"/>
                <a:cs typeface="Apple SD Gothic Neo"/>
              </a:defRPr>
            </a:lvl4pPr>
            <a:lvl5pPr>
              <a:defRPr sz="2325" b="1">
                <a:solidFill>
                  <a:srgbClr val="3265D5"/>
                </a:solidFill>
                <a:latin typeface="Apple SD Gothic Neo"/>
                <a:ea typeface="Apple SD Gothic Neo"/>
                <a:cs typeface="Apple SD Gothic Neo"/>
              </a:defRPr>
            </a:lvl5pPr>
            <a:lvl6pPr>
              <a:defRPr sz="2325" b="1">
                <a:solidFill>
                  <a:srgbClr val="3265D5"/>
                </a:solidFill>
                <a:latin typeface="Apple SD Gothic Neo"/>
                <a:ea typeface="Apple SD Gothic Neo"/>
                <a:cs typeface="Apple SD Gothic Neo"/>
              </a:defRPr>
            </a:lvl6pPr>
            <a:lvl7pPr>
              <a:defRPr sz="2325" b="1">
                <a:solidFill>
                  <a:srgbClr val="3265D5"/>
                </a:solidFill>
                <a:latin typeface="Apple SD Gothic Neo"/>
                <a:ea typeface="Apple SD Gothic Neo"/>
                <a:cs typeface="Apple SD Gothic Neo"/>
              </a:defRPr>
            </a:lvl7pPr>
            <a:lvl8pPr>
              <a:defRPr sz="2325" b="1">
                <a:solidFill>
                  <a:srgbClr val="3265D5"/>
                </a:solidFill>
                <a:latin typeface="Apple SD Gothic Neo"/>
                <a:ea typeface="Apple SD Gothic Neo"/>
                <a:cs typeface="Apple SD Gothic Neo"/>
              </a:defRPr>
            </a:lvl8pPr>
            <a:lvl9pPr>
              <a:defRPr sz="2325" b="1">
                <a:solidFill>
                  <a:srgbClr val="3265D5"/>
                </a:solidFill>
                <a:latin typeface="Apple SD Gothic Neo"/>
                <a:ea typeface="Apple SD Gothic Neo"/>
                <a:cs typeface="Apple SD Gothic Neo"/>
              </a:defRPr>
            </a:lvl9pPr>
          </a:lstStyle>
          <a:p xmlns:a="http://schemas.openxmlformats.org/drawingml/2006/main">
            <a:pPr>
              <a:defRPr sz="2325" b="1">
                <a:solidFill>
                  <a:srgbClr val="3265D5"/>
                </a:solidFill>
                <a:latin typeface="Apple SD Gothic Neo"/>
                <a:ea typeface="Apple SD Gothic Neo"/>
                <a:cs typeface="Apple SD Gothic Neo"/>
              </a:defRPr>
            </a:pPr>
            <a:r>
              <a:rPr sz="2325" b="1">
                <a:solidFill>
                  <a:srgbClr val="3265D5"/>
                </a:solidFill>
                <a:latin typeface="Apple SD Gothic Neo"/>
                <a:ea typeface="Apple SD Gothic Neo"/>
                <a:cs typeface="Apple SD Gothic Neo"/>
              </a:rPr>
              <a:t>요청 처리</a:t>
            </a:r>
          </a:p>
        </p:txBody>
      </p:sp>
      <p:sp>
        <p:nvSpPr>
          <p:cNvPr id="7" name="">
            <a:extLst xmlns:a="http://schemas.openxmlformats.org/drawingml/2006/main">
              <a:ext uri="{FF2B5EF4-FFF2-40B4-BE49-F238E27FC236}">
                <a16:creationId xmlns:a16="http://schemas.microsoft.com/office/drawing/2014/main" id="{AFD04C3E-29D6-4D6A-845D-9F35EC57C411}"/>
              </a:ext>
            </a:extLst>
          </p:cNvPr>
          <p:cNvSpPr>
            <a:spLocks xmlns:a="http://schemas.openxmlformats.org/drawingml/2006/main" noGrp="1"/>
          </p:cNvSpPr>
          <p:nvPr/>
        </p:nvSpPr>
        <p:spPr>
          <a:xfrm xmlns:a="http://schemas.openxmlformats.org/drawingml/2006/main">
            <a:off x="685800" y="2676525"/>
            <a:ext cx="1190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82942"/>
                </a:solidFill>
                <a:latin typeface="Apple SD Gothic Neo"/>
                <a:ea typeface="Apple SD Gothic Neo"/>
                <a:cs typeface="Apple SD Gothic Neo"/>
              </a:defRPr>
            </a:defPPr>
            <a:lvl1pPr>
              <a:defRPr sz="1950" b="0">
                <a:solidFill>
                  <a:srgbClr val="182942"/>
                </a:solidFill>
                <a:latin typeface="Apple SD Gothic Neo"/>
                <a:ea typeface="Apple SD Gothic Neo"/>
                <a:cs typeface="Apple SD Gothic Neo"/>
              </a:defRPr>
            </a:lvl1pPr>
            <a:lvl2pPr>
              <a:defRPr sz="1950" b="0">
                <a:solidFill>
                  <a:srgbClr val="182942"/>
                </a:solidFill>
                <a:latin typeface="Apple SD Gothic Neo"/>
                <a:ea typeface="Apple SD Gothic Neo"/>
                <a:cs typeface="Apple SD Gothic Neo"/>
              </a:defRPr>
            </a:lvl2pPr>
            <a:lvl3pPr>
              <a:defRPr sz="1950" b="0">
                <a:solidFill>
                  <a:srgbClr val="182942"/>
                </a:solidFill>
                <a:latin typeface="Apple SD Gothic Neo"/>
                <a:ea typeface="Apple SD Gothic Neo"/>
                <a:cs typeface="Apple SD Gothic Neo"/>
              </a:defRPr>
            </a:lvl3pPr>
            <a:lvl4pPr>
              <a:defRPr sz="1950" b="0">
                <a:solidFill>
                  <a:srgbClr val="182942"/>
                </a:solidFill>
                <a:latin typeface="Apple SD Gothic Neo"/>
                <a:ea typeface="Apple SD Gothic Neo"/>
                <a:cs typeface="Apple SD Gothic Neo"/>
              </a:defRPr>
            </a:lvl4pPr>
            <a:lvl5pPr>
              <a:defRPr sz="1950" b="0">
                <a:solidFill>
                  <a:srgbClr val="182942"/>
                </a:solidFill>
                <a:latin typeface="Apple SD Gothic Neo"/>
                <a:ea typeface="Apple SD Gothic Neo"/>
                <a:cs typeface="Apple SD Gothic Neo"/>
              </a:defRPr>
            </a:lvl5pPr>
            <a:lvl6pPr>
              <a:defRPr sz="1950" b="0">
                <a:solidFill>
                  <a:srgbClr val="182942"/>
                </a:solidFill>
                <a:latin typeface="Apple SD Gothic Neo"/>
                <a:ea typeface="Apple SD Gothic Neo"/>
                <a:cs typeface="Apple SD Gothic Neo"/>
              </a:defRPr>
            </a:lvl6pPr>
            <a:lvl7pPr>
              <a:defRPr sz="1950" b="0">
                <a:solidFill>
                  <a:srgbClr val="182942"/>
                </a:solidFill>
                <a:latin typeface="Apple SD Gothic Neo"/>
                <a:ea typeface="Apple SD Gothic Neo"/>
                <a:cs typeface="Apple SD Gothic Neo"/>
              </a:defRPr>
            </a:lvl7pPr>
            <a:lvl8pPr>
              <a:defRPr sz="1950" b="0">
                <a:solidFill>
                  <a:srgbClr val="182942"/>
                </a:solidFill>
                <a:latin typeface="Apple SD Gothic Neo"/>
                <a:ea typeface="Apple SD Gothic Neo"/>
                <a:cs typeface="Apple SD Gothic Neo"/>
              </a:defRPr>
            </a:lvl8pPr>
            <a:lvl9pPr>
              <a:defRPr sz="1950" b="0">
                <a:solidFill>
                  <a:srgbClr val="182942"/>
                </a:solidFill>
                <a:latin typeface="Apple SD Gothic Neo"/>
                <a:ea typeface="Apple SD Gothic Neo"/>
                <a:cs typeface="Apple SD Gothic Neo"/>
              </a:defRPr>
            </a:lvl9pPr>
          </a:lstStyle>
          <a:p xmlns:a="http://schemas.openxmlformats.org/drawingml/2006/main">
            <a:pPr>
              <a:defRPr sz="1950" b="0">
                <a:solidFill>
                  <a:srgbClr val="182942"/>
                </a:solidFill>
                <a:latin typeface="Apple SD Gothic Neo"/>
                <a:ea typeface="Apple SD Gothic Neo"/>
                <a:cs typeface="Apple SD Gothic Neo"/>
              </a:defRPr>
            </a:pPr>
            <a:r>
              <a:rPr sz="1950" b="0">
                <a:solidFill>
                  <a:srgbClr val="182942"/>
                </a:solidFill>
                <a:latin typeface="Apple SD Gothic Neo"/>
                <a:ea typeface="Apple SD Gothic Neo"/>
                <a:cs typeface="Apple SD Gothic Neo"/>
              </a:rPr>
              <a:t>Vue 채팅 → FastAPI → LangGraph의 계획·점검·답변 흐름</a:t>
            </a:r>
          </a:p>
        </p:txBody>
      </p:sp>
      <p:sp>
        <p:nvSpPr>
          <p:cNvPr id="8" name="">
            <a:extLst xmlns:a="http://schemas.openxmlformats.org/drawingml/2006/main">
              <a:ext uri="{FF2B5EF4-FFF2-40B4-BE49-F238E27FC236}">
                <a16:creationId xmlns:a16="http://schemas.microsoft.com/office/drawing/2014/main" id="{14B5FEF5-6575-4DF8-A6AD-9535CEB3442B}"/>
              </a:ext>
            </a:extLst>
          </p:cNvPr>
          <p:cNvSpPr>
            <a:spLocks xmlns:a="http://schemas.openxmlformats.org/drawingml/2006/main" noGrp="1"/>
          </p:cNvSpPr>
          <p:nvPr/>
        </p:nvSpPr>
        <p:spPr>
          <a:xfrm xmlns:a="http://schemas.openxmlformats.org/drawingml/2006/main">
            <a:off x="685800" y="3543300"/>
            <a:ext cx="1190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265D5"/>
                </a:solidFill>
                <a:latin typeface="Apple SD Gothic Neo"/>
                <a:ea typeface="Apple SD Gothic Neo"/>
                <a:cs typeface="Apple SD Gothic Neo"/>
              </a:defRPr>
            </a:defPPr>
            <a:lvl1pPr>
              <a:defRPr sz="2325" b="1">
                <a:solidFill>
                  <a:srgbClr val="3265D5"/>
                </a:solidFill>
                <a:latin typeface="Apple SD Gothic Neo"/>
                <a:ea typeface="Apple SD Gothic Neo"/>
                <a:cs typeface="Apple SD Gothic Neo"/>
              </a:defRPr>
            </a:lvl1pPr>
            <a:lvl2pPr>
              <a:defRPr sz="2325" b="1">
                <a:solidFill>
                  <a:srgbClr val="3265D5"/>
                </a:solidFill>
                <a:latin typeface="Apple SD Gothic Neo"/>
                <a:ea typeface="Apple SD Gothic Neo"/>
                <a:cs typeface="Apple SD Gothic Neo"/>
              </a:defRPr>
            </a:lvl2pPr>
            <a:lvl3pPr>
              <a:defRPr sz="2325" b="1">
                <a:solidFill>
                  <a:srgbClr val="3265D5"/>
                </a:solidFill>
                <a:latin typeface="Apple SD Gothic Neo"/>
                <a:ea typeface="Apple SD Gothic Neo"/>
                <a:cs typeface="Apple SD Gothic Neo"/>
              </a:defRPr>
            </a:lvl3pPr>
            <a:lvl4pPr>
              <a:defRPr sz="2325" b="1">
                <a:solidFill>
                  <a:srgbClr val="3265D5"/>
                </a:solidFill>
                <a:latin typeface="Apple SD Gothic Neo"/>
                <a:ea typeface="Apple SD Gothic Neo"/>
                <a:cs typeface="Apple SD Gothic Neo"/>
              </a:defRPr>
            </a:lvl4pPr>
            <a:lvl5pPr>
              <a:defRPr sz="2325" b="1">
                <a:solidFill>
                  <a:srgbClr val="3265D5"/>
                </a:solidFill>
                <a:latin typeface="Apple SD Gothic Neo"/>
                <a:ea typeface="Apple SD Gothic Neo"/>
                <a:cs typeface="Apple SD Gothic Neo"/>
              </a:defRPr>
            </a:lvl5pPr>
            <a:lvl6pPr>
              <a:defRPr sz="2325" b="1">
                <a:solidFill>
                  <a:srgbClr val="3265D5"/>
                </a:solidFill>
                <a:latin typeface="Apple SD Gothic Neo"/>
                <a:ea typeface="Apple SD Gothic Neo"/>
                <a:cs typeface="Apple SD Gothic Neo"/>
              </a:defRPr>
            </a:lvl6pPr>
            <a:lvl7pPr>
              <a:defRPr sz="2325" b="1">
                <a:solidFill>
                  <a:srgbClr val="3265D5"/>
                </a:solidFill>
                <a:latin typeface="Apple SD Gothic Neo"/>
                <a:ea typeface="Apple SD Gothic Neo"/>
                <a:cs typeface="Apple SD Gothic Neo"/>
              </a:defRPr>
            </a:lvl7pPr>
            <a:lvl8pPr>
              <a:defRPr sz="2325" b="1">
                <a:solidFill>
                  <a:srgbClr val="3265D5"/>
                </a:solidFill>
                <a:latin typeface="Apple SD Gothic Neo"/>
                <a:ea typeface="Apple SD Gothic Neo"/>
                <a:cs typeface="Apple SD Gothic Neo"/>
              </a:defRPr>
            </a:lvl8pPr>
            <a:lvl9pPr>
              <a:defRPr sz="2325" b="1">
                <a:solidFill>
                  <a:srgbClr val="3265D5"/>
                </a:solidFill>
                <a:latin typeface="Apple SD Gothic Neo"/>
                <a:ea typeface="Apple SD Gothic Neo"/>
                <a:cs typeface="Apple SD Gothic Neo"/>
              </a:defRPr>
            </a:lvl9pPr>
          </a:lstStyle>
          <a:p xmlns:a="http://schemas.openxmlformats.org/drawingml/2006/main">
            <a:pPr>
              <a:defRPr sz="2325" b="1">
                <a:solidFill>
                  <a:srgbClr val="3265D5"/>
                </a:solidFill>
                <a:latin typeface="Apple SD Gothic Neo"/>
                <a:ea typeface="Apple SD Gothic Neo"/>
                <a:cs typeface="Apple SD Gothic Neo"/>
              </a:defRPr>
            </a:pPr>
            <a:r>
              <a:rPr sz="2325" b="1">
                <a:solidFill>
                  <a:srgbClr val="3265D5"/>
                </a:solidFill>
                <a:latin typeface="Apple SD Gothic Neo"/>
                <a:ea typeface="Apple SD Gothic Neo"/>
                <a:cs typeface="Apple SD Gothic Neo"/>
              </a:rPr>
              <a:t>데이터 조회</a:t>
            </a:r>
          </a:p>
        </p:txBody>
      </p:sp>
      <p:sp>
        <p:nvSpPr>
          <p:cNvPr id="9" name="">
            <a:extLst xmlns:a="http://schemas.openxmlformats.org/drawingml/2006/main">
              <a:ext uri="{FF2B5EF4-FFF2-40B4-BE49-F238E27FC236}">
                <a16:creationId xmlns:a16="http://schemas.microsoft.com/office/drawing/2014/main" id="{FAF66A90-5C4D-48B0-BD5D-86781A9232AF}"/>
              </a:ext>
            </a:extLst>
          </p:cNvPr>
          <p:cNvSpPr>
            <a:spLocks xmlns:a="http://schemas.openxmlformats.org/drawingml/2006/main" noGrp="1"/>
          </p:cNvSpPr>
          <p:nvPr/>
        </p:nvSpPr>
        <p:spPr>
          <a:xfrm xmlns:a="http://schemas.openxmlformats.org/drawingml/2006/main">
            <a:off x="685800" y="3981450"/>
            <a:ext cx="1190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82942"/>
                </a:solidFill>
                <a:latin typeface="Apple SD Gothic Neo"/>
                <a:ea typeface="Apple SD Gothic Neo"/>
                <a:cs typeface="Apple SD Gothic Neo"/>
              </a:defRPr>
            </a:defPPr>
            <a:lvl1pPr>
              <a:defRPr sz="1950" b="0">
                <a:solidFill>
                  <a:srgbClr val="182942"/>
                </a:solidFill>
                <a:latin typeface="Apple SD Gothic Neo"/>
                <a:ea typeface="Apple SD Gothic Neo"/>
                <a:cs typeface="Apple SD Gothic Neo"/>
              </a:defRPr>
            </a:lvl1pPr>
            <a:lvl2pPr>
              <a:defRPr sz="1950" b="0">
                <a:solidFill>
                  <a:srgbClr val="182942"/>
                </a:solidFill>
                <a:latin typeface="Apple SD Gothic Neo"/>
                <a:ea typeface="Apple SD Gothic Neo"/>
                <a:cs typeface="Apple SD Gothic Neo"/>
              </a:defRPr>
            </a:lvl2pPr>
            <a:lvl3pPr>
              <a:defRPr sz="1950" b="0">
                <a:solidFill>
                  <a:srgbClr val="182942"/>
                </a:solidFill>
                <a:latin typeface="Apple SD Gothic Neo"/>
                <a:ea typeface="Apple SD Gothic Neo"/>
                <a:cs typeface="Apple SD Gothic Neo"/>
              </a:defRPr>
            </a:lvl3pPr>
            <a:lvl4pPr>
              <a:defRPr sz="1950" b="0">
                <a:solidFill>
                  <a:srgbClr val="182942"/>
                </a:solidFill>
                <a:latin typeface="Apple SD Gothic Neo"/>
                <a:ea typeface="Apple SD Gothic Neo"/>
                <a:cs typeface="Apple SD Gothic Neo"/>
              </a:defRPr>
            </a:lvl4pPr>
            <a:lvl5pPr>
              <a:defRPr sz="1950" b="0">
                <a:solidFill>
                  <a:srgbClr val="182942"/>
                </a:solidFill>
                <a:latin typeface="Apple SD Gothic Neo"/>
                <a:ea typeface="Apple SD Gothic Neo"/>
                <a:cs typeface="Apple SD Gothic Neo"/>
              </a:defRPr>
            </a:lvl5pPr>
            <a:lvl6pPr>
              <a:defRPr sz="1950" b="0">
                <a:solidFill>
                  <a:srgbClr val="182942"/>
                </a:solidFill>
                <a:latin typeface="Apple SD Gothic Neo"/>
                <a:ea typeface="Apple SD Gothic Neo"/>
                <a:cs typeface="Apple SD Gothic Neo"/>
              </a:defRPr>
            </a:lvl6pPr>
            <a:lvl7pPr>
              <a:defRPr sz="1950" b="0">
                <a:solidFill>
                  <a:srgbClr val="182942"/>
                </a:solidFill>
                <a:latin typeface="Apple SD Gothic Neo"/>
                <a:ea typeface="Apple SD Gothic Neo"/>
                <a:cs typeface="Apple SD Gothic Neo"/>
              </a:defRPr>
            </a:lvl7pPr>
            <a:lvl8pPr>
              <a:defRPr sz="1950" b="0">
                <a:solidFill>
                  <a:srgbClr val="182942"/>
                </a:solidFill>
                <a:latin typeface="Apple SD Gothic Neo"/>
                <a:ea typeface="Apple SD Gothic Neo"/>
                <a:cs typeface="Apple SD Gothic Neo"/>
              </a:defRPr>
            </a:lvl8pPr>
            <a:lvl9pPr>
              <a:defRPr sz="1950" b="0">
                <a:solidFill>
                  <a:srgbClr val="182942"/>
                </a:solidFill>
                <a:latin typeface="Apple SD Gothic Neo"/>
                <a:ea typeface="Apple SD Gothic Neo"/>
                <a:cs typeface="Apple SD Gothic Neo"/>
              </a:defRPr>
            </a:lvl9pPr>
          </a:lstStyle>
          <a:p xmlns:a="http://schemas.openxmlformats.org/drawingml/2006/main">
            <a:pPr>
              <a:defRPr sz="1950" b="0">
                <a:solidFill>
                  <a:srgbClr val="182942"/>
                </a:solidFill>
                <a:latin typeface="Apple SD Gothic Neo"/>
                <a:ea typeface="Apple SD Gothic Neo"/>
                <a:cs typeface="Apple SD Gothic Neo"/>
              </a:defRPr>
            </a:pPr>
            <a:r>
              <a:rPr sz="1950" b="0">
                <a:solidFill>
                  <a:srgbClr val="182942"/>
                </a:solidFill>
                <a:latin typeface="Apple SD Gothic Neo"/>
                <a:ea typeface="Apple SD Gothic Neo"/>
                <a:cs typeface="Apple SD Gothic Neo"/>
              </a:rPr>
              <a:t>MCP로 monitoring.json과 미리 작성한 Runbook 조회</a:t>
            </a:r>
          </a:p>
        </p:txBody>
      </p:sp>
      <p:sp>
        <p:nvSpPr>
          <p:cNvPr id="10" name="">
            <a:extLst xmlns:a="http://schemas.openxmlformats.org/drawingml/2006/main">
              <a:ext uri="{FF2B5EF4-FFF2-40B4-BE49-F238E27FC236}">
                <a16:creationId xmlns:a16="http://schemas.microsoft.com/office/drawing/2014/main" id="{66C7046C-2302-45DB-87DB-1E6934E59F3D}"/>
              </a:ext>
            </a:extLst>
          </p:cNvPr>
          <p:cNvSpPr>
            <a:spLocks xmlns:a="http://schemas.openxmlformats.org/drawingml/2006/main" noGrp="1"/>
          </p:cNvSpPr>
          <p:nvPr/>
        </p:nvSpPr>
        <p:spPr>
          <a:xfrm xmlns:a="http://schemas.openxmlformats.org/drawingml/2006/main">
            <a:off x="685800" y="4848225"/>
            <a:ext cx="1190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265D5"/>
                </a:solidFill>
                <a:latin typeface="Apple SD Gothic Neo"/>
                <a:ea typeface="Apple SD Gothic Neo"/>
                <a:cs typeface="Apple SD Gothic Neo"/>
              </a:defRPr>
            </a:defPPr>
            <a:lvl1pPr>
              <a:defRPr sz="2325" b="1">
                <a:solidFill>
                  <a:srgbClr val="3265D5"/>
                </a:solidFill>
                <a:latin typeface="Apple SD Gothic Neo"/>
                <a:ea typeface="Apple SD Gothic Neo"/>
                <a:cs typeface="Apple SD Gothic Neo"/>
              </a:defRPr>
            </a:lvl1pPr>
            <a:lvl2pPr>
              <a:defRPr sz="2325" b="1">
                <a:solidFill>
                  <a:srgbClr val="3265D5"/>
                </a:solidFill>
                <a:latin typeface="Apple SD Gothic Neo"/>
                <a:ea typeface="Apple SD Gothic Neo"/>
                <a:cs typeface="Apple SD Gothic Neo"/>
              </a:defRPr>
            </a:lvl2pPr>
            <a:lvl3pPr>
              <a:defRPr sz="2325" b="1">
                <a:solidFill>
                  <a:srgbClr val="3265D5"/>
                </a:solidFill>
                <a:latin typeface="Apple SD Gothic Neo"/>
                <a:ea typeface="Apple SD Gothic Neo"/>
                <a:cs typeface="Apple SD Gothic Neo"/>
              </a:defRPr>
            </a:lvl3pPr>
            <a:lvl4pPr>
              <a:defRPr sz="2325" b="1">
                <a:solidFill>
                  <a:srgbClr val="3265D5"/>
                </a:solidFill>
                <a:latin typeface="Apple SD Gothic Neo"/>
                <a:ea typeface="Apple SD Gothic Neo"/>
                <a:cs typeface="Apple SD Gothic Neo"/>
              </a:defRPr>
            </a:lvl4pPr>
            <a:lvl5pPr>
              <a:defRPr sz="2325" b="1">
                <a:solidFill>
                  <a:srgbClr val="3265D5"/>
                </a:solidFill>
                <a:latin typeface="Apple SD Gothic Neo"/>
                <a:ea typeface="Apple SD Gothic Neo"/>
                <a:cs typeface="Apple SD Gothic Neo"/>
              </a:defRPr>
            </a:lvl5pPr>
            <a:lvl6pPr>
              <a:defRPr sz="2325" b="1">
                <a:solidFill>
                  <a:srgbClr val="3265D5"/>
                </a:solidFill>
                <a:latin typeface="Apple SD Gothic Neo"/>
                <a:ea typeface="Apple SD Gothic Neo"/>
                <a:cs typeface="Apple SD Gothic Neo"/>
              </a:defRPr>
            </a:lvl6pPr>
            <a:lvl7pPr>
              <a:defRPr sz="2325" b="1">
                <a:solidFill>
                  <a:srgbClr val="3265D5"/>
                </a:solidFill>
                <a:latin typeface="Apple SD Gothic Neo"/>
                <a:ea typeface="Apple SD Gothic Neo"/>
                <a:cs typeface="Apple SD Gothic Neo"/>
              </a:defRPr>
            </a:lvl7pPr>
            <a:lvl8pPr>
              <a:defRPr sz="2325" b="1">
                <a:solidFill>
                  <a:srgbClr val="3265D5"/>
                </a:solidFill>
                <a:latin typeface="Apple SD Gothic Neo"/>
                <a:ea typeface="Apple SD Gothic Neo"/>
                <a:cs typeface="Apple SD Gothic Neo"/>
              </a:defRPr>
            </a:lvl8pPr>
            <a:lvl9pPr>
              <a:defRPr sz="2325" b="1">
                <a:solidFill>
                  <a:srgbClr val="3265D5"/>
                </a:solidFill>
                <a:latin typeface="Apple SD Gothic Neo"/>
                <a:ea typeface="Apple SD Gothic Neo"/>
                <a:cs typeface="Apple SD Gothic Neo"/>
              </a:defRPr>
            </a:lvl9pPr>
          </a:lstStyle>
          <a:p xmlns:a="http://schemas.openxmlformats.org/drawingml/2006/main">
            <a:pPr>
              <a:defRPr sz="2325" b="1">
                <a:solidFill>
                  <a:srgbClr val="3265D5"/>
                </a:solidFill>
                <a:latin typeface="Apple SD Gothic Neo"/>
                <a:ea typeface="Apple SD Gothic Neo"/>
                <a:cs typeface="Apple SD Gothic Neo"/>
              </a:defRPr>
            </a:pPr>
            <a:r>
              <a:rPr sz="2325" b="1">
                <a:solidFill>
                  <a:srgbClr val="3265D5"/>
                </a:solidFill>
                <a:latin typeface="Apple SD Gothic Neo"/>
                <a:ea typeface="Apple SD Gothic Neo"/>
                <a:cs typeface="Apple SD Gothic Neo"/>
              </a:rPr>
              <a:t>기존 기반</a:t>
            </a:r>
          </a:p>
        </p:txBody>
      </p:sp>
      <p:sp>
        <p:nvSpPr>
          <p:cNvPr id="11" name="">
            <a:extLst xmlns:a="http://schemas.openxmlformats.org/drawingml/2006/main">
              <a:ext uri="{FF2B5EF4-FFF2-40B4-BE49-F238E27FC236}">
                <a16:creationId xmlns:a16="http://schemas.microsoft.com/office/drawing/2014/main" id="{62F7B2EE-F303-4330-AAF0-9B44F94AE6F5}"/>
              </a:ext>
            </a:extLst>
          </p:cNvPr>
          <p:cNvSpPr>
            <a:spLocks xmlns:a="http://schemas.openxmlformats.org/drawingml/2006/main" noGrp="1"/>
          </p:cNvSpPr>
          <p:nvPr/>
        </p:nvSpPr>
        <p:spPr>
          <a:xfrm xmlns:a="http://schemas.openxmlformats.org/drawingml/2006/main">
            <a:off x="685800" y="5286375"/>
            <a:ext cx="1190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82942"/>
                </a:solidFill>
                <a:latin typeface="Apple SD Gothic Neo"/>
                <a:ea typeface="Apple SD Gothic Neo"/>
                <a:cs typeface="Apple SD Gothic Neo"/>
              </a:defRPr>
            </a:defPPr>
            <a:lvl1pPr>
              <a:defRPr sz="1950" b="0">
                <a:solidFill>
                  <a:srgbClr val="182942"/>
                </a:solidFill>
                <a:latin typeface="Apple SD Gothic Neo"/>
                <a:ea typeface="Apple SD Gothic Neo"/>
                <a:cs typeface="Apple SD Gothic Neo"/>
              </a:defRPr>
            </a:lvl1pPr>
            <a:lvl2pPr>
              <a:defRPr sz="1950" b="0">
                <a:solidFill>
                  <a:srgbClr val="182942"/>
                </a:solidFill>
                <a:latin typeface="Apple SD Gothic Neo"/>
                <a:ea typeface="Apple SD Gothic Neo"/>
                <a:cs typeface="Apple SD Gothic Neo"/>
              </a:defRPr>
            </a:lvl2pPr>
            <a:lvl3pPr>
              <a:defRPr sz="1950" b="0">
                <a:solidFill>
                  <a:srgbClr val="182942"/>
                </a:solidFill>
                <a:latin typeface="Apple SD Gothic Neo"/>
                <a:ea typeface="Apple SD Gothic Neo"/>
                <a:cs typeface="Apple SD Gothic Neo"/>
              </a:defRPr>
            </a:lvl3pPr>
            <a:lvl4pPr>
              <a:defRPr sz="1950" b="0">
                <a:solidFill>
                  <a:srgbClr val="182942"/>
                </a:solidFill>
                <a:latin typeface="Apple SD Gothic Neo"/>
                <a:ea typeface="Apple SD Gothic Neo"/>
                <a:cs typeface="Apple SD Gothic Neo"/>
              </a:defRPr>
            </a:lvl4pPr>
            <a:lvl5pPr>
              <a:defRPr sz="1950" b="0">
                <a:solidFill>
                  <a:srgbClr val="182942"/>
                </a:solidFill>
                <a:latin typeface="Apple SD Gothic Neo"/>
                <a:ea typeface="Apple SD Gothic Neo"/>
                <a:cs typeface="Apple SD Gothic Neo"/>
              </a:defRPr>
            </a:lvl5pPr>
            <a:lvl6pPr>
              <a:defRPr sz="1950" b="0">
                <a:solidFill>
                  <a:srgbClr val="182942"/>
                </a:solidFill>
                <a:latin typeface="Apple SD Gothic Neo"/>
                <a:ea typeface="Apple SD Gothic Neo"/>
                <a:cs typeface="Apple SD Gothic Neo"/>
              </a:defRPr>
            </a:lvl6pPr>
            <a:lvl7pPr>
              <a:defRPr sz="1950" b="0">
                <a:solidFill>
                  <a:srgbClr val="182942"/>
                </a:solidFill>
                <a:latin typeface="Apple SD Gothic Neo"/>
                <a:ea typeface="Apple SD Gothic Neo"/>
                <a:cs typeface="Apple SD Gothic Neo"/>
              </a:defRPr>
            </a:lvl7pPr>
            <a:lvl8pPr>
              <a:defRPr sz="1950" b="0">
                <a:solidFill>
                  <a:srgbClr val="182942"/>
                </a:solidFill>
                <a:latin typeface="Apple SD Gothic Neo"/>
                <a:ea typeface="Apple SD Gothic Neo"/>
                <a:cs typeface="Apple SD Gothic Neo"/>
              </a:defRPr>
            </a:lvl8pPr>
            <a:lvl9pPr>
              <a:defRPr sz="1950" b="0">
                <a:solidFill>
                  <a:srgbClr val="182942"/>
                </a:solidFill>
                <a:latin typeface="Apple SD Gothic Neo"/>
                <a:ea typeface="Apple SD Gothic Neo"/>
                <a:cs typeface="Apple SD Gothic Neo"/>
              </a:defRPr>
            </a:lvl9pPr>
          </a:lstStyle>
          <a:p xmlns:a="http://schemas.openxmlformats.org/drawingml/2006/main">
            <a:pPr>
              <a:defRPr sz="1950" b="0">
                <a:solidFill>
                  <a:srgbClr val="182942"/>
                </a:solidFill>
                <a:latin typeface="Apple SD Gothic Neo"/>
                <a:ea typeface="Apple SD Gothic Neo"/>
                <a:cs typeface="Apple SD Gothic Neo"/>
              </a:defRPr>
            </a:pPr>
            <a:r>
              <a:rPr sz="1950" b="0">
                <a:solidFill>
                  <a:srgbClr val="182942"/>
                </a:solidFill>
                <a:latin typeface="Apple SD Gothic Neo"/>
                <a:ea typeface="Apple SD Gothic Neo"/>
                <a:cs typeface="Apple SD Gothic Neo"/>
              </a:rPr>
              <a:t>SQLite 메시지 저장, 의존성 주입, LangSmith 추적 코드 포함</a:t>
            </a:r>
          </a:p>
        </p:txBody>
      </p:sp>
      <p:sp>
        <p:nvSpPr>
          <p:cNvPr id="12" name="">
            <a:extLst xmlns:a="http://schemas.openxmlformats.org/drawingml/2006/main">
              <a:ext uri="{FF2B5EF4-FFF2-40B4-BE49-F238E27FC236}">
                <a16:creationId xmlns:a16="http://schemas.microsoft.com/office/drawing/2014/main" id="{B26291F5-E8B6-415B-A9AB-BD3E845A362E}"/>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원본은 임베딩 기반 RAG가 아닌 키워드 규칙으로 문서를 선택했다</a:t>
            </a:r>
          </a:p>
        </p:txBody>
      </p:sp>
    </p:spTree>
    <p:extLst>
      <p:ext uri="{BB962C8B-B14F-4D97-AF65-F5344CB8AC3E}">
        <p14:creationId xmlns:p14="http://schemas.microsoft.com/office/powerpoint/2010/main" val="521001771"/>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F74D92-12BF-483B-A246-C9819574D52A}"/>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DC99E3F0-B33B-47C7-B6AE-291001758CC2}"/>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기존 문제와 사용자·관리자 영향</a:t>
            </a:r>
          </a:p>
        </p:txBody>
      </p:sp>
      <p:sp>
        <p:nvSpPr>
          <p:cNvPr id="3" name="">
            <a:extLst xmlns:a="http://schemas.openxmlformats.org/drawingml/2006/main">
              <a:ext uri="{FF2B5EF4-FFF2-40B4-BE49-F238E27FC236}">
                <a16:creationId xmlns:a16="http://schemas.microsoft.com/office/drawing/2014/main" id="{92FD3709-99F2-40F7-9251-7CD10B406026}"/>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4" name="">
            <a:extLst xmlns:a="http://schemas.openxmlformats.org/drawingml/2006/main">
              <a:ext uri="{FF2B5EF4-FFF2-40B4-BE49-F238E27FC236}">
                <a16:creationId xmlns:a16="http://schemas.microsoft.com/office/drawing/2014/main" id="{3FD80797-1345-43D6-9EAD-5D98D538DA35}"/>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03</a:t>
            </a:r>
          </a:p>
        </p:txBody>
      </p:sp>
      <p:graphicFrame>
        <p:nvGraphicFramePr>
          <p:cNvPr id="5" name="">
            <a:extLst xmlns:a="http://schemas.openxmlformats.org/drawingml/2006/main">
              <a:ext uri="{FF2B5EF4-FFF2-40B4-BE49-F238E27FC236}">
                <a16:creationId xmlns:a16="http://schemas.microsoft.com/office/drawing/2014/main" id="{F4A55267-C244-4A7D-9BF0-1D8D5287B1DC}"/>
              </a:ext>
            </a:extLst>
          </p:cNvPr>
          <p:cNvGraphicFramePr/>
          <p:nvPr/>
        </p:nvGraphicFramePr>
        <p:xfrm>
          <a:off xmlns:a="http://schemas.openxmlformats.org/drawingml/2006/main" x="685800" y="1905000"/>
          <a:ext xmlns:a="http://schemas.openxmlformats.org/drawingml/2006/main" cx="12344400" cy="4000500"/>
        </p:xfrm>
        <a:graphic xmlns:a="http://schemas.openxmlformats.org/drawingml/2006/main">
          <a:graphicData uri="http://schemas.openxmlformats.org/drawingml/2006/table">
            <a:tbl>
              <a:tblPr/>
              <a:tblGrid>
                <a:gridCol w="2952750"/>
                <a:gridCol w="4762500"/>
                <a:gridCol w="4629150"/>
              </a:tblGrid>
              <a:tr h="800100">
                <a:tc>
                  <a:txBody>
                    <a:bodyPr/>
                    <a:lstStyle/>
                    <a:p>
                      <a:r>
                        <a:rPr sz="1875" b="1">
                          <a:solidFill>
                            <a:srgbClr val="3265D5"/>
                          </a:solidFill>
                          <a:latin typeface="Apple SD Gothic Neo"/>
                          <a:ea typeface="Apple SD Gothic Neo"/>
                          <a:cs typeface="Apple SD Gothic Neo"/>
                        </a:rPr>
                        <a:t>문제</a:t>
                      </a:r>
                    </a:p>
                  </a:txBody>
                  <a:tcPr marL="171450" marR="152400" marT="123825" marB="95250">
                    <a:lnL w="9525">
                      <a:solidFill>
                        <a:srgbClr val="D5DDEA"/>
                      </a:solidFill>
                      <a:prstDash val="solid"/>
                    </a:lnL>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875" b="1">
                          <a:solidFill>
                            <a:srgbClr val="3265D5"/>
                          </a:solidFill>
                          <a:latin typeface="Apple SD Gothic Neo"/>
                          <a:ea typeface="Apple SD Gothic Neo"/>
                          <a:cs typeface="Apple SD Gothic Neo"/>
                        </a:rPr>
                        <a:t>사용자에게 미치는 영향</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875" b="1">
                          <a:solidFill>
                            <a:srgbClr val="3265D5"/>
                          </a:solidFill>
                          <a:latin typeface="Apple SD Gothic Neo"/>
                          <a:ea typeface="Apple SD Gothic Neo"/>
                          <a:cs typeface="Apple SD Gothic Neo"/>
                        </a:rPr>
                        <a:t>관리자에게 미치는 영향</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r>
              <a:tr h="800100">
                <a:tc>
                  <a:txBody>
                    <a:bodyPr/>
                    <a:lstStyle/>
                    <a:p>
                      <a:r>
                        <a:rPr sz="1875">
                          <a:solidFill>
                            <a:srgbClr val="182942"/>
                          </a:solidFill>
                          <a:latin typeface="Apple SD Gothic Neo"/>
                          <a:ea typeface="Apple SD Gothic Neo"/>
                          <a:cs typeface="Apple SD Gothic Neo"/>
                        </a:rPr>
                        <a:t>대상 추측·기본 대상 사용</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문의한 시스템과 조회 범위가 달라짐</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조회 대상을 다시 확인</a:t>
                      </a:r>
                    </a:p>
                  </a:txBody>
                  <a:tcPr marL="171450" marR="152400" marT="123825" marB="95250">
                    <a:lnR w="9525">
                      <a:solidFill>
                        <a:srgbClr val="D5DDEA"/>
                      </a:solidFill>
                      <a:prstDash val="solid"/>
                    </a:lnR>
                    <a:lnB w="9525">
                      <a:solidFill>
                        <a:srgbClr val="D5DDEA"/>
                      </a:solidFill>
                      <a:prstDash val="solid"/>
                    </a:lnB>
                    <a:solidFill>
                      <a:srgbClr val="FFFFFF"/>
                    </a:solidFill>
                  </a:tcPr>
                </a:tc>
              </a:tr>
              <a:tr h="800100">
                <a:tc>
                  <a:txBody>
                    <a:bodyPr/>
                    <a:lstStyle/>
                    <a:p>
                      <a:r>
                        <a:rPr sz="1875">
                          <a:solidFill>
                            <a:srgbClr val="182942"/>
                          </a:solidFill>
                          <a:latin typeface="Apple SD Gothic Neo"/>
                          <a:ea typeface="Apple SD Gothic Neo"/>
                          <a:cs typeface="Apple SD Gothic Neo"/>
                        </a:rPr>
                        <a:t>대화 식별·보존 부족</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새로고침 후 증상을 다시 설명</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후속 답변을 한 문의로 연결하기 어려움</a:t>
                      </a:r>
                    </a:p>
                  </a:txBody>
                  <a:tcPr marL="171450" marR="152400" marT="123825" marB="95250">
                    <a:lnR w="9525">
                      <a:solidFill>
                        <a:srgbClr val="D5DDEA"/>
                      </a:solidFill>
                      <a:prstDash val="solid"/>
                    </a:lnR>
                    <a:lnB w="9525">
                      <a:solidFill>
                        <a:srgbClr val="D5DDEA"/>
                      </a:solidFill>
                      <a:prstDash val="solid"/>
                    </a:lnB>
                    <a:solidFill>
                      <a:srgbClr val="FFFFFF"/>
                    </a:solidFill>
                  </a:tcPr>
                </a:tc>
              </a:tr>
              <a:tr h="800100">
                <a:tc>
                  <a:txBody>
                    <a:bodyPr/>
                    <a:lstStyle/>
                    <a:p>
                      <a:r>
                        <a:rPr sz="1875">
                          <a:solidFill>
                            <a:srgbClr val="182942"/>
                          </a:solidFill>
                          <a:latin typeface="Apple SD Gothic Neo"/>
                          <a:ea typeface="Apple SD Gothic Neo"/>
                          <a:cs typeface="Apple SD Gothic Neo"/>
                        </a:rPr>
                        <a:t>원문 중심 기록</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어떤 정보를 더 알려야 할지 모름</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증상·시각·환경을 수동 정리</a:t>
                      </a:r>
                    </a:p>
                  </a:txBody>
                  <a:tcPr marL="171450" marR="152400" marT="123825" marB="95250">
                    <a:lnR w="9525">
                      <a:solidFill>
                        <a:srgbClr val="D5DDEA"/>
                      </a:solidFill>
                      <a:prstDash val="solid"/>
                    </a:lnR>
                    <a:lnB w="9525">
                      <a:solidFill>
                        <a:srgbClr val="D5DDEA"/>
                      </a:solidFill>
                      <a:prstDash val="solid"/>
                    </a:lnB>
                    <a:solidFill>
                      <a:srgbClr val="FFFFFF"/>
                    </a:solidFill>
                  </a:tcPr>
                </a:tc>
              </a:tr>
              <a:tr h="800100">
                <a:tc>
                  <a:txBody>
                    <a:bodyPr/>
                    <a:lstStyle/>
                    <a:p>
                      <a:r>
                        <a:rPr sz="1875">
                          <a:solidFill>
                            <a:srgbClr val="182942"/>
                          </a:solidFill>
                          <a:latin typeface="Apple SD Gothic Neo"/>
                          <a:ea typeface="Apple SD Gothic Neo"/>
                          <a:cs typeface="Apple SD Gothic Neo"/>
                        </a:rPr>
                        <a:t>키워드 검색·형식 위주 검증</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문서 누락·부정확한 조언 노출 가능</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75">
                          <a:solidFill>
                            <a:srgbClr val="182942"/>
                          </a:solidFill>
                          <a:latin typeface="Apple SD Gothic Neo"/>
                          <a:ea typeface="Apple SD Gothic Neo"/>
                          <a:cs typeface="Apple SD Gothic Neo"/>
                        </a:rPr>
                        <a:t>답변과 근거를 다시 검토</a:t>
                      </a:r>
                    </a:p>
                  </a:txBody>
                  <a:tcPr marL="171450" marR="152400" marT="123825" marB="95250">
                    <a:lnR w="9525">
                      <a:solidFill>
                        <a:srgbClr val="D5DDEA"/>
                      </a:solidFill>
                      <a:prstDash val="solid"/>
                    </a:lnR>
                    <a:lnB w="9525">
                      <a:solidFill>
                        <a:srgbClr val="D5DDE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7CCD4995-D714-421C-A2A0-61A5ADC41E91}"/>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업무 시간 절감은 기대 효과다. 실제 절감 시간이나 장애 해결률은 측정하지 않았다</a:t>
            </a:r>
          </a:p>
        </p:txBody>
      </p:sp>
    </p:spTree>
    <p:extLst>
      <p:ext uri="{BB962C8B-B14F-4D97-AF65-F5344CB8AC3E}">
        <p14:creationId xmlns:p14="http://schemas.microsoft.com/office/powerpoint/2010/main" val="458251343"/>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71EFB6B-4C77-4470-BCCF-C62C76784997}"/>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41AB6C09-8FBC-456B-88D9-3345D14B3391}"/>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단계별 개선·추가 사항</a:t>
            </a:r>
          </a:p>
        </p:txBody>
      </p:sp>
      <p:sp>
        <p:nvSpPr>
          <p:cNvPr id="3" name="">
            <a:extLst xmlns:a="http://schemas.openxmlformats.org/drawingml/2006/main">
              <a:ext uri="{FF2B5EF4-FFF2-40B4-BE49-F238E27FC236}">
                <a16:creationId xmlns:a16="http://schemas.microsoft.com/office/drawing/2014/main" id="{05D1D181-4747-46A6-B685-4DA687709CF6}"/>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1~6단계 구현 후, 7단계에서 임베딩 공급자 선택과 실측 비교를 추가했다</a:t>
            </a:r>
          </a:p>
        </p:txBody>
      </p:sp>
      <p:sp>
        <p:nvSpPr>
          <p:cNvPr id="4" name="">
            <a:extLst xmlns:a="http://schemas.openxmlformats.org/drawingml/2006/main">
              <a:ext uri="{FF2B5EF4-FFF2-40B4-BE49-F238E27FC236}">
                <a16:creationId xmlns:a16="http://schemas.microsoft.com/office/drawing/2014/main" id="{0C57BDFB-AD76-4742-8232-F0DC3C54B78D}"/>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18AA496B-04A7-4305-812C-D42B02130701}"/>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04</a:t>
            </a:r>
          </a:p>
        </p:txBody>
      </p:sp>
      <p:graphicFrame>
        <p:nvGraphicFramePr>
          <p:cNvPr id="6" name="">
            <a:extLst xmlns:a="http://schemas.openxmlformats.org/drawingml/2006/main">
              <a:ext uri="{FF2B5EF4-FFF2-40B4-BE49-F238E27FC236}">
                <a16:creationId xmlns:a16="http://schemas.microsoft.com/office/drawing/2014/main" id="{B5EE6DFB-5FA4-4CCC-8FCE-5C137D21C1AB}"/>
              </a:ext>
            </a:extLst>
          </p:cNvPr>
          <p:cNvGraphicFramePr/>
          <p:nvPr/>
        </p:nvGraphicFramePr>
        <p:xfrm>
          <a:off xmlns:a="http://schemas.openxmlformats.org/drawingml/2006/main" x="685800" y="2047875"/>
          <a:ext xmlns:a="http://schemas.openxmlformats.org/drawingml/2006/main" cx="12344400" cy="4400550"/>
        </p:xfrm>
        <a:graphic xmlns:a="http://schemas.openxmlformats.org/drawingml/2006/main">
          <a:graphicData uri="http://schemas.openxmlformats.org/drawingml/2006/table">
            <a:tbl>
              <a:tblPr/>
              <a:tblGrid>
                <a:gridCol w="1000125"/>
                <a:gridCol w="4762500"/>
                <a:gridCol w="6581775"/>
              </a:tblGrid>
              <a:tr h="550069">
                <a:tc>
                  <a:txBody>
                    <a:bodyPr/>
                    <a:lstStyle/>
                    <a:p>
                      <a:r>
                        <a:rPr sz="1800" b="1">
                          <a:solidFill>
                            <a:srgbClr val="3265D5"/>
                          </a:solidFill>
                          <a:latin typeface="Apple SD Gothic Neo"/>
                          <a:ea typeface="Apple SD Gothic Neo"/>
                          <a:cs typeface="Apple SD Gothic Neo"/>
                        </a:rPr>
                        <a:t>단계</a:t>
                      </a:r>
                    </a:p>
                  </a:txBody>
                  <a:tcPr marL="171450" marR="152400" marT="123825" marB="95250">
                    <a:lnL w="9525">
                      <a:solidFill>
                        <a:srgbClr val="D5DDEA"/>
                      </a:solidFill>
                      <a:prstDash val="solid"/>
                    </a:lnL>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800" b="1">
                          <a:solidFill>
                            <a:srgbClr val="3265D5"/>
                          </a:solidFill>
                          <a:latin typeface="Apple SD Gothic Neo"/>
                          <a:ea typeface="Apple SD Gothic Neo"/>
                          <a:cs typeface="Apple SD Gothic Neo"/>
                        </a:rPr>
                        <a:t>반영 내용</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800" b="1">
                          <a:solidFill>
                            <a:srgbClr val="3265D5"/>
                          </a:solidFill>
                          <a:latin typeface="Apple SD Gothic Neo"/>
                          <a:ea typeface="Apple SD Gothic Neo"/>
                          <a:cs typeface="Apple SD Gothic Neo"/>
                        </a:rPr>
                        <a:t>사용자·관리자 효과</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r>
              <a:tr h="550069">
                <a:tc>
                  <a:txBody>
                    <a:bodyPr/>
                    <a:lstStyle/>
                    <a:p>
                      <a:r>
                        <a:rPr sz="1800">
                          <a:solidFill>
                            <a:srgbClr val="182942"/>
                          </a:solidFill>
                          <a:latin typeface="Apple SD Gothic Neo"/>
                          <a:ea typeface="Apple SD Gothic Neo"/>
                          <a:cs typeface="Apple SD Gothic Neo"/>
                        </a:rPr>
                        <a:t>1</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시스템 선택·입력 검증</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선택한 시스템으로 점검 범위 고정</a:t>
                      </a:r>
                    </a:p>
                  </a:txBody>
                  <a:tcPr marL="171450" marR="152400" marT="123825" marB="95250">
                    <a:lnR w="9525">
                      <a:solidFill>
                        <a:srgbClr val="D5DDEA"/>
                      </a:solidFill>
                      <a:prstDash val="solid"/>
                    </a:lnR>
                    <a:lnB w="9525">
                      <a:solidFill>
                        <a:srgbClr val="D5DDEA"/>
                      </a:solidFill>
                      <a:prstDash val="solid"/>
                    </a:lnB>
                    <a:solidFill>
                      <a:srgbClr val="FFFFFF"/>
                    </a:solidFill>
                  </a:tcPr>
                </a:tc>
              </a:tr>
              <a:tr h="550069">
                <a:tc>
                  <a:txBody>
                    <a:bodyPr/>
                    <a:lstStyle/>
                    <a:p>
                      <a:r>
                        <a:rPr sz="1800">
                          <a:solidFill>
                            <a:srgbClr val="182942"/>
                          </a:solidFill>
                          <a:latin typeface="Apple SD Gothic Neo"/>
                          <a:ea typeface="Apple SD Gothic Neo"/>
                          <a:cs typeface="Apple SD Gothic Neo"/>
                        </a:rPr>
                        <a:t>2</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SQLite 저장·복원·요청 ID</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대화 유지, 중복 접수·재실행 방지</a:t>
                      </a:r>
                    </a:p>
                  </a:txBody>
                  <a:tcPr marL="171450" marR="152400" marT="123825" marB="95250">
                    <a:lnR w="9525">
                      <a:solidFill>
                        <a:srgbClr val="D5DDEA"/>
                      </a:solidFill>
                      <a:prstDash val="solid"/>
                    </a:lnR>
                    <a:lnB w="9525">
                      <a:solidFill>
                        <a:srgbClr val="D5DDEA"/>
                      </a:solidFill>
                      <a:prstDash val="solid"/>
                    </a:lnB>
                    <a:solidFill>
                      <a:srgbClr val="FFFFFF"/>
                    </a:solidFill>
                  </a:tcPr>
                </a:tc>
              </a:tr>
              <a:tr h="550069">
                <a:tc>
                  <a:txBody>
                    <a:bodyPr/>
                    <a:lstStyle/>
                    <a:p>
                      <a:r>
                        <a:rPr sz="1800">
                          <a:solidFill>
                            <a:srgbClr val="182942"/>
                          </a:solidFill>
                          <a:latin typeface="Apple SD Gothic Neo"/>
                          <a:ea typeface="Apple SD Gothic Neo"/>
                          <a:cs typeface="Apple SD Gothic Neo"/>
                        </a:rPr>
                        <a:t>3</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자연어 접수·후속 정보 병합</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증상·시각·환경을 구조화</a:t>
                      </a:r>
                    </a:p>
                  </a:txBody>
                  <a:tcPr marL="171450" marR="152400" marT="123825" marB="95250">
                    <a:lnR w="9525">
                      <a:solidFill>
                        <a:srgbClr val="D5DDEA"/>
                      </a:solidFill>
                      <a:prstDash val="solid"/>
                    </a:lnR>
                    <a:lnB w="9525">
                      <a:solidFill>
                        <a:srgbClr val="D5DDEA"/>
                      </a:solidFill>
                      <a:prstDash val="solid"/>
                    </a:lnB>
                    <a:solidFill>
                      <a:srgbClr val="FFFFFF"/>
                    </a:solidFill>
                  </a:tcPr>
                </a:tc>
              </a:tr>
              <a:tr h="550069">
                <a:tc>
                  <a:txBody>
                    <a:bodyPr/>
                    <a:lstStyle/>
                    <a:p>
                      <a:r>
                        <a:rPr sz="1800">
                          <a:solidFill>
                            <a:srgbClr val="182942"/>
                          </a:solidFill>
                          <a:latin typeface="Apple SD Gothic Neo"/>
                          <a:ea typeface="Apple SD Gothic Neo"/>
                          <a:cs typeface="Apple SD Gothic Neo"/>
                        </a:rPr>
                        <a:t>4</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FAQ·Runbook RAG·출처</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사용자 안내와 운영자 자료 분리</a:t>
                      </a:r>
                    </a:p>
                  </a:txBody>
                  <a:tcPr marL="171450" marR="152400" marT="123825" marB="95250">
                    <a:lnR w="9525">
                      <a:solidFill>
                        <a:srgbClr val="D5DDEA"/>
                      </a:solidFill>
                      <a:prstDash val="solid"/>
                    </a:lnR>
                    <a:lnB w="9525">
                      <a:solidFill>
                        <a:srgbClr val="D5DDEA"/>
                      </a:solidFill>
                      <a:prstDash val="solid"/>
                    </a:lnB>
                    <a:solidFill>
                      <a:srgbClr val="FFFFFF"/>
                    </a:solidFill>
                  </a:tcPr>
                </a:tc>
              </a:tr>
              <a:tr h="550069">
                <a:tc>
                  <a:txBody>
                    <a:bodyPr/>
                    <a:lstStyle/>
                    <a:p>
                      <a:r>
                        <a:rPr sz="1800">
                          <a:solidFill>
                            <a:srgbClr val="182942"/>
                          </a:solidFill>
                          <a:latin typeface="Apple SD Gothic Neo"/>
                          <a:ea typeface="Apple SD Gothic Neo"/>
                          <a:cs typeface="Apple SD Gothic Neo"/>
                        </a:rPr>
                        <a:t>5</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근거 검증·재작성 한도</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검증 실패 시 제한된 안내 제공</a:t>
                      </a:r>
                    </a:p>
                  </a:txBody>
                  <a:tcPr marL="171450" marR="152400" marT="123825" marB="95250">
                    <a:lnR w="9525">
                      <a:solidFill>
                        <a:srgbClr val="D5DDEA"/>
                      </a:solidFill>
                      <a:prstDash val="solid"/>
                    </a:lnR>
                    <a:lnB w="9525">
                      <a:solidFill>
                        <a:srgbClr val="D5DDEA"/>
                      </a:solidFill>
                      <a:prstDash val="solid"/>
                    </a:lnB>
                    <a:solidFill>
                      <a:srgbClr val="FFFFFF"/>
                    </a:solidFill>
                  </a:tcPr>
                </a:tc>
              </a:tr>
              <a:tr h="550069">
                <a:tc>
                  <a:txBody>
                    <a:bodyPr/>
                    <a:lstStyle/>
                    <a:p>
                      <a:r>
                        <a:rPr sz="1800">
                          <a:solidFill>
                            <a:srgbClr val="182942"/>
                          </a:solidFill>
                          <a:latin typeface="Apple SD Gothic Neo"/>
                          <a:ea typeface="Apple SD Gothic Neo"/>
                          <a:cs typeface="Apple SD Gothic Neo"/>
                        </a:rPr>
                        <a:t>6</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관리자 조회·평가·추적</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동일 접수의 원문과 근거 확인</a:t>
                      </a:r>
                    </a:p>
                  </a:txBody>
                  <a:tcPr marL="171450" marR="152400" marT="123825" marB="95250">
                    <a:lnR w="9525">
                      <a:solidFill>
                        <a:srgbClr val="D5DDEA"/>
                      </a:solidFill>
                      <a:prstDash val="solid"/>
                    </a:lnR>
                    <a:lnB w="9525">
                      <a:solidFill>
                        <a:srgbClr val="D5DDEA"/>
                      </a:solidFill>
                      <a:prstDash val="solid"/>
                    </a:lnB>
                    <a:solidFill>
                      <a:srgbClr val="FFFFFF"/>
                    </a:solidFill>
                  </a:tcPr>
                </a:tc>
              </a:tr>
              <a:tr h="550069">
                <a:tc>
                  <a:txBody>
                    <a:bodyPr/>
                    <a:lstStyle/>
                    <a:p>
                      <a:r>
                        <a:rPr sz="1800">
                          <a:solidFill>
                            <a:srgbClr val="182942"/>
                          </a:solidFill>
                          <a:latin typeface="Apple SD Gothic Neo"/>
                          <a:ea typeface="Apple SD Gothic Neo"/>
                          <a:cs typeface="Apple SD Gothic Neo"/>
                        </a:rPr>
                        <a:t>7</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Ollama / OpenAI 임베딩 선택</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800">
                          <a:solidFill>
                            <a:srgbClr val="182942"/>
                          </a:solidFill>
                          <a:latin typeface="Apple SD Gothic Neo"/>
                          <a:ea typeface="Apple SD Gothic Neo"/>
                          <a:cs typeface="Apple SD Gothic Neo"/>
                        </a:rPr>
                        <a:t>기존 버전 보존, 공급자별 비교 가능</a:t>
                      </a:r>
                    </a:p>
                  </a:txBody>
                  <a:tcPr marL="171450" marR="152400" marT="123825" marB="95250">
                    <a:lnR w="9525">
                      <a:solidFill>
                        <a:srgbClr val="D5DDEA"/>
                      </a:solidFill>
                      <a:prstDash val="solid"/>
                    </a:lnR>
                    <a:lnB w="9525">
                      <a:solidFill>
                        <a:srgbClr val="D5DDEA"/>
                      </a:solidFill>
                      <a:prstDash val="solid"/>
                    </a:lnB>
                    <a:solidFill>
                      <a:srgbClr val="FFFFFF"/>
                    </a:solidFill>
                  </a:tcPr>
                </a:tc>
              </a:tr>
            </a:tbl>
          </a:graphicData>
        </a:graphic>
      </p:graphicFrame>
    </p:spTree>
    <p:extLst>
      <p:ext uri="{BB962C8B-B14F-4D97-AF65-F5344CB8AC3E}">
        <p14:creationId xmlns:p14="http://schemas.microsoft.com/office/powerpoint/2010/main" val="352296225"/>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49577FC-CB46-4212-AC59-DF3690C144C9}"/>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2E3F76F5-5C2A-4572-83D8-2222C534CF7E}"/>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개선된 처리 흐름과 모델 역할</a:t>
            </a:r>
          </a:p>
        </p:txBody>
      </p:sp>
      <p:sp>
        <p:nvSpPr>
          <p:cNvPr id="3" name="">
            <a:extLst xmlns:a="http://schemas.openxmlformats.org/drawingml/2006/main">
              <a:ext uri="{FF2B5EF4-FFF2-40B4-BE49-F238E27FC236}">
                <a16:creationId xmlns:a16="http://schemas.microsoft.com/office/drawing/2014/main" id="{8D9BCFE5-52ED-476D-90BD-C0A04C5FAA56}"/>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사용자는 자연어로 문의하고, 원문은 분석을 시작하기 전에 접수로 저장한다</a:t>
            </a:r>
          </a:p>
        </p:txBody>
      </p:sp>
      <p:sp>
        <p:nvSpPr>
          <p:cNvPr id="4" name="">
            <a:extLst xmlns:a="http://schemas.openxmlformats.org/drawingml/2006/main">
              <a:ext uri="{FF2B5EF4-FFF2-40B4-BE49-F238E27FC236}">
                <a16:creationId xmlns:a16="http://schemas.microsoft.com/office/drawing/2014/main" id="{7A38EF11-7D47-482A-BF5F-F7C15B2FDD3A}"/>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87E9E70F-5B48-4387-864E-81E537DA5E8B}"/>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05</a:t>
            </a:r>
          </a:p>
        </p:txBody>
      </p:sp>
      <p:sp>
        <p:nvSpPr>
          <p:cNvPr id="6" name="">
            <a:extLst xmlns:a="http://schemas.openxmlformats.org/drawingml/2006/main">
              <a:ext uri="{FF2B5EF4-FFF2-40B4-BE49-F238E27FC236}">
                <a16:creationId xmlns:a16="http://schemas.microsoft.com/office/drawing/2014/main" id="{71C81B03-CC71-4922-ACAA-DBD5DF04537A}"/>
              </a:ext>
            </a:extLst>
          </p:cNvPr>
          <p:cNvSpPr>
            <a:spLocks xmlns:a="http://schemas.openxmlformats.org/drawingml/2006/main" noGrp="1"/>
          </p:cNvSpPr>
          <p:nvPr/>
        </p:nvSpPr>
        <p:spPr>
          <a:xfrm xmlns:a="http://schemas.openxmlformats.org/drawingml/2006/main">
            <a:off x="685800" y="2143125"/>
            <a:ext cx="3714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sp>
      <p:sp>
        <p:nvSpPr>
          <p:cNvPr id="7" name="">
            <a:extLst xmlns:a="http://schemas.openxmlformats.org/drawingml/2006/main">
              <a:ext uri="{FF2B5EF4-FFF2-40B4-BE49-F238E27FC236}">
                <a16:creationId xmlns:a16="http://schemas.microsoft.com/office/drawing/2014/main" id="{6331DE35-4A22-46F1-943D-3FA203091702}"/>
              </a:ext>
            </a:extLst>
          </p:cNvPr>
          <p:cNvSpPr>
            <a:spLocks xmlns:a="http://schemas.openxmlformats.org/drawingml/2006/main" noGrp="1"/>
          </p:cNvSpPr>
          <p:nvPr/>
        </p:nvSpPr>
        <p:spPr>
          <a:xfrm xmlns:a="http://schemas.openxmlformats.org/drawingml/2006/main">
            <a:off x="857250" y="23145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265D5"/>
                </a:solidFill>
                <a:latin typeface="Apple SD Gothic Neo"/>
                <a:ea typeface="Apple SD Gothic Neo"/>
                <a:cs typeface="Apple SD Gothic Neo"/>
              </a:defRPr>
            </a:defPPr>
            <a:lvl1pPr>
              <a:defRPr sz="1875" b="1">
                <a:solidFill>
                  <a:srgbClr val="3265D5"/>
                </a:solidFill>
                <a:latin typeface="Apple SD Gothic Neo"/>
                <a:ea typeface="Apple SD Gothic Neo"/>
                <a:cs typeface="Apple SD Gothic Neo"/>
              </a:defRPr>
            </a:lvl1pPr>
            <a:lvl2pPr>
              <a:defRPr sz="1875" b="1">
                <a:solidFill>
                  <a:srgbClr val="3265D5"/>
                </a:solidFill>
                <a:latin typeface="Apple SD Gothic Neo"/>
                <a:ea typeface="Apple SD Gothic Neo"/>
                <a:cs typeface="Apple SD Gothic Neo"/>
              </a:defRPr>
            </a:lvl2pPr>
            <a:lvl3pPr>
              <a:defRPr sz="1875" b="1">
                <a:solidFill>
                  <a:srgbClr val="3265D5"/>
                </a:solidFill>
                <a:latin typeface="Apple SD Gothic Neo"/>
                <a:ea typeface="Apple SD Gothic Neo"/>
                <a:cs typeface="Apple SD Gothic Neo"/>
              </a:defRPr>
            </a:lvl3pPr>
            <a:lvl4pPr>
              <a:defRPr sz="1875" b="1">
                <a:solidFill>
                  <a:srgbClr val="3265D5"/>
                </a:solidFill>
                <a:latin typeface="Apple SD Gothic Neo"/>
                <a:ea typeface="Apple SD Gothic Neo"/>
                <a:cs typeface="Apple SD Gothic Neo"/>
              </a:defRPr>
            </a:lvl4pPr>
            <a:lvl5pPr>
              <a:defRPr sz="1875" b="1">
                <a:solidFill>
                  <a:srgbClr val="3265D5"/>
                </a:solidFill>
                <a:latin typeface="Apple SD Gothic Neo"/>
                <a:ea typeface="Apple SD Gothic Neo"/>
                <a:cs typeface="Apple SD Gothic Neo"/>
              </a:defRPr>
            </a:lvl5pPr>
            <a:lvl6pPr>
              <a:defRPr sz="1875" b="1">
                <a:solidFill>
                  <a:srgbClr val="3265D5"/>
                </a:solidFill>
                <a:latin typeface="Apple SD Gothic Neo"/>
                <a:ea typeface="Apple SD Gothic Neo"/>
                <a:cs typeface="Apple SD Gothic Neo"/>
              </a:defRPr>
            </a:lvl6pPr>
            <a:lvl7pPr>
              <a:defRPr sz="1875" b="1">
                <a:solidFill>
                  <a:srgbClr val="3265D5"/>
                </a:solidFill>
                <a:latin typeface="Apple SD Gothic Neo"/>
                <a:ea typeface="Apple SD Gothic Neo"/>
                <a:cs typeface="Apple SD Gothic Neo"/>
              </a:defRPr>
            </a:lvl7pPr>
            <a:lvl8pPr>
              <a:defRPr sz="1875" b="1">
                <a:solidFill>
                  <a:srgbClr val="3265D5"/>
                </a:solidFill>
                <a:latin typeface="Apple SD Gothic Neo"/>
                <a:ea typeface="Apple SD Gothic Neo"/>
                <a:cs typeface="Apple SD Gothic Neo"/>
              </a:defRPr>
            </a:lvl8pPr>
            <a:lvl9pPr>
              <a:defRPr sz="1875" b="1">
                <a:solidFill>
                  <a:srgbClr val="3265D5"/>
                </a:solidFill>
                <a:latin typeface="Apple SD Gothic Neo"/>
                <a:ea typeface="Apple SD Gothic Neo"/>
                <a:cs typeface="Apple SD Gothic Neo"/>
              </a:defRPr>
            </a:lvl9pPr>
          </a:lstStyle>
          <a:p xmlns:a="http://schemas.openxmlformats.org/drawingml/2006/main">
            <a:pPr>
              <a:defRPr sz="1875" b="1">
                <a:solidFill>
                  <a:srgbClr val="3265D5"/>
                </a:solidFill>
                <a:latin typeface="Apple SD Gothic Neo"/>
                <a:ea typeface="Apple SD Gothic Neo"/>
                <a:cs typeface="Apple SD Gothic Neo"/>
              </a:defRPr>
            </a:pPr>
            <a:r>
              <a:rPr sz="1875" b="1">
                <a:solidFill>
                  <a:srgbClr val="3265D5"/>
                </a:solidFill>
                <a:latin typeface="Apple SD Gothic Neo"/>
                <a:ea typeface="Apple SD Gothic Neo"/>
                <a:cs typeface="Apple SD Gothic Neo"/>
              </a:rPr>
              <a:t>01</a:t>
            </a:r>
          </a:p>
        </p:txBody>
      </p:sp>
      <p:sp>
        <p:nvSpPr>
          <p:cNvPr id="8" name="">
            <a:extLst xmlns:a="http://schemas.openxmlformats.org/drawingml/2006/main">
              <a:ext uri="{FF2B5EF4-FFF2-40B4-BE49-F238E27FC236}">
                <a16:creationId xmlns:a16="http://schemas.microsoft.com/office/drawing/2014/main" id="{A294103B-F305-455C-A5FD-8301D4506A9A}"/>
              </a:ext>
            </a:extLst>
          </p:cNvPr>
          <p:cNvSpPr>
            <a:spLocks xmlns:a="http://schemas.openxmlformats.org/drawingml/2006/main" noGrp="1"/>
          </p:cNvSpPr>
          <p:nvPr/>
        </p:nvSpPr>
        <p:spPr>
          <a:xfrm xmlns:a="http://schemas.openxmlformats.org/drawingml/2006/main">
            <a:off x="1400175" y="2333625"/>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82942"/>
                </a:solidFill>
                <a:latin typeface="Apple SD Gothic Neo"/>
                <a:ea typeface="Apple SD Gothic Neo"/>
                <a:cs typeface="Apple SD Gothic Neo"/>
              </a:defRPr>
            </a:defPPr>
            <a:lvl1pPr>
              <a:defRPr sz="2025" b="1">
                <a:solidFill>
                  <a:srgbClr val="182942"/>
                </a:solidFill>
                <a:latin typeface="Apple SD Gothic Neo"/>
                <a:ea typeface="Apple SD Gothic Neo"/>
                <a:cs typeface="Apple SD Gothic Neo"/>
              </a:defRPr>
            </a:lvl1pPr>
            <a:lvl2pPr>
              <a:defRPr sz="2025" b="1">
                <a:solidFill>
                  <a:srgbClr val="182942"/>
                </a:solidFill>
                <a:latin typeface="Apple SD Gothic Neo"/>
                <a:ea typeface="Apple SD Gothic Neo"/>
                <a:cs typeface="Apple SD Gothic Neo"/>
              </a:defRPr>
            </a:lvl2pPr>
            <a:lvl3pPr>
              <a:defRPr sz="2025" b="1">
                <a:solidFill>
                  <a:srgbClr val="182942"/>
                </a:solidFill>
                <a:latin typeface="Apple SD Gothic Neo"/>
                <a:ea typeface="Apple SD Gothic Neo"/>
                <a:cs typeface="Apple SD Gothic Neo"/>
              </a:defRPr>
            </a:lvl3pPr>
            <a:lvl4pPr>
              <a:defRPr sz="2025" b="1">
                <a:solidFill>
                  <a:srgbClr val="182942"/>
                </a:solidFill>
                <a:latin typeface="Apple SD Gothic Neo"/>
                <a:ea typeface="Apple SD Gothic Neo"/>
                <a:cs typeface="Apple SD Gothic Neo"/>
              </a:defRPr>
            </a:lvl4pPr>
            <a:lvl5pPr>
              <a:defRPr sz="2025" b="1">
                <a:solidFill>
                  <a:srgbClr val="182942"/>
                </a:solidFill>
                <a:latin typeface="Apple SD Gothic Neo"/>
                <a:ea typeface="Apple SD Gothic Neo"/>
                <a:cs typeface="Apple SD Gothic Neo"/>
              </a:defRPr>
            </a:lvl5pPr>
            <a:lvl6pPr>
              <a:defRPr sz="2025" b="1">
                <a:solidFill>
                  <a:srgbClr val="182942"/>
                </a:solidFill>
                <a:latin typeface="Apple SD Gothic Neo"/>
                <a:ea typeface="Apple SD Gothic Neo"/>
                <a:cs typeface="Apple SD Gothic Neo"/>
              </a:defRPr>
            </a:lvl6pPr>
            <a:lvl7pPr>
              <a:defRPr sz="2025" b="1">
                <a:solidFill>
                  <a:srgbClr val="182942"/>
                </a:solidFill>
                <a:latin typeface="Apple SD Gothic Neo"/>
                <a:ea typeface="Apple SD Gothic Neo"/>
                <a:cs typeface="Apple SD Gothic Neo"/>
              </a:defRPr>
            </a:lvl7pPr>
            <a:lvl8pPr>
              <a:defRPr sz="2025" b="1">
                <a:solidFill>
                  <a:srgbClr val="182942"/>
                </a:solidFill>
                <a:latin typeface="Apple SD Gothic Neo"/>
                <a:ea typeface="Apple SD Gothic Neo"/>
                <a:cs typeface="Apple SD Gothic Neo"/>
              </a:defRPr>
            </a:lvl8pPr>
            <a:lvl9pPr>
              <a:defRPr sz="2025" b="1">
                <a:solidFill>
                  <a:srgbClr val="182942"/>
                </a:solidFill>
                <a:latin typeface="Apple SD Gothic Neo"/>
                <a:ea typeface="Apple SD Gothic Neo"/>
                <a:cs typeface="Apple SD Gothic Neo"/>
              </a:defRPr>
            </a:lvl9pPr>
          </a:lstStyle>
          <a:p xmlns:a="http://schemas.openxmlformats.org/drawingml/2006/main">
            <a:pPr>
              <a:defRPr sz="2025" b="1">
                <a:solidFill>
                  <a:srgbClr val="182942"/>
                </a:solidFill>
                <a:latin typeface="Apple SD Gothic Neo"/>
                <a:ea typeface="Apple SD Gothic Neo"/>
                <a:cs typeface="Apple SD Gothic Neo"/>
              </a:defRPr>
            </a:pPr>
            <a:r>
              <a:rPr sz="2025" b="1">
                <a:solidFill>
                  <a:srgbClr val="182942"/>
                </a:solidFill>
                <a:latin typeface="Apple SD Gothic Neo"/>
                <a:ea typeface="Apple SD Gothic Neo"/>
                <a:cs typeface="Apple SD Gothic Neo"/>
              </a:rPr>
              <a:t>시스템 선택</a:t>
            </a:r>
          </a:p>
        </p:txBody>
      </p:sp>
      <p:sp>
        <p:nvSpPr>
          <p:cNvPr id="9" name="">
            <a:extLst xmlns:a="http://schemas.openxmlformats.org/drawingml/2006/main">
              <a:ext uri="{FF2B5EF4-FFF2-40B4-BE49-F238E27FC236}">
                <a16:creationId xmlns:a16="http://schemas.microsoft.com/office/drawing/2014/main" id="{E196D991-092C-4F05-88F3-4AB10327D24D}"/>
              </a:ext>
            </a:extLst>
          </p:cNvPr>
          <p:cNvSpPr>
            <a:spLocks xmlns:a="http://schemas.openxmlformats.org/drawingml/2006/main" noGrp="1"/>
          </p:cNvSpPr>
          <p:nvPr/>
        </p:nvSpPr>
        <p:spPr>
          <a:xfrm xmlns:a="http://schemas.openxmlformats.org/drawingml/2006/main">
            <a:off x="1400175" y="282892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B687A"/>
                </a:solidFill>
                <a:latin typeface="Apple SD Gothic Neo"/>
                <a:ea typeface="Apple SD Gothic Neo"/>
                <a:cs typeface="Apple SD Gothic Neo"/>
              </a:defRPr>
            </a:defPPr>
            <a:lvl1pPr>
              <a:defRPr sz="1725" b="0">
                <a:solidFill>
                  <a:srgbClr val="5B687A"/>
                </a:solidFill>
                <a:latin typeface="Apple SD Gothic Neo"/>
                <a:ea typeface="Apple SD Gothic Neo"/>
                <a:cs typeface="Apple SD Gothic Neo"/>
              </a:defRPr>
            </a:lvl1pPr>
            <a:lvl2pPr>
              <a:defRPr sz="1725" b="0">
                <a:solidFill>
                  <a:srgbClr val="5B687A"/>
                </a:solidFill>
                <a:latin typeface="Apple SD Gothic Neo"/>
                <a:ea typeface="Apple SD Gothic Neo"/>
                <a:cs typeface="Apple SD Gothic Neo"/>
              </a:defRPr>
            </a:lvl2pPr>
            <a:lvl3pPr>
              <a:defRPr sz="1725" b="0">
                <a:solidFill>
                  <a:srgbClr val="5B687A"/>
                </a:solidFill>
                <a:latin typeface="Apple SD Gothic Neo"/>
                <a:ea typeface="Apple SD Gothic Neo"/>
                <a:cs typeface="Apple SD Gothic Neo"/>
              </a:defRPr>
            </a:lvl3pPr>
            <a:lvl4pPr>
              <a:defRPr sz="1725" b="0">
                <a:solidFill>
                  <a:srgbClr val="5B687A"/>
                </a:solidFill>
                <a:latin typeface="Apple SD Gothic Neo"/>
                <a:ea typeface="Apple SD Gothic Neo"/>
                <a:cs typeface="Apple SD Gothic Neo"/>
              </a:defRPr>
            </a:lvl4pPr>
            <a:lvl5pPr>
              <a:defRPr sz="1725" b="0">
                <a:solidFill>
                  <a:srgbClr val="5B687A"/>
                </a:solidFill>
                <a:latin typeface="Apple SD Gothic Neo"/>
                <a:ea typeface="Apple SD Gothic Neo"/>
                <a:cs typeface="Apple SD Gothic Neo"/>
              </a:defRPr>
            </a:lvl5pPr>
            <a:lvl6pPr>
              <a:defRPr sz="1725" b="0">
                <a:solidFill>
                  <a:srgbClr val="5B687A"/>
                </a:solidFill>
                <a:latin typeface="Apple SD Gothic Neo"/>
                <a:ea typeface="Apple SD Gothic Neo"/>
                <a:cs typeface="Apple SD Gothic Neo"/>
              </a:defRPr>
            </a:lvl6pPr>
            <a:lvl7pPr>
              <a:defRPr sz="1725" b="0">
                <a:solidFill>
                  <a:srgbClr val="5B687A"/>
                </a:solidFill>
                <a:latin typeface="Apple SD Gothic Neo"/>
                <a:ea typeface="Apple SD Gothic Neo"/>
                <a:cs typeface="Apple SD Gothic Neo"/>
              </a:defRPr>
            </a:lvl7pPr>
            <a:lvl8pPr>
              <a:defRPr sz="1725" b="0">
                <a:solidFill>
                  <a:srgbClr val="5B687A"/>
                </a:solidFill>
                <a:latin typeface="Apple SD Gothic Neo"/>
                <a:ea typeface="Apple SD Gothic Neo"/>
                <a:cs typeface="Apple SD Gothic Neo"/>
              </a:defRPr>
            </a:lvl8pPr>
            <a:lvl9pPr>
              <a:defRPr sz="1725" b="0">
                <a:solidFill>
                  <a:srgbClr val="5B687A"/>
                </a:solidFill>
                <a:latin typeface="Apple SD Gothic Neo"/>
                <a:ea typeface="Apple SD Gothic Neo"/>
                <a:cs typeface="Apple SD Gothic Neo"/>
              </a:defRPr>
            </a:lvl9pPr>
          </a:lstStyle>
          <a:p xmlns:a="http://schemas.openxmlformats.org/drawingml/2006/main">
            <a:pPr>
              <a:defRPr sz="1725" b="0">
                <a:solidFill>
                  <a:srgbClr val="5B687A"/>
                </a:solidFill>
                <a:latin typeface="Apple SD Gothic Neo"/>
                <a:ea typeface="Apple SD Gothic Neo"/>
                <a:cs typeface="Apple SD Gothic Neo"/>
              </a:defRPr>
            </a:pPr>
            <a:r>
              <a:rPr sz="1725" b="0">
                <a:solidFill>
                  <a:srgbClr val="5B687A"/>
                </a:solidFill>
                <a:latin typeface="Apple SD Gothic Neo"/>
                <a:ea typeface="Apple SD Gothic Neo"/>
                <a:cs typeface="Apple SD Gothic Neo"/>
              </a:rPr>
              <a:t>Vue / FastAPI</a:t>
            </a:r>
          </a:p>
        </p:txBody>
      </p:sp>
      <p:sp>
        <p:nvSpPr>
          <p:cNvPr id="10" name="">
            <a:extLst xmlns:a="http://schemas.openxmlformats.org/drawingml/2006/main">
              <a:ext uri="{FF2B5EF4-FFF2-40B4-BE49-F238E27FC236}">
                <a16:creationId xmlns:a16="http://schemas.microsoft.com/office/drawing/2014/main" id="{64510233-5D96-42A9-B1AB-344DDDE1865C}"/>
              </a:ext>
            </a:extLst>
          </p:cNvPr>
          <p:cNvSpPr>
            <a:spLocks xmlns:a="http://schemas.openxmlformats.org/drawingml/2006/main" noGrp="1"/>
          </p:cNvSpPr>
          <p:nvPr/>
        </p:nvSpPr>
        <p:spPr>
          <a:xfrm xmlns:a="http://schemas.openxmlformats.org/drawingml/2006/main">
            <a:off x="4495800" y="25241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265D5"/>
                </a:solidFill>
                <a:latin typeface="Apple SD Gothic Neo"/>
                <a:ea typeface="Apple SD Gothic Neo"/>
                <a:cs typeface="Apple SD Gothic Neo"/>
              </a:defRPr>
            </a:defPPr>
            <a:lvl1pPr>
              <a:defRPr sz="2625" b="1">
                <a:solidFill>
                  <a:srgbClr val="3265D5"/>
                </a:solidFill>
                <a:latin typeface="Apple SD Gothic Neo"/>
                <a:ea typeface="Apple SD Gothic Neo"/>
                <a:cs typeface="Apple SD Gothic Neo"/>
              </a:defRPr>
            </a:lvl1pPr>
            <a:lvl2pPr>
              <a:defRPr sz="2625" b="1">
                <a:solidFill>
                  <a:srgbClr val="3265D5"/>
                </a:solidFill>
                <a:latin typeface="Apple SD Gothic Neo"/>
                <a:ea typeface="Apple SD Gothic Neo"/>
                <a:cs typeface="Apple SD Gothic Neo"/>
              </a:defRPr>
            </a:lvl2pPr>
            <a:lvl3pPr>
              <a:defRPr sz="2625" b="1">
                <a:solidFill>
                  <a:srgbClr val="3265D5"/>
                </a:solidFill>
                <a:latin typeface="Apple SD Gothic Neo"/>
                <a:ea typeface="Apple SD Gothic Neo"/>
                <a:cs typeface="Apple SD Gothic Neo"/>
              </a:defRPr>
            </a:lvl3pPr>
            <a:lvl4pPr>
              <a:defRPr sz="2625" b="1">
                <a:solidFill>
                  <a:srgbClr val="3265D5"/>
                </a:solidFill>
                <a:latin typeface="Apple SD Gothic Neo"/>
                <a:ea typeface="Apple SD Gothic Neo"/>
                <a:cs typeface="Apple SD Gothic Neo"/>
              </a:defRPr>
            </a:lvl4pPr>
            <a:lvl5pPr>
              <a:defRPr sz="2625" b="1">
                <a:solidFill>
                  <a:srgbClr val="3265D5"/>
                </a:solidFill>
                <a:latin typeface="Apple SD Gothic Neo"/>
                <a:ea typeface="Apple SD Gothic Neo"/>
                <a:cs typeface="Apple SD Gothic Neo"/>
              </a:defRPr>
            </a:lvl5pPr>
            <a:lvl6pPr>
              <a:defRPr sz="2625" b="1">
                <a:solidFill>
                  <a:srgbClr val="3265D5"/>
                </a:solidFill>
                <a:latin typeface="Apple SD Gothic Neo"/>
                <a:ea typeface="Apple SD Gothic Neo"/>
                <a:cs typeface="Apple SD Gothic Neo"/>
              </a:defRPr>
            </a:lvl6pPr>
            <a:lvl7pPr>
              <a:defRPr sz="2625" b="1">
                <a:solidFill>
                  <a:srgbClr val="3265D5"/>
                </a:solidFill>
                <a:latin typeface="Apple SD Gothic Neo"/>
                <a:ea typeface="Apple SD Gothic Neo"/>
                <a:cs typeface="Apple SD Gothic Neo"/>
              </a:defRPr>
            </a:lvl7pPr>
            <a:lvl8pPr>
              <a:defRPr sz="2625" b="1">
                <a:solidFill>
                  <a:srgbClr val="3265D5"/>
                </a:solidFill>
                <a:latin typeface="Apple SD Gothic Neo"/>
                <a:ea typeface="Apple SD Gothic Neo"/>
                <a:cs typeface="Apple SD Gothic Neo"/>
              </a:defRPr>
            </a:lvl8pPr>
            <a:lvl9pPr>
              <a:defRPr sz="2625" b="1">
                <a:solidFill>
                  <a:srgbClr val="3265D5"/>
                </a:solidFill>
                <a:latin typeface="Apple SD Gothic Neo"/>
                <a:ea typeface="Apple SD Gothic Neo"/>
                <a:cs typeface="Apple SD Gothic Neo"/>
              </a:defRPr>
            </a:lvl9pPr>
          </a:lstStyle>
          <a:p xmlns:a="http://schemas.openxmlformats.org/drawingml/2006/main">
            <a:pPr>
              <a:defRPr sz="2625" b="1">
                <a:solidFill>
                  <a:srgbClr val="3265D5"/>
                </a:solidFill>
                <a:latin typeface="Apple SD Gothic Neo"/>
                <a:ea typeface="Apple SD Gothic Neo"/>
                <a:cs typeface="Apple SD Gothic Neo"/>
              </a:defRPr>
            </a:pPr>
            <a:r>
              <a:rPr sz="2625" b="1">
                <a:solidFill>
                  <a:srgbClr val="3265D5"/>
                </a:solidFill>
                <a:latin typeface="Apple SD Gothic Neo"/>
                <a:ea typeface="Apple SD Gothic Neo"/>
                <a:cs typeface="Apple SD Gothic Neo"/>
              </a:rPr>
              <a:t>→</a:t>
            </a:r>
          </a:p>
        </p:txBody>
      </p:sp>
      <p:sp>
        <p:nvSpPr>
          <p:cNvPr id="11" name="">
            <a:extLst xmlns:a="http://schemas.openxmlformats.org/drawingml/2006/main">
              <a:ext uri="{FF2B5EF4-FFF2-40B4-BE49-F238E27FC236}">
                <a16:creationId xmlns:a16="http://schemas.microsoft.com/office/drawing/2014/main" id="{DBE77B02-792D-4464-95DA-1BD3A8EE976F}"/>
              </a:ext>
            </a:extLst>
          </p:cNvPr>
          <p:cNvSpPr>
            <a:spLocks xmlns:a="http://schemas.openxmlformats.org/drawingml/2006/main" noGrp="1"/>
          </p:cNvSpPr>
          <p:nvPr/>
        </p:nvSpPr>
        <p:spPr>
          <a:xfrm xmlns:a="http://schemas.openxmlformats.org/drawingml/2006/main">
            <a:off x="4991100" y="2143125"/>
            <a:ext cx="3714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sp>
      <p:sp>
        <p:nvSpPr>
          <p:cNvPr id="12" name="">
            <a:extLst xmlns:a="http://schemas.openxmlformats.org/drawingml/2006/main">
              <a:ext uri="{FF2B5EF4-FFF2-40B4-BE49-F238E27FC236}">
                <a16:creationId xmlns:a16="http://schemas.microsoft.com/office/drawing/2014/main" id="{344AB1E8-F759-455D-BBAD-DF5CEA5010E4}"/>
              </a:ext>
            </a:extLst>
          </p:cNvPr>
          <p:cNvSpPr>
            <a:spLocks xmlns:a="http://schemas.openxmlformats.org/drawingml/2006/main" noGrp="1"/>
          </p:cNvSpPr>
          <p:nvPr/>
        </p:nvSpPr>
        <p:spPr>
          <a:xfrm xmlns:a="http://schemas.openxmlformats.org/drawingml/2006/main">
            <a:off x="5162550" y="23145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265D5"/>
                </a:solidFill>
                <a:latin typeface="Apple SD Gothic Neo"/>
                <a:ea typeface="Apple SD Gothic Neo"/>
                <a:cs typeface="Apple SD Gothic Neo"/>
              </a:defRPr>
            </a:defPPr>
            <a:lvl1pPr>
              <a:defRPr sz="1875" b="1">
                <a:solidFill>
                  <a:srgbClr val="3265D5"/>
                </a:solidFill>
                <a:latin typeface="Apple SD Gothic Neo"/>
                <a:ea typeface="Apple SD Gothic Neo"/>
                <a:cs typeface="Apple SD Gothic Neo"/>
              </a:defRPr>
            </a:lvl1pPr>
            <a:lvl2pPr>
              <a:defRPr sz="1875" b="1">
                <a:solidFill>
                  <a:srgbClr val="3265D5"/>
                </a:solidFill>
                <a:latin typeface="Apple SD Gothic Neo"/>
                <a:ea typeface="Apple SD Gothic Neo"/>
                <a:cs typeface="Apple SD Gothic Neo"/>
              </a:defRPr>
            </a:lvl2pPr>
            <a:lvl3pPr>
              <a:defRPr sz="1875" b="1">
                <a:solidFill>
                  <a:srgbClr val="3265D5"/>
                </a:solidFill>
                <a:latin typeface="Apple SD Gothic Neo"/>
                <a:ea typeface="Apple SD Gothic Neo"/>
                <a:cs typeface="Apple SD Gothic Neo"/>
              </a:defRPr>
            </a:lvl3pPr>
            <a:lvl4pPr>
              <a:defRPr sz="1875" b="1">
                <a:solidFill>
                  <a:srgbClr val="3265D5"/>
                </a:solidFill>
                <a:latin typeface="Apple SD Gothic Neo"/>
                <a:ea typeface="Apple SD Gothic Neo"/>
                <a:cs typeface="Apple SD Gothic Neo"/>
              </a:defRPr>
            </a:lvl4pPr>
            <a:lvl5pPr>
              <a:defRPr sz="1875" b="1">
                <a:solidFill>
                  <a:srgbClr val="3265D5"/>
                </a:solidFill>
                <a:latin typeface="Apple SD Gothic Neo"/>
                <a:ea typeface="Apple SD Gothic Neo"/>
                <a:cs typeface="Apple SD Gothic Neo"/>
              </a:defRPr>
            </a:lvl5pPr>
            <a:lvl6pPr>
              <a:defRPr sz="1875" b="1">
                <a:solidFill>
                  <a:srgbClr val="3265D5"/>
                </a:solidFill>
                <a:latin typeface="Apple SD Gothic Neo"/>
                <a:ea typeface="Apple SD Gothic Neo"/>
                <a:cs typeface="Apple SD Gothic Neo"/>
              </a:defRPr>
            </a:lvl6pPr>
            <a:lvl7pPr>
              <a:defRPr sz="1875" b="1">
                <a:solidFill>
                  <a:srgbClr val="3265D5"/>
                </a:solidFill>
                <a:latin typeface="Apple SD Gothic Neo"/>
                <a:ea typeface="Apple SD Gothic Neo"/>
                <a:cs typeface="Apple SD Gothic Neo"/>
              </a:defRPr>
            </a:lvl7pPr>
            <a:lvl8pPr>
              <a:defRPr sz="1875" b="1">
                <a:solidFill>
                  <a:srgbClr val="3265D5"/>
                </a:solidFill>
                <a:latin typeface="Apple SD Gothic Neo"/>
                <a:ea typeface="Apple SD Gothic Neo"/>
                <a:cs typeface="Apple SD Gothic Neo"/>
              </a:defRPr>
            </a:lvl8pPr>
            <a:lvl9pPr>
              <a:defRPr sz="1875" b="1">
                <a:solidFill>
                  <a:srgbClr val="3265D5"/>
                </a:solidFill>
                <a:latin typeface="Apple SD Gothic Neo"/>
                <a:ea typeface="Apple SD Gothic Neo"/>
                <a:cs typeface="Apple SD Gothic Neo"/>
              </a:defRPr>
            </a:lvl9pPr>
          </a:lstStyle>
          <a:p xmlns:a="http://schemas.openxmlformats.org/drawingml/2006/main">
            <a:pPr>
              <a:defRPr sz="1875" b="1">
                <a:solidFill>
                  <a:srgbClr val="3265D5"/>
                </a:solidFill>
                <a:latin typeface="Apple SD Gothic Neo"/>
                <a:ea typeface="Apple SD Gothic Neo"/>
                <a:cs typeface="Apple SD Gothic Neo"/>
              </a:defRPr>
            </a:pPr>
            <a:r>
              <a:rPr sz="1875" b="1">
                <a:solidFill>
                  <a:srgbClr val="3265D5"/>
                </a:solidFill>
                <a:latin typeface="Apple SD Gothic Neo"/>
                <a:ea typeface="Apple SD Gothic Neo"/>
                <a:cs typeface="Apple SD Gothic Neo"/>
              </a:rPr>
              <a:t>02</a:t>
            </a:r>
          </a:p>
        </p:txBody>
      </p:sp>
      <p:sp>
        <p:nvSpPr>
          <p:cNvPr id="13" name="">
            <a:extLst xmlns:a="http://schemas.openxmlformats.org/drawingml/2006/main">
              <a:ext uri="{FF2B5EF4-FFF2-40B4-BE49-F238E27FC236}">
                <a16:creationId xmlns:a16="http://schemas.microsoft.com/office/drawing/2014/main" id="{41E90F06-0110-4212-A627-ED560B1877C6}"/>
              </a:ext>
            </a:extLst>
          </p:cNvPr>
          <p:cNvSpPr>
            <a:spLocks xmlns:a="http://schemas.openxmlformats.org/drawingml/2006/main" noGrp="1"/>
          </p:cNvSpPr>
          <p:nvPr/>
        </p:nvSpPr>
        <p:spPr>
          <a:xfrm xmlns:a="http://schemas.openxmlformats.org/drawingml/2006/main">
            <a:off x="5705475" y="2333625"/>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82942"/>
                </a:solidFill>
                <a:latin typeface="Apple SD Gothic Neo"/>
                <a:ea typeface="Apple SD Gothic Neo"/>
                <a:cs typeface="Apple SD Gothic Neo"/>
              </a:defRPr>
            </a:defPPr>
            <a:lvl1pPr>
              <a:defRPr sz="2025" b="1">
                <a:solidFill>
                  <a:srgbClr val="182942"/>
                </a:solidFill>
                <a:latin typeface="Apple SD Gothic Neo"/>
                <a:ea typeface="Apple SD Gothic Neo"/>
                <a:cs typeface="Apple SD Gothic Neo"/>
              </a:defRPr>
            </a:lvl1pPr>
            <a:lvl2pPr>
              <a:defRPr sz="2025" b="1">
                <a:solidFill>
                  <a:srgbClr val="182942"/>
                </a:solidFill>
                <a:latin typeface="Apple SD Gothic Neo"/>
                <a:ea typeface="Apple SD Gothic Neo"/>
                <a:cs typeface="Apple SD Gothic Neo"/>
              </a:defRPr>
            </a:lvl2pPr>
            <a:lvl3pPr>
              <a:defRPr sz="2025" b="1">
                <a:solidFill>
                  <a:srgbClr val="182942"/>
                </a:solidFill>
                <a:latin typeface="Apple SD Gothic Neo"/>
                <a:ea typeface="Apple SD Gothic Neo"/>
                <a:cs typeface="Apple SD Gothic Neo"/>
              </a:defRPr>
            </a:lvl3pPr>
            <a:lvl4pPr>
              <a:defRPr sz="2025" b="1">
                <a:solidFill>
                  <a:srgbClr val="182942"/>
                </a:solidFill>
                <a:latin typeface="Apple SD Gothic Neo"/>
                <a:ea typeface="Apple SD Gothic Neo"/>
                <a:cs typeface="Apple SD Gothic Neo"/>
              </a:defRPr>
            </a:lvl4pPr>
            <a:lvl5pPr>
              <a:defRPr sz="2025" b="1">
                <a:solidFill>
                  <a:srgbClr val="182942"/>
                </a:solidFill>
                <a:latin typeface="Apple SD Gothic Neo"/>
                <a:ea typeface="Apple SD Gothic Neo"/>
                <a:cs typeface="Apple SD Gothic Neo"/>
              </a:defRPr>
            </a:lvl5pPr>
            <a:lvl6pPr>
              <a:defRPr sz="2025" b="1">
                <a:solidFill>
                  <a:srgbClr val="182942"/>
                </a:solidFill>
                <a:latin typeface="Apple SD Gothic Neo"/>
                <a:ea typeface="Apple SD Gothic Neo"/>
                <a:cs typeface="Apple SD Gothic Neo"/>
              </a:defRPr>
            </a:lvl6pPr>
            <a:lvl7pPr>
              <a:defRPr sz="2025" b="1">
                <a:solidFill>
                  <a:srgbClr val="182942"/>
                </a:solidFill>
                <a:latin typeface="Apple SD Gothic Neo"/>
                <a:ea typeface="Apple SD Gothic Neo"/>
                <a:cs typeface="Apple SD Gothic Neo"/>
              </a:defRPr>
            </a:lvl7pPr>
            <a:lvl8pPr>
              <a:defRPr sz="2025" b="1">
                <a:solidFill>
                  <a:srgbClr val="182942"/>
                </a:solidFill>
                <a:latin typeface="Apple SD Gothic Neo"/>
                <a:ea typeface="Apple SD Gothic Neo"/>
                <a:cs typeface="Apple SD Gothic Neo"/>
              </a:defRPr>
            </a:lvl8pPr>
            <a:lvl9pPr>
              <a:defRPr sz="2025" b="1">
                <a:solidFill>
                  <a:srgbClr val="182942"/>
                </a:solidFill>
                <a:latin typeface="Apple SD Gothic Neo"/>
                <a:ea typeface="Apple SD Gothic Neo"/>
                <a:cs typeface="Apple SD Gothic Neo"/>
              </a:defRPr>
            </a:lvl9pPr>
          </a:lstStyle>
          <a:p xmlns:a="http://schemas.openxmlformats.org/drawingml/2006/main">
            <a:pPr>
              <a:defRPr sz="2025" b="1">
                <a:solidFill>
                  <a:srgbClr val="182942"/>
                </a:solidFill>
                <a:latin typeface="Apple SD Gothic Neo"/>
                <a:ea typeface="Apple SD Gothic Neo"/>
                <a:cs typeface="Apple SD Gothic Neo"/>
              </a:defRPr>
            </a:pPr>
            <a:r>
              <a:rPr sz="2025" b="1">
                <a:solidFill>
                  <a:srgbClr val="182942"/>
                </a:solidFill>
                <a:latin typeface="Apple SD Gothic Neo"/>
                <a:ea typeface="Apple SD Gothic Neo"/>
                <a:cs typeface="Apple SD Gothic Neo"/>
              </a:rPr>
              <a:t>원문 접수·저장</a:t>
            </a:r>
          </a:p>
        </p:txBody>
      </p:sp>
      <p:sp>
        <p:nvSpPr>
          <p:cNvPr id="14" name="">
            <a:extLst xmlns:a="http://schemas.openxmlformats.org/drawingml/2006/main">
              <a:ext uri="{FF2B5EF4-FFF2-40B4-BE49-F238E27FC236}">
                <a16:creationId xmlns:a16="http://schemas.microsoft.com/office/drawing/2014/main" id="{123F12D8-1DC0-4DC3-893B-FE886E03C609}"/>
              </a:ext>
            </a:extLst>
          </p:cNvPr>
          <p:cNvSpPr>
            <a:spLocks xmlns:a="http://schemas.openxmlformats.org/drawingml/2006/main" noGrp="1"/>
          </p:cNvSpPr>
          <p:nvPr/>
        </p:nvSpPr>
        <p:spPr>
          <a:xfrm xmlns:a="http://schemas.openxmlformats.org/drawingml/2006/main">
            <a:off x="5705475" y="282892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B687A"/>
                </a:solidFill>
                <a:latin typeface="Apple SD Gothic Neo"/>
                <a:ea typeface="Apple SD Gothic Neo"/>
                <a:cs typeface="Apple SD Gothic Neo"/>
              </a:defRPr>
            </a:defPPr>
            <a:lvl1pPr>
              <a:defRPr sz="1725" b="0">
                <a:solidFill>
                  <a:srgbClr val="5B687A"/>
                </a:solidFill>
                <a:latin typeface="Apple SD Gothic Neo"/>
                <a:ea typeface="Apple SD Gothic Neo"/>
                <a:cs typeface="Apple SD Gothic Neo"/>
              </a:defRPr>
            </a:lvl1pPr>
            <a:lvl2pPr>
              <a:defRPr sz="1725" b="0">
                <a:solidFill>
                  <a:srgbClr val="5B687A"/>
                </a:solidFill>
                <a:latin typeface="Apple SD Gothic Neo"/>
                <a:ea typeface="Apple SD Gothic Neo"/>
                <a:cs typeface="Apple SD Gothic Neo"/>
              </a:defRPr>
            </a:lvl2pPr>
            <a:lvl3pPr>
              <a:defRPr sz="1725" b="0">
                <a:solidFill>
                  <a:srgbClr val="5B687A"/>
                </a:solidFill>
                <a:latin typeface="Apple SD Gothic Neo"/>
                <a:ea typeface="Apple SD Gothic Neo"/>
                <a:cs typeface="Apple SD Gothic Neo"/>
              </a:defRPr>
            </a:lvl3pPr>
            <a:lvl4pPr>
              <a:defRPr sz="1725" b="0">
                <a:solidFill>
                  <a:srgbClr val="5B687A"/>
                </a:solidFill>
                <a:latin typeface="Apple SD Gothic Neo"/>
                <a:ea typeface="Apple SD Gothic Neo"/>
                <a:cs typeface="Apple SD Gothic Neo"/>
              </a:defRPr>
            </a:lvl4pPr>
            <a:lvl5pPr>
              <a:defRPr sz="1725" b="0">
                <a:solidFill>
                  <a:srgbClr val="5B687A"/>
                </a:solidFill>
                <a:latin typeface="Apple SD Gothic Neo"/>
                <a:ea typeface="Apple SD Gothic Neo"/>
                <a:cs typeface="Apple SD Gothic Neo"/>
              </a:defRPr>
            </a:lvl5pPr>
            <a:lvl6pPr>
              <a:defRPr sz="1725" b="0">
                <a:solidFill>
                  <a:srgbClr val="5B687A"/>
                </a:solidFill>
                <a:latin typeface="Apple SD Gothic Neo"/>
                <a:ea typeface="Apple SD Gothic Neo"/>
                <a:cs typeface="Apple SD Gothic Neo"/>
              </a:defRPr>
            </a:lvl6pPr>
            <a:lvl7pPr>
              <a:defRPr sz="1725" b="0">
                <a:solidFill>
                  <a:srgbClr val="5B687A"/>
                </a:solidFill>
                <a:latin typeface="Apple SD Gothic Neo"/>
                <a:ea typeface="Apple SD Gothic Neo"/>
                <a:cs typeface="Apple SD Gothic Neo"/>
              </a:defRPr>
            </a:lvl7pPr>
            <a:lvl8pPr>
              <a:defRPr sz="1725" b="0">
                <a:solidFill>
                  <a:srgbClr val="5B687A"/>
                </a:solidFill>
                <a:latin typeface="Apple SD Gothic Neo"/>
                <a:ea typeface="Apple SD Gothic Neo"/>
                <a:cs typeface="Apple SD Gothic Neo"/>
              </a:defRPr>
            </a:lvl8pPr>
            <a:lvl9pPr>
              <a:defRPr sz="1725" b="0">
                <a:solidFill>
                  <a:srgbClr val="5B687A"/>
                </a:solidFill>
                <a:latin typeface="Apple SD Gothic Neo"/>
                <a:ea typeface="Apple SD Gothic Neo"/>
                <a:cs typeface="Apple SD Gothic Neo"/>
              </a:defRPr>
            </a:lvl9pPr>
          </a:lstStyle>
          <a:p xmlns:a="http://schemas.openxmlformats.org/drawingml/2006/main">
            <a:pPr>
              <a:defRPr sz="1725" b="0">
                <a:solidFill>
                  <a:srgbClr val="5B687A"/>
                </a:solidFill>
                <a:latin typeface="Apple SD Gothic Neo"/>
                <a:ea typeface="Apple SD Gothic Neo"/>
                <a:cs typeface="Apple SD Gothic Neo"/>
              </a:defRPr>
            </a:pPr>
            <a:r>
              <a:rPr sz="1725" b="0">
                <a:solidFill>
                  <a:srgbClr val="5B687A"/>
                </a:solidFill>
                <a:latin typeface="Apple SD Gothic Neo"/>
                <a:ea typeface="Apple SD Gothic Neo"/>
                <a:cs typeface="Apple SD Gothic Neo"/>
              </a:rPr>
              <a:t>SQLite · 요청 ID</a:t>
            </a:r>
          </a:p>
        </p:txBody>
      </p:sp>
      <p:sp>
        <p:nvSpPr>
          <p:cNvPr id="15" name="">
            <a:extLst xmlns:a="http://schemas.openxmlformats.org/drawingml/2006/main">
              <a:ext uri="{FF2B5EF4-FFF2-40B4-BE49-F238E27FC236}">
                <a16:creationId xmlns:a16="http://schemas.microsoft.com/office/drawing/2014/main" id="{DA39AC7B-A104-4815-BB55-62D2D01214E3}"/>
              </a:ext>
            </a:extLst>
          </p:cNvPr>
          <p:cNvSpPr>
            <a:spLocks xmlns:a="http://schemas.openxmlformats.org/drawingml/2006/main" noGrp="1"/>
          </p:cNvSpPr>
          <p:nvPr/>
        </p:nvSpPr>
        <p:spPr>
          <a:xfrm xmlns:a="http://schemas.openxmlformats.org/drawingml/2006/main">
            <a:off x="8801100" y="25241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265D5"/>
                </a:solidFill>
                <a:latin typeface="Apple SD Gothic Neo"/>
                <a:ea typeface="Apple SD Gothic Neo"/>
                <a:cs typeface="Apple SD Gothic Neo"/>
              </a:defRPr>
            </a:defPPr>
            <a:lvl1pPr>
              <a:defRPr sz="2625" b="1">
                <a:solidFill>
                  <a:srgbClr val="3265D5"/>
                </a:solidFill>
                <a:latin typeface="Apple SD Gothic Neo"/>
                <a:ea typeface="Apple SD Gothic Neo"/>
                <a:cs typeface="Apple SD Gothic Neo"/>
              </a:defRPr>
            </a:lvl1pPr>
            <a:lvl2pPr>
              <a:defRPr sz="2625" b="1">
                <a:solidFill>
                  <a:srgbClr val="3265D5"/>
                </a:solidFill>
                <a:latin typeface="Apple SD Gothic Neo"/>
                <a:ea typeface="Apple SD Gothic Neo"/>
                <a:cs typeface="Apple SD Gothic Neo"/>
              </a:defRPr>
            </a:lvl2pPr>
            <a:lvl3pPr>
              <a:defRPr sz="2625" b="1">
                <a:solidFill>
                  <a:srgbClr val="3265D5"/>
                </a:solidFill>
                <a:latin typeface="Apple SD Gothic Neo"/>
                <a:ea typeface="Apple SD Gothic Neo"/>
                <a:cs typeface="Apple SD Gothic Neo"/>
              </a:defRPr>
            </a:lvl3pPr>
            <a:lvl4pPr>
              <a:defRPr sz="2625" b="1">
                <a:solidFill>
                  <a:srgbClr val="3265D5"/>
                </a:solidFill>
                <a:latin typeface="Apple SD Gothic Neo"/>
                <a:ea typeface="Apple SD Gothic Neo"/>
                <a:cs typeface="Apple SD Gothic Neo"/>
              </a:defRPr>
            </a:lvl4pPr>
            <a:lvl5pPr>
              <a:defRPr sz="2625" b="1">
                <a:solidFill>
                  <a:srgbClr val="3265D5"/>
                </a:solidFill>
                <a:latin typeface="Apple SD Gothic Neo"/>
                <a:ea typeface="Apple SD Gothic Neo"/>
                <a:cs typeface="Apple SD Gothic Neo"/>
              </a:defRPr>
            </a:lvl5pPr>
            <a:lvl6pPr>
              <a:defRPr sz="2625" b="1">
                <a:solidFill>
                  <a:srgbClr val="3265D5"/>
                </a:solidFill>
                <a:latin typeface="Apple SD Gothic Neo"/>
                <a:ea typeface="Apple SD Gothic Neo"/>
                <a:cs typeface="Apple SD Gothic Neo"/>
              </a:defRPr>
            </a:lvl6pPr>
            <a:lvl7pPr>
              <a:defRPr sz="2625" b="1">
                <a:solidFill>
                  <a:srgbClr val="3265D5"/>
                </a:solidFill>
                <a:latin typeface="Apple SD Gothic Neo"/>
                <a:ea typeface="Apple SD Gothic Neo"/>
                <a:cs typeface="Apple SD Gothic Neo"/>
              </a:defRPr>
            </a:lvl7pPr>
            <a:lvl8pPr>
              <a:defRPr sz="2625" b="1">
                <a:solidFill>
                  <a:srgbClr val="3265D5"/>
                </a:solidFill>
                <a:latin typeface="Apple SD Gothic Neo"/>
                <a:ea typeface="Apple SD Gothic Neo"/>
                <a:cs typeface="Apple SD Gothic Neo"/>
              </a:defRPr>
            </a:lvl8pPr>
            <a:lvl9pPr>
              <a:defRPr sz="2625" b="1">
                <a:solidFill>
                  <a:srgbClr val="3265D5"/>
                </a:solidFill>
                <a:latin typeface="Apple SD Gothic Neo"/>
                <a:ea typeface="Apple SD Gothic Neo"/>
                <a:cs typeface="Apple SD Gothic Neo"/>
              </a:defRPr>
            </a:lvl9pPr>
          </a:lstStyle>
          <a:p xmlns:a="http://schemas.openxmlformats.org/drawingml/2006/main">
            <a:pPr>
              <a:defRPr sz="2625" b="1">
                <a:solidFill>
                  <a:srgbClr val="3265D5"/>
                </a:solidFill>
                <a:latin typeface="Apple SD Gothic Neo"/>
                <a:ea typeface="Apple SD Gothic Neo"/>
                <a:cs typeface="Apple SD Gothic Neo"/>
              </a:defRPr>
            </a:pPr>
            <a:r>
              <a:rPr sz="2625" b="1">
                <a:solidFill>
                  <a:srgbClr val="3265D5"/>
                </a:solidFill>
                <a:latin typeface="Apple SD Gothic Neo"/>
                <a:ea typeface="Apple SD Gothic Neo"/>
                <a:cs typeface="Apple SD Gothic Neo"/>
              </a:rPr>
              <a:t>→</a:t>
            </a:r>
          </a:p>
        </p:txBody>
      </p:sp>
      <p:sp>
        <p:nvSpPr>
          <p:cNvPr id="16" name="">
            <a:extLst xmlns:a="http://schemas.openxmlformats.org/drawingml/2006/main">
              <a:ext uri="{FF2B5EF4-FFF2-40B4-BE49-F238E27FC236}">
                <a16:creationId xmlns:a16="http://schemas.microsoft.com/office/drawing/2014/main" id="{F0844424-8BDA-47C4-BC5F-284E2874CDFA}"/>
              </a:ext>
            </a:extLst>
          </p:cNvPr>
          <p:cNvSpPr>
            <a:spLocks xmlns:a="http://schemas.openxmlformats.org/drawingml/2006/main" noGrp="1"/>
          </p:cNvSpPr>
          <p:nvPr/>
        </p:nvSpPr>
        <p:spPr>
          <a:xfrm xmlns:a="http://schemas.openxmlformats.org/drawingml/2006/main">
            <a:off x="9296400" y="2143125"/>
            <a:ext cx="3714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sp>
      <p:sp>
        <p:nvSpPr>
          <p:cNvPr id="17" name="">
            <a:extLst xmlns:a="http://schemas.openxmlformats.org/drawingml/2006/main">
              <a:ext uri="{FF2B5EF4-FFF2-40B4-BE49-F238E27FC236}">
                <a16:creationId xmlns:a16="http://schemas.microsoft.com/office/drawing/2014/main" id="{8A330B61-C98E-4A41-9C7C-9EF9BA7AE7CF}"/>
              </a:ext>
            </a:extLst>
          </p:cNvPr>
          <p:cNvSpPr>
            <a:spLocks xmlns:a="http://schemas.openxmlformats.org/drawingml/2006/main" noGrp="1"/>
          </p:cNvSpPr>
          <p:nvPr/>
        </p:nvSpPr>
        <p:spPr>
          <a:xfrm xmlns:a="http://schemas.openxmlformats.org/drawingml/2006/main">
            <a:off x="9467850" y="23145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265D5"/>
                </a:solidFill>
                <a:latin typeface="Apple SD Gothic Neo"/>
                <a:ea typeface="Apple SD Gothic Neo"/>
                <a:cs typeface="Apple SD Gothic Neo"/>
              </a:defRPr>
            </a:defPPr>
            <a:lvl1pPr>
              <a:defRPr sz="1875" b="1">
                <a:solidFill>
                  <a:srgbClr val="3265D5"/>
                </a:solidFill>
                <a:latin typeface="Apple SD Gothic Neo"/>
                <a:ea typeface="Apple SD Gothic Neo"/>
                <a:cs typeface="Apple SD Gothic Neo"/>
              </a:defRPr>
            </a:lvl1pPr>
            <a:lvl2pPr>
              <a:defRPr sz="1875" b="1">
                <a:solidFill>
                  <a:srgbClr val="3265D5"/>
                </a:solidFill>
                <a:latin typeface="Apple SD Gothic Neo"/>
                <a:ea typeface="Apple SD Gothic Neo"/>
                <a:cs typeface="Apple SD Gothic Neo"/>
              </a:defRPr>
            </a:lvl2pPr>
            <a:lvl3pPr>
              <a:defRPr sz="1875" b="1">
                <a:solidFill>
                  <a:srgbClr val="3265D5"/>
                </a:solidFill>
                <a:latin typeface="Apple SD Gothic Neo"/>
                <a:ea typeface="Apple SD Gothic Neo"/>
                <a:cs typeface="Apple SD Gothic Neo"/>
              </a:defRPr>
            </a:lvl3pPr>
            <a:lvl4pPr>
              <a:defRPr sz="1875" b="1">
                <a:solidFill>
                  <a:srgbClr val="3265D5"/>
                </a:solidFill>
                <a:latin typeface="Apple SD Gothic Neo"/>
                <a:ea typeface="Apple SD Gothic Neo"/>
                <a:cs typeface="Apple SD Gothic Neo"/>
              </a:defRPr>
            </a:lvl4pPr>
            <a:lvl5pPr>
              <a:defRPr sz="1875" b="1">
                <a:solidFill>
                  <a:srgbClr val="3265D5"/>
                </a:solidFill>
                <a:latin typeface="Apple SD Gothic Neo"/>
                <a:ea typeface="Apple SD Gothic Neo"/>
                <a:cs typeface="Apple SD Gothic Neo"/>
              </a:defRPr>
            </a:lvl5pPr>
            <a:lvl6pPr>
              <a:defRPr sz="1875" b="1">
                <a:solidFill>
                  <a:srgbClr val="3265D5"/>
                </a:solidFill>
                <a:latin typeface="Apple SD Gothic Neo"/>
                <a:ea typeface="Apple SD Gothic Neo"/>
                <a:cs typeface="Apple SD Gothic Neo"/>
              </a:defRPr>
            </a:lvl6pPr>
            <a:lvl7pPr>
              <a:defRPr sz="1875" b="1">
                <a:solidFill>
                  <a:srgbClr val="3265D5"/>
                </a:solidFill>
                <a:latin typeface="Apple SD Gothic Neo"/>
                <a:ea typeface="Apple SD Gothic Neo"/>
                <a:cs typeface="Apple SD Gothic Neo"/>
              </a:defRPr>
            </a:lvl7pPr>
            <a:lvl8pPr>
              <a:defRPr sz="1875" b="1">
                <a:solidFill>
                  <a:srgbClr val="3265D5"/>
                </a:solidFill>
                <a:latin typeface="Apple SD Gothic Neo"/>
                <a:ea typeface="Apple SD Gothic Neo"/>
                <a:cs typeface="Apple SD Gothic Neo"/>
              </a:defRPr>
            </a:lvl8pPr>
            <a:lvl9pPr>
              <a:defRPr sz="1875" b="1">
                <a:solidFill>
                  <a:srgbClr val="3265D5"/>
                </a:solidFill>
                <a:latin typeface="Apple SD Gothic Neo"/>
                <a:ea typeface="Apple SD Gothic Neo"/>
                <a:cs typeface="Apple SD Gothic Neo"/>
              </a:defRPr>
            </a:lvl9pPr>
          </a:lstStyle>
          <a:p xmlns:a="http://schemas.openxmlformats.org/drawingml/2006/main">
            <a:pPr>
              <a:defRPr sz="1875" b="1">
                <a:solidFill>
                  <a:srgbClr val="3265D5"/>
                </a:solidFill>
                <a:latin typeface="Apple SD Gothic Neo"/>
                <a:ea typeface="Apple SD Gothic Neo"/>
                <a:cs typeface="Apple SD Gothic Neo"/>
              </a:defRPr>
            </a:pPr>
            <a:r>
              <a:rPr sz="1875" b="1">
                <a:solidFill>
                  <a:srgbClr val="3265D5"/>
                </a:solidFill>
                <a:latin typeface="Apple SD Gothic Neo"/>
                <a:ea typeface="Apple SD Gothic Neo"/>
                <a:cs typeface="Apple SD Gothic Neo"/>
              </a:rPr>
              <a:t>03</a:t>
            </a:r>
          </a:p>
        </p:txBody>
      </p:sp>
      <p:sp>
        <p:nvSpPr>
          <p:cNvPr id="18" name="">
            <a:extLst xmlns:a="http://schemas.openxmlformats.org/drawingml/2006/main">
              <a:ext uri="{FF2B5EF4-FFF2-40B4-BE49-F238E27FC236}">
                <a16:creationId xmlns:a16="http://schemas.microsoft.com/office/drawing/2014/main" id="{5D9ECBB7-E1A8-45F3-A1C9-91DA5503D492}"/>
              </a:ext>
            </a:extLst>
          </p:cNvPr>
          <p:cNvSpPr>
            <a:spLocks xmlns:a="http://schemas.openxmlformats.org/drawingml/2006/main" noGrp="1"/>
          </p:cNvSpPr>
          <p:nvPr/>
        </p:nvSpPr>
        <p:spPr>
          <a:xfrm xmlns:a="http://schemas.openxmlformats.org/drawingml/2006/main">
            <a:off x="10010775" y="2333625"/>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82942"/>
                </a:solidFill>
                <a:latin typeface="Apple SD Gothic Neo"/>
                <a:ea typeface="Apple SD Gothic Neo"/>
                <a:cs typeface="Apple SD Gothic Neo"/>
              </a:defRPr>
            </a:defPPr>
            <a:lvl1pPr>
              <a:defRPr sz="2025" b="1">
                <a:solidFill>
                  <a:srgbClr val="182942"/>
                </a:solidFill>
                <a:latin typeface="Apple SD Gothic Neo"/>
                <a:ea typeface="Apple SD Gothic Neo"/>
                <a:cs typeface="Apple SD Gothic Neo"/>
              </a:defRPr>
            </a:lvl1pPr>
            <a:lvl2pPr>
              <a:defRPr sz="2025" b="1">
                <a:solidFill>
                  <a:srgbClr val="182942"/>
                </a:solidFill>
                <a:latin typeface="Apple SD Gothic Neo"/>
                <a:ea typeface="Apple SD Gothic Neo"/>
                <a:cs typeface="Apple SD Gothic Neo"/>
              </a:defRPr>
            </a:lvl2pPr>
            <a:lvl3pPr>
              <a:defRPr sz="2025" b="1">
                <a:solidFill>
                  <a:srgbClr val="182942"/>
                </a:solidFill>
                <a:latin typeface="Apple SD Gothic Neo"/>
                <a:ea typeface="Apple SD Gothic Neo"/>
                <a:cs typeface="Apple SD Gothic Neo"/>
              </a:defRPr>
            </a:lvl3pPr>
            <a:lvl4pPr>
              <a:defRPr sz="2025" b="1">
                <a:solidFill>
                  <a:srgbClr val="182942"/>
                </a:solidFill>
                <a:latin typeface="Apple SD Gothic Neo"/>
                <a:ea typeface="Apple SD Gothic Neo"/>
                <a:cs typeface="Apple SD Gothic Neo"/>
              </a:defRPr>
            </a:lvl4pPr>
            <a:lvl5pPr>
              <a:defRPr sz="2025" b="1">
                <a:solidFill>
                  <a:srgbClr val="182942"/>
                </a:solidFill>
                <a:latin typeface="Apple SD Gothic Neo"/>
                <a:ea typeface="Apple SD Gothic Neo"/>
                <a:cs typeface="Apple SD Gothic Neo"/>
              </a:defRPr>
            </a:lvl5pPr>
            <a:lvl6pPr>
              <a:defRPr sz="2025" b="1">
                <a:solidFill>
                  <a:srgbClr val="182942"/>
                </a:solidFill>
                <a:latin typeface="Apple SD Gothic Neo"/>
                <a:ea typeface="Apple SD Gothic Neo"/>
                <a:cs typeface="Apple SD Gothic Neo"/>
              </a:defRPr>
            </a:lvl6pPr>
            <a:lvl7pPr>
              <a:defRPr sz="2025" b="1">
                <a:solidFill>
                  <a:srgbClr val="182942"/>
                </a:solidFill>
                <a:latin typeface="Apple SD Gothic Neo"/>
                <a:ea typeface="Apple SD Gothic Neo"/>
                <a:cs typeface="Apple SD Gothic Neo"/>
              </a:defRPr>
            </a:lvl7pPr>
            <a:lvl8pPr>
              <a:defRPr sz="2025" b="1">
                <a:solidFill>
                  <a:srgbClr val="182942"/>
                </a:solidFill>
                <a:latin typeface="Apple SD Gothic Neo"/>
                <a:ea typeface="Apple SD Gothic Neo"/>
                <a:cs typeface="Apple SD Gothic Neo"/>
              </a:defRPr>
            </a:lvl8pPr>
            <a:lvl9pPr>
              <a:defRPr sz="2025" b="1">
                <a:solidFill>
                  <a:srgbClr val="182942"/>
                </a:solidFill>
                <a:latin typeface="Apple SD Gothic Neo"/>
                <a:ea typeface="Apple SD Gothic Neo"/>
                <a:cs typeface="Apple SD Gothic Neo"/>
              </a:defRPr>
            </a:lvl9pPr>
          </a:lstStyle>
          <a:p xmlns:a="http://schemas.openxmlformats.org/drawingml/2006/main">
            <a:pPr>
              <a:defRPr sz="2025" b="1">
                <a:solidFill>
                  <a:srgbClr val="182942"/>
                </a:solidFill>
                <a:latin typeface="Apple SD Gothic Neo"/>
                <a:ea typeface="Apple SD Gothic Neo"/>
                <a:cs typeface="Apple SD Gothic Neo"/>
              </a:defRPr>
            </a:pPr>
            <a:r>
              <a:rPr sz="2025" b="1">
                <a:solidFill>
                  <a:srgbClr val="182942"/>
                </a:solidFill>
                <a:latin typeface="Apple SD Gothic Neo"/>
                <a:ea typeface="Apple SD Gothic Neo"/>
                <a:cs typeface="Apple SD Gothic Neo"/>
              </a:rPr>
              <a:t>문의 정보 정리</a:t>
            </a:r>
          </a:p>
        </p:txBody>
      </p:sp>
      <p:sp>
        <p:nvSpPr>
          <p:cNvPr id="19" name="">
            <a:extLst xmlns:a="http://schemas.openxmlformats.org/drawingml/2006/main">
              <a:ext uri="{FF2B5EF4-FFF2-40B4-BE49-F238E27FC236}">
                <a16:creationId xmlns:a16="http://schemas.microsoft.com/office/drawing/2014/main" id="{228BB55F-69A4-4ACC-93CE-D363C6B07140}"/>
              </a:ext>
            </a:extLst>
          </p:cNvPr>
          <p:cNvSpPr>
            <a:spLocks xmlns:a="http://schemas.openxmlformats.org/drawingml/2006/main" noGrp="1"/>
          </p:cNvSpPr>
          <p:nvPr/>
        </p:nvSpPr>
        <p:spPr>
          <a:xfrm xmlns:a="http://schemas.openxmlformats.org/drawingml/2006/main">
            <a:off x="10010775" y="282892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B687A"/>
                </a:solidFill>
                <a:latin typeface="Apple SD Gothic Neo"/>
                <a:ea typeface="Apple SD Gothic Neo"/>
                <a:cs typeface="Apple SD Gothic Neo"/>
              </a:defRPr>
            </a:defPPr>
            <a:lvl1pPr>
              <a:defRPr sz="1725" b="0">
                <a:solidFill>
                  <a:srgbClr val="5B687A"/>
                </a:solidFill>
                <a:latin typeface="Apple SD Gothic Neo"/>
                <a:ea typeface="Apple SD Gothic Neo"/>
                <a:cs typeface="Apple SD Gothic Neo"/>
              </a:defRPr>
            </a:lvl1pPr>
            <a:lvl2pPr>
              <a:defRPr sz="1725" b="0">
                <a:solidFill>
                  <a:srgbClr val="5B687A"/>
                </a:solidFill>
                <a:latin typeface="Apple SD Gothic Neo"/>
                <a:ea typeface="Apple SD Gothic Neo"/>
                <a:cs typeface="Apple SD Gothic Neo"/>
              </a:defRPr>
            </a:lvl2pPr>
            <a:lvl3pPr>
              <a:defRPr sz="1725" b="0">
                <a:solidFill>
                  <a:srgbClr val="5B687A"/>
                </a:solidFill>
                <a:latin typeface="Apple SD Gothic Neo"/>
                <a:ea typeface="Apple SD Gothic Neo"/>
                <a:cs typeface="Apple SD Gothic Neo"/>
              </a:defRPr>
            </a:lvl3pPr>
            <a:lvl4pPr>
              <a:defRPr sz="1725" b="0">
                <a:solidFill>
                  <a:srgbClr val="5B687A"/>
                </a:solidFill>
                <a:latin typeface="Apple SD Gothic Neo"/>
                <a:ea typeface="Apple SD Gothic Neo"/>
                <a:cs typeface="Apple SD Gothic Neo"/>
              </a:defRPr>
            </a:lvl4pPr>
            <a:lvl5pPr>
              <a:defRPr sz="1725" b="0">
                <a:solidFill>
                  <a:srgbClr val="5B687A"/>
                </a:solidFill>
                <a:latin typeface="Apple SD Gothic Neo"/>
                <a:ea typeface="Apple SD Gothic Neo"/>
                <a:cs typeface="Apple SD Gothic Neo"/>
              </a:defRPr>
            </a:lvl5pPr>
            <a:lvl6pPr>
              <a:defRPr sz="1725" b="0">
                <a:solidFill>
                  <a:srgbClr val="5B687A"/>
                </a:solidFill>
                <a:latin typeface="Apple SD Gothic Neo"/>
                <a:ea typeface="Apple SD Gothic Neo"/>
                <a:cs typeface="Apple SD Gothic Neo"/>
              </a:defRPr>
            </a:lvl6pPr>
            <a:lvl7pPr>
              <a:defRPr sz="1725" b="0">
                <a:solidFill>
                  <a:srgbClr val="5B687A"/>
                </a:solidFill>
                <a:latin typeface="Apple SD Gothic Neo"/>
                <a:ea typeface="Apple SD Gothic Neo"/>
                <a:cs typeface="Apple SD Gothic Neo"/>
              </a:defRPr>
            </a:lvl7pPr>
            <a:lvl8pPr>
              <a:defRPr sz="1725" b="0">
                <a:solidFill>
                  <a:srgbClr val="5B687A"/>
                </a:solidFill>
                <a:latin typeface="Apple SD Gothic Neo"/>
                <a:ea typeface="Apple SD Gothic Neo"/>
                <a:cs typeface="Apple SD Gothic Neo"/>
              </a:defRPr>
            </a:lvl8pPr>
            <a:lvl9pPr>
              <a:defRPr sz="1725" b="0">
                <a:solidFill>
                  <a:srgbClr val="5B687A"/>
                </a:solidFill>
                <a:latin typeface="Apple SD Gothic Neo"/>
                <a:ea typeface="Apple SD Gothic Neo"/>
                <a:cs typeface="Apple SD Gothic Neo"/>
              </a:defRPr>
            </a:lvl9pPr>
          </a:lstStyle>
          <a:p xmlns:a="http://schemas.openxmlformats.org/drawingml/2006/main">
            <a:pPr>
              <a:defRPr sz="1725" b="0">
                <a:solidFill>
                  <a:srgbClr val="5B687A"/>
                </a:solidFill>
                <a:latin typeface="Apple SD Gothic Neo"/>
                <a:ea typeface="Apple SD Gothic Neo"/>
                <a:cs typeface="Apple SD Gothic Neo"/>
              </a:defRPr>
            </a:pPr>
            <a:r>
              <a:rPr sz="1725" b="0">
                <a:solidFill>
                  <a:srgbClr val="5B687A"/>
                </a:solidFill>
                <a:latin typeface="Apple SD Gothic Neo"/>
                <a:ea typeface="Apple SD Gothic Neo"/>
                <a:cs typeface="Apple SD Gothic Neo"/>
              </a:rPr>
              <a:t>Qwen 0.6b</a:t>
            </a:r>
          </a:p>
        </p:txBody>
      </p:sp>
      <p:sp>
        <p:nvSpPr>
          <p:cNvPr id="20" name="">
            <a:extLst xmlns:a="http://schemas.openxmlformats.org/drawingml/2006/main">
              <a:ext uri="{FF2B5EF4-FFF2-40B4-BE49-F238E27FC236}">
                <a16:creationId xmlns:a16="http://schemas.microsoft.com/office/drawing/2014/main" id="{1FFAEDBB-D7ED-4BD9-BDF1-6F6EBE54F9FE}"/>
              </a:ext>
            </a:extLst>
          </p:cNvPr>
          <p:cNvSpPr>
            <a:spLocks xmlns:a="http://schemas.openxmlformats.org/drawingml/2006/main" noGrp="1"/>
          </p:cNvSpPr>
          <p:nvPr/>
        </p:nvSpPr>
        <p:spPr>
          <a:xfrm xmlns:a="http://schemas.openxmlformats.org/drawingml/2006/main">
            <a:off x="685800" y="3857625"/>
            <a:ext cx="3714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sp>
      <p:sp>
        <p:nvSpPr>
          <p:cNvPr id="21" name="">
            <a:extLst xmlns:a="http://schemas.openxmlformats.org/drawingml/2006/main">
              <a:ext uri="{FF2B5EF4-FFF2-40B4-BE49-F238E27FC236}">
                <a16:creationId xmlns:a16="http://schemas.microsoft.com/office/drawing/2014/main" id="{327793D3-0DB4-41F5-A5AC-A3071D8AF0F6}"/>
              </a:ext>
            </a:extLst>
          </p:cNvPr>
          <p:cNvSpPr>
            <a:spLocks xmlns:a="http://schemas.openxmlformats.org/drawingml/2006/main" noGrp="1"/>
          </p:cNvSpPr>
          <p:nvPr/>
        </p:nvSpPr>
        <p:spPr>
          <a:xfrm xmlns:a="http://schemas.openxmlformats.org/drawingml/2006/main">
            <a:off x="857250" y="40290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265D5"/>
                </a:solidFill>
                <a:latin typeface="Apple SD Gothic Neo"/>
                <a:ea typeface="Apple SD Gothic Neo"/>
                <a:cs typeface="Apple SD Gothic Neo"/>
              </a:defRPr>
            </a:defPPr>
            <a:lvl1pPr>
              <a:defRPr sz="1875" b="1">
                <a:solidFill>
                  <a:srgbClr val="3265D5"/>
                </a:solidFill>
                <a:latin typeface="Apple SD Gothic Neo"/>
                <a:ea typeface="Apple SD Gothic Neo"/>
                <a:cs typeface="Apple SD Gothic Neo"/>
              </a:defRPr>
            </a:lvl1pPr>
            <a:lvl2pPr>
              <a:defRPr sz="1875" b="1">
                <a:solidFill>
                  <a:srgbClr val="3265D5"/>
                </a:solidFill>
                <a:latin typeface="Apple SD Gothic Neo"/>
                <a:ea typeface="Apple SD Gothic Neo"/>
                <a:cs typeface="Apple SD Gothic Neo"/>
              </a:defRPr>
            </a:lvl2pPr>
            <a:lvl3pPr>
              <a:defRPr sz="1875" b="1">
                <a:solidFill>
                  <a:srgbClr val="3265D5"/>
                </a:solidFill>
                <a:latin typeface="Apple SD Gothic Neo"/>
                <a:ea typeface="Apple SD Gothic Neo"/>
                <a:cs typeface="Apple SD Gothic Neo"/>
              </a:defRPr>
            </a:lvl3pPr>
            <a:lvl4pPr>
              <a:defRPr sz="1875" b="1">
                <a:solidFill>
                  <a:srgbClr val="3265D5"/>
                </a:solidFill>
                <a:latin typeface="Apple SD Gothic Neo"/>
                <a:ea typeface="Apple SD Gothic Neo"/>
                <a:cs typeface="Apple SD Gothic Neo"/>
              </a:defRPr>
            </a:lvl4pPr>
            <a:lvl5pPr>
              <a:defRPr sz="1875" b="1">
                <a:solidFill>
                  <a:srgbClr val="3265D5"/>
                </a:solidFill>
                <a:latin typeface="Apple SD Gothic Neo"/>
                <a:ea typeface="Apple SD Gothic Neo"/>
                <a:cs typeface="Apple SD Gothic Neo"/>
              </a:defRPr>
            </a:lvl5pPr>
            <a:lvl6pPr>
              <a:defRPr sz="1875" b="1">
                <a:solidFill>
                  <a:srgbClr val="3265D5"/>
                </a:solidFill>
                <a:latin typeface="Apple SD Gothic Neo"/>
                <a:ea typeface="Apple SD Gothic Neo"/>
                <a:cs typeface="Apple SD Gothic Neo"/>
              </a:defRPr>
            </a:lvl6pPr>
            <a:lvl7pPr>
              <a:defRPr sz="1875" b="1">
                <a:solidFill>
                  <a:srgbClr val="3265D5"/>
                </a:solidFill>
                <a:latin typeface="Apple SD Gothic Neo"/>
                <a:ea typeface="Apple SD Gothic Neo"/>
                <a:cs typeface="Apple SD Gothic Neo"/>
              </a:defRPr>
            </a:lvl7pPr>
            <a:lvl8pPr>
              <a:defRPr sz="1875" b="1">
                <a:solidFill>
                  <a:srgbClr val="3265D5"/>
                </a:solidFill>
                <a:latin typeface="Apple SD Gothic Neo"/>
                <a:ea typeface="Apple SD Gothic Neo"/>
                <a:cs typeface="Apple SD Gothic Neo"/>
              </a:defRPr>
            </a:lvl8pPr>
            <a:lvl9pPr>
              <a:defRPr sz="1875" b="1">
                <a:solidFill>
                  <a:srgbClr val="3265D5"/>
                </a:solidFill>
                <a:latin typeface="Apple SD Gothic Neo"/>
                <a:ea typeface="Apple SD Gothic Neo"/>
                <a:cs typeface="Apple SD Gothic Neo"/>
              </a:defRPr>
            </a:lvl9pPr>
          </a:lstStyle>
          <a:p xmlns:a="http://schemas.openxmlformats.org/drawingml/2006/main">
            <a:pPr>
              <a:defRPr sz="1875" b="1">
                <a:solidFill>
                  <a:srgbClr val="3265D5"/>
                </a:solidFill>
                <a:latin typeface="Apple SD Gothic Neo"/>
                <a:ea typeface="Apple SD Gothic Neo"/>
                <a:cs typeface="Apple SD Gothic Neo"/>
              </a:defRPr>
            </a:pPr>
            <a:r>
              <a:rPr sz="1875" b="1">
                <a:solidFill>
                  <a:srgbClr val="3265D5"/>
                </a:solidFill>
                <a:latin typeface="Apple SD Gothic Neo"/>
                <a:ea typeface="Apple SD Gothic Neo"/>
                <a:cs typeface="Apple SD Gothic Neo"/>
              </a:rPr>
              <a:t>04</a:t>
            </a:r>
          </a:p>
        </p:txBody>
      </p:sp>
      <p:sp>
        <p:nvSpPr>
          <p:cNvPr id="22" name="">
            <a:extLst xmlns:a="http://schemas.openxmlformats.org/drawingml/2006/main">
              <a:ext uri="{FF2B5EF4-FFF2-40B4-BE49-F238E27FC236}">
                <a16:creationId xmlns:a16="http://schemas.microsoft.com/office/drawing/2014/main" id="{2C5824F6-4F3E-49E6-B857-207DFB157C91}"/>
              </a:ext>
            </a:extLst>
          </p:cNvPr>
          <p:cNvSpPr>
            <a:spLocks xmlns:a="http://schemas.openxmlformats.org/drawingml/2006/main" noGrp="1"/>
          </p:cNvSpPr>
          <p:nvPr/>
        </p:nvSpPr>
        <p:spPr>
          <a:xfrm xmlns:a="http://schemas.openxmlformats.org/drawingml/2006/main">
            <a:off x="1400175" y="4048125"/>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82942"/>
                </a:solidFill>
                <a:latin typeface="Apple SD Gothic Neo"/>
                <a:ea typeface="Apple SD Gothic Neo"/>
                <a:cs typeface="Apple SD Gothic Neo"/>
              </a:defRPr>
            </a:defPPr>
            <a:lvl1pPr>
              <a:defRPr sz="2025" b="1">
                <a:solidFill>
                  <a:srgbClr val="182942"/>
                </a:solidFill>
                <a:latin typeface="Apple SD Gothic Neo"/>
                <a:ea typeface="Apple SD Gothic Neo"/>
                <a:cs typeface="Apple SD Gothic Neo"/>
              </a:defRPr>
            </a:lvl1pPr>
            <a:lvl2pPr>
              <a:defRPr sz="2025" b="1">
                <a:solidFill>
                  <a:srgbClr val="182942"/>
                </a:solidFill>
                <a:latin typeface="Apple SD Gothic Neo"/>
                <a:ea typeface="Apple SD Gothic Neo"/>
                <a:cs typeface="Apple SD Gothic Neo"/>
              </a:defRPr>
            </a:lvl2pPr>
            <a:lvl3pPr>
              <a:defRPr sz="2025" b="1">
                <a:solidFill>
                  <a:srgbClr val="182942"/>
                </a:solidFill>
                <a:latin typeface="Apple SD Gothic Neo"/>
                <a:ea typeface="Apple SD Gothic Neo"/>
                <a:cs typeface="Apple SD Gothic Neo"/>
              </a:defRPr>
            </a:lvl3pPr>
            <a:lvl4pPr>
              <a:defRPr sz="2025" b="1">
                <a:solidFill>
                  <a:srgbClr val="182942"/>
                </a:solidFill>
                <a:latin typeface="Apple SD Gothic Neo"/>
                <a:ea typeface="Apple SD Gothic Neo"/>
                <a:cs typeface="Apple SD Gothic Neo"/>
              </a:defRPr>
            </a:lvl4pPr>
            <a:lvl5pPr>
              <a:defRPr sz="2025" b="1">
                <a:solidFill>
                  <a:srgbClr val="182942"/>
                </a:solidFill>
                <a:latin typeface="Apple SD Gothic Neo"/>
                <a:ea typeface="Apple SD Gothic Neo"/>
                <a:cs typeface="Apple SD Gothic Neo"/>
              </a:defRPr>
            </a:lvl5pPr>
            <a:lvl6pPr>
              <a:defRPr sz="2025" b="1">
                <a:solidFill>
                  <a:srgbClr val="182942"/>
                </a:solidFill>
                <a:latin typeface="Apple SD Gothic Neo"/>
                <a:ea typeface="Apple SD Gothic Neo"/>
                <a:cs typeface="Apple SD Gothic Neo"/>
              </a:defRPr>
            </a:lvl6pPr>
            <a:lvl7pPr>
              <a:defRPr sz="2025" b="1">
                <a:solidFill>
                  <a:srgbClr val="182942"/>
                </a:solidFill>
                <a:latin typeface="Apple SD Gothic Neo"/>
                <a:ea typeface="Apple SD Gothic Neo"/>
                <a:cs typeface="Apple SD Gothic Neo"/>
              </a:defRPr>
            </a:lvl7pPr>
            <a:lvl8pPr>
              <a:defRPr sz="2025" b="1">
                <a:solidFill>
                  <a:srgbClr val="182942"/>
                </a:solidFill>
                <a:latin typeface="Apple SD Gothic Neo"/>
                <a:ea typeface="Apple SD Gothic Neo"/>
                <a:cs typeface="Apple SD Gothic Neo"/>
              </a:defRPr>
            </a:lvl8pPr>
            <a:lvl9pPr>
              <a:defRPr sz="2025" b="1">
                <a:solidFill>
                  <a:srgbClr val="182942"/>
                </a:solidFill>
                <a:latin typeface="Apple SD Gothic Neo"/>
                <a:ea typeface="Apple SD Gothic Neo"/>
                <a:cs typeface="Apple SD Gothic Neo"/>
              </a:defRPr>
            </a:lvl9pPr>
          </a:lstStyle>
          <a:p xmlns:a="http://schemas.openxmlformats.org/drawingml/2006/main">
            <a:pPr>
              <a:defRPr sz="2025" b="1">
                <a:solidFill>
                  <a:srgbClr val="182942"/>
                </a:solidFill>
                <a:latin typeface="Apple SD Gothic Neo"/>
                <a:ea typeface="Apple SD Gothic Neo"/>
                <a:cs typeface="Apple SD Gothic Neo"/>
              </a:defRPr>
            </a:pPr>
            <a:r>
              <a:rPr sz="2025" b="1">
                <a:solidFill>
                  <a:srgbClr val="182942"/>
                </a:solidFill>
                <a:latin typeface="Apple SD Gothic Neo"/>
                <a:ea typeface="Apple SD Gothic Neo"/>
                <a:cs typeface="Apple SD Gothic Neo"/>
              </a:rPr>
              <a:t>MCP 샘플 점검</a:t>
            </a:r>
          </a:p>
        </p:txBody>
      </p:sp>
      <p:sp>
        <p:nvSpPr>
          <p:cNvPr id="23" name="">
            <a:extLst xmlns:a="http://schemas.openxmlformats.org/drawingml/2006/main">
              <a:ext uri="{FF2B5EF4-FFF2-40B4-BE49-F238E27FC236}">
                <a16:creationId xmlns:a16="http://schemas.microsoft.com/office/drawing/2014/main" id="{64B45524-BB29-457E-A896-D1C9A9EA3823}"/>
              </a:ext>
            </a:extLst>
          </p:cNvPr>
          <p:cNvSpPr>
            <a:spLocks xmlns:a="http://schemas.openxmlformats.org/drawingml/2006/main" noGrp="1"/>
          </p:cNvSpPr>
          <p:nvPr/>
        </p:nvSpPr>
        <p:spPr>
          <a:xfrm xmlns:a="http://schemas.openxmlformats.org/drawingml/2006/main">
            <a:off x="1400175" y="454342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B687A"/>
                </a:solidFill>
                <a:latin typeface="Apple SD Gothic Neo"/>
                <a:ea typeface="Apple SD Gothic Neo"/>
                <a:cs typeface="Apple SD Gothic Neo"/>
              </a:defRPr>
            </a:defPPr>
            <a:lvl1pPr>
              <a:defRPr sz="1725" b="0">
                <a:solidFill>
                  <a:srgbClr val="5B687A"/>
                </a:solidFill>
                <a:latin typeface="Apple SD Gothic Neo"/>
                <a:ea typeface="Apple SD Gothic Neo"/>
                <a:cs typeface="Apple SD Gothic Neo"/>
              </a:defRPr>
            </a:lvl1pPr>
            <a:lvl2pPr>
              <a:defRPr sz="1725" b="0">
                <a:solidFill>
                  <a:srgbClr val="5B687A"/>
                </a:solidFill>
                <a:latin typeface="Apple SD Gothic Neo"/>
                <a:ea typeface="Apple SD Gothic Neo"/>
                <a:cs typeface="Apple SD Gothic Neo"/>
              </a:defRPr>
            </a:lvl2pPr>
            <a:lvl3pPr>
              <a:defRPr sz="1725" b="0">
                <a:solidFill>
                  <a:srgbClr val="5B687A"/>
                </a:solidFill>
                <a:latin typeface="Apple SD Gothic Neo"/>
                <a:ea typeface="Apple SD Gothic Neo"/>
                <a:cs typeface="Apple SD Gothic Neo"/>
              </a:defRPr>
            </a:lvl3pPr>
            <a:lvl4pPr>
              <a:defRPr sz="1725" b="0">
                <a:solidFill>
                  <a:srgbClr val="5B687A"/>
                </a:solidFill>
                <a:latin typeface="Apple SD Gothic Neo"/>
                <a:ea typeface="Apple SD Gothic Neo"/>
                <a:cs typeface="Apple SD Gothic Neo"/>
              </a:defRPr>
            </a:lvl4pPr>
            <a:lvl5pPr>
              <a:defRPr sz="1725" b="0">
                <a:solidFill>
                  <a:srgbClr val="5B687A"/>
                </a:solidFill>
                <a:latin typeface="Apple SD Gothic Neo"/>
                <a:ea typeface="Apple SD Gothic Neo"/>
                <a:cs typeface="Apple SD Gothic Neo"/>
              </a:defRPr>
            </a:lvl5pPr>
            <a:lvl6pPr>
              <a:defRPr sz="1725" b="0">
                <a:solidFill>
                  <a:srgbClr val="5B687A"/>
                </a:solidFill>
                <a:latin typeface="Apple SD Gothic Neo"/>
                <a:ea typeface="Apple SD Gothic Neo"/>
                <a:cs typeface="Apple SD Gothic Neo"/>
              </a:defRPr>
            </a:lvl6pPr>
            <a:lvl7pPr>
              <a:defRPr sz="1725" b="0">
                <a:solidFill>
                  <a:srgbClr val="5B687A"/>
                </a:solidFill>
                <a:latin typeface="Apple SD Gothic Neo"/>
                <a:ea typeface="Apple SD Gothic Neo"/>
                <a:cs typeface="Apple SD Gothic Neo"/>
              </a:defRPr>
            </a:lvl7pPr>
            <a:lvl8pPr>
              <a:defRPr sz="1725" b="0">
                <a:solidFill>
                  <a:srgbClr val="5B687A"/>
                </a:solidFill>
                <a:latin typeface="Apple SD Gothic Neo"/>
                <a:ea typeface="Apple SD Gothic Neo"/>
                <a:cs typeface="Apple SD Gothic Neo"/>
              </a:defRPr>
            </a:lvl8pPr>
            <a:lvl9pPr>
              <a:defRPr sz="1725" b="0">
                <a:solidFill>
                  <a:srgbClr val="5B687A"/>
                </a:solidFill>
                <a:latin typeface="Apple SD Gothic Neo"/>
                <a:ea typeface="Apple SD Gothic Neo"/>
                <a:cs typeface="Apple SD Gothic Neo"/>
              </a:defRPr>
            </a:lvl9pPr>
          </a:lstStyle>
          <a:p xmlns:a="http://schemas.openxmlformats.org/drawingml/2006/main">
            <a:pPr>
              <a:defRPr sz="1725" b="0">
                <a:solidFill>
                  <a:srgbClr val="5B687A"/>
                </a:solidFill>
                <a:latin typeface="Apple SD Gothic Neo"/>
                <a:ea typeface="Apple SD Gothic Neo"/>
                <a:cs typeface="Apple SD Gothic Neo"/>
              </a:defRPr>
            </a:pPr>
            <a:r>
              <a:rPr sz="1725" b="0">
                <a:solidFill>
                  <a:srgbClr val="5B687A"/>
                </a:solidFill>
                <a:latin typeface="Apple SD Gothic Neo"/>
                <a:ea typeface="Apple SD Gothic Neo"/>
                <a:cs typeface="Apple SD Gothic Neo"/>
              </a:rPr>
              <a:t>선택 시스템만</a:t>
            </a:r>
          </a:p>
        </p:txBody>
      </p:sp>
      <p:sp>
        <p:nvSpPr>
          <p:cNvPr id="24" name="">
            <a:extLst xmlns:a="http://schemas.openxmlformats.org/drawingml/2006/main">
              <a:ext uri="{FF2B5EF4-FFF2-40B4-BE49-F238E27FC236}">
                <a16:creationId xmlns:a16="http://schemas.microsoft.com/office/drawing/2014/main" id="{9F9F6A33-DC19-4666-B7A6-0985085D57A6}"/>
              </a:ext>
            </a:extLst>
          </p:cNvPr>
          <p:cNvSpPr>
            <a:spLocks xmlns:a="http://schemas.openxmlformats.org/drawingml/2006/main" noGrp="1"/>
          </p:cNvSpPr>
          <p:nvPr/>
        </p:nvSpPr>
        <p:spPr>
          <a:xfrm xmlns:a="http://schemas.openxmlformats.org/drawingml/2006/main">
            <a:off x="4495800" y="42386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265D5"/>
                </a:solidFill>
                <a:latin typeface="Apple SD Gothic Neo"/>
                <a:ea typeface="Apple SD Gothic Neo"/>
                <a:cs typeface="Apple SD Gothic Neo"/>
              </a:defRPr>
            </a:defPPr>
            <a:lvl1pPr>
              <a:defRPr sz="2625" b="1">
                <a:solidFill>
                  <a:srgbClr val="3265D5"/>
                </a:solidFill>
                <a:latin typeface="Apple SD Gothic Neo"/>
                <a:ea typeface="Apple SD Gothic Neo"/>
                <a:cs typeface="Apple SD Gothic Neo"/>
              </a:defRPr>
            </a:lvl1pPr>
            <a:lvl2pPr>
              <a:defRPr sz="2625" b="1">
                <a:solidFill>
                  <a:srgbClr val="3265D5"/>
                </a:solidFill>
                <a:latin typeface="Apple SD Gothic Neo"/>
                <a:ea typeface="Apple SD Gothic Neo"/>
                <a:cs typeface="Apple SD Gothic Neo"/>
              </a:defRPr>
            </a:lvl2pPr>
            <a:lvl3pPr>
              <a:defRPr sz="2625" b="1">
                <a:solidFill>
                  <a:srgbClr val="3265D5"/>
                </a:solidFill>
                <a:latin typeface="Apple SD Gothic Neo"/>
                <a:ea typeface="Apple SD Gothic Neo"/>
                <a:cs typeface="Apple SD Gothic Neo"/>
              </a:defRPr>
            </a:lvl3pPr>
            <a:lvl4pPr>
              <a:defRPr sz="2625" b="1">
                <a:solidFill>
                  <a:srgbClr val="3265D5"/>
                </a:solidFill>
                <a:latin typeface="Apple SD Gothic Neo"/>
                <a:ea typeface="Apple SD Gothic Neo"/>
                <a:cs typeface="Apple SD Gothic Neo"/>
              </a:defRPr>
            </a:lvl4pPr>
            <a:lvl5pPr>
              <a:defRPr sz="2625" b="1">
                <a:solidFill>
                  <a:srgbClr val="3265D5"/>
                </a:solidFill>
                <a:latin typeface="Apple SD Gothic Neo"/>
                <a:ea typeface="Apple SD Gothic Neo"/>
                <a:cs typeface="Apple SD Gothic Neo"/>
              </a:defRPr>
            </a:lvl5pPr>
            <a:lvl6pPr>
              <a:defRPr sz="2625" b="1">
                <a:solidFill>
                  <a:srgbClr val="3265D5"/>
                </a:solidFill>
                <a:latin typeface="Apple SD Gothic Neo"/>
                <a:ea typeface="Apple SD Gothic Neo"/>
                <a:cs typeface="Apple SD Gothic Neo"/>
              </a:defRPr>
            </a:lvl6pPr>
            <a:lvl7pPr>
              <a:defRPr sz="2625" b="1">
                <a:solidFill>
                  <a:srgbClr val="3265D5"/>
                </a:solidFill>
                <a:latin typeface="Apple SD Gothic Neo"/>
                <a:ea typeface="Apple SD Gothic Neo"/>
                <a:cs typeface="Apple SD Gothic Neo"/>
              </a:defRPr>
            </a:lvl7pPr>
            <a:lvl8pPr>
              <a:defRPr sz="2625" b="1">
                <a:solidFill>
                  <a:srgbClr val="3265D5"/>
                </a:solidFill>
                <a:latin typeface="Apple SD Gothic Neo"/>
                <a:ea typeface="Apple SD Gothic Neo"/>
                <a:cs typeface="Apple SD Gothic Neo"/>
              </a:defRPr>
            </a:lvl8pPr>
            <a:lvl9pPr>
              <a:defRPr sz="2625" b="1">
                <a:solidFill>
                  <a:srgbClr val="3265D5"/>
                </a:solidFill>
                <a:latin typeface="Apple SD Gothic Neo"/>
                <a:ea typeface="Apple SD Gothic Neo"/>
                <a:cs typeface="Apple SD Gothic Neo"/>
              </a:defRPr>
            </a:lvl9pPr>
          </a:lstStyle>
          <a:p xmlns:a="http://schemas.openxmlformats.org/drawingml/2006/main">
            <a:pPr>
              <a:defRPr sz="2625" b="1">
                <a:solidFill>
                  <a:srgbClr val="3265D5"/>
                </a:solidFill>
                <a:latin typeface="Apple SD Gothic Neo"/>
                <a:ea typeface="Apple SD Gothic Neo"/>
                <a:cs typeface="Apple SD Gothic Neo"/>
              </a:defRPr>
            </a:pPr>
            <a:r>
              <a:rPr sz="2625" b="1">
                <a:solidFill>
                  <a:srgbClr val="3265D5"/>
                </a:solidFill>
                <a:latin typeface="Apple SD Gothic Neo"/>
                <a:ea typeface="Apple SD Gothic Neo"/>
                <a:cs typeface="Apple SD Gothic Neo"/>
              </a:rPr>
              <a:t>→</a:t>
            </a:r>
          </a:p>
        </p:txBody>
      </p:sp>
      <p:sp>
        <p:nvSpPr>
          <p:cNvPr id="25" name="">
            <a:extLst xmlns:a="http://schemas.openxmlformats.org/drawingml/2006/main">
              <a:ext uri="{FF2B5EF4-FFF2-40B4-BE49-F238E27FC236}">
                <a16:creationId xmlns:a16="http://schemas.microsoft.com/office/drawing/2014/main" id="{14EA9330-5F55-4D2A-A8EA-4766F6948B8D}"/>
              </a:ext>
            </a:extLst>
          </p:cNvPr>
          <p:cNvSpPr>
            <a:spLocks xmlns:a="http://schemas.openxmlformats.org/drawingml/2006/main" noGrp="1"/>
          </p:cNvSpPr>
          <p:nvPr/>
        </p:nvSpPr>
        <p:spPr>
          <a:xfrm xmlns:a="http://schemas.openxmlformats.org/drawingml/2006/main">
            <a:off x="4991100" y="3857625"/>
            <a:ext cx="3714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sp>
      <p:sp>
        <p:nvSpPr>
          <p:cNvPr id="26" name="">
            <a:extLst xmlns:a="http://schemas.openxmlformats.org/drawingml/2006/main">
              <a:ext uri="{FF2B5EF4-FFF2-40B4-BE49-F238E27FC236}">
                <a16:creationId xmlns:a16="http://schemas.microsoft.com/office/drawing/2014/main" id="{81FCA6FE-43BD-43C2-ACC3-DD8D42BFC986}"/>
              </a:ext>
            </a:extLst>
          </p:cNvPr>
          <p:cNvSpPr>
            <a:spLocks xmlns:a="http://schemas.openxmlformats.org/drawingml/2006/main" noGrp="1"/>
          </p:cNvSpPr>
          <p:nvPr/>
        </p:nvSpPr>
        <p:spPr>
          <a:xfrm xmlns:a="http://schemas.openxmlformats.org/drawingml/2006/main">
            <a:off x="5162550" y="40290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265D5"/>
                </a:solidFill>
                <a:latin typeface="Apple SD Gothic Neo"/>
                <a:ea typeface="Apple SD Gothic Neo"/>
                <a:cs typeface="Apple SD Gothic Neo"/>
              </a:defRPr>
            </a:defPPr>
            <a:lvl1pPr>
              <a:defRPr sz="1875" b="1">
                <a:solidFill>
                  <a:srgbClr val="3265D5"/>
                </a:solidFill>
                <a:latin typeface="Apple SD Gothic Neo"/>
                <a:ea typeface="Apple SD Gothic Neo"/>
                <a:cs typeface="Apple SD Gothic Neo"/>
              </a:defRPr>
            </a:lvl1pPr>
            <a:lvl2pPr>
              <a:defRPr sz="1875" b="1">
                <a:solidFill>
                  <a:srgbClr val="3265D5"/>
                </a:solidFill>
                <a:latin typeface="Apple SD Gothic Neo"/>
                <a:ea typeface="Apple SD Gothic Neo"/>
                <a:cs typeface="Apple SD Gothic Neo"/>
              </a:defRPr>
            </a:lvl2pPr>
            <a:lvl3pPr>
              <a:defRPr sz="1875" b="1">
                <a:solidFill>
                  <a:srgbClr val="3265D5"/>
                </a:solidFill>
                <a:latin typeface="Apple SD Gothic Neo"/>
                <a:ea typeface="Apple SD Gothic Neo"/>
                <a:cs typeface="Apple SD Gothic Neo"/>
              </a:defRPr>
            </a:lvl3pPr>
            <a:lvl4pPr>
              <a:defRPr sz="1875" b="1">
                <a:solidFill>
                  <a:srgbClr val="3265D5"/>
                </a:solidFill>
                <a:latin typeface="Apple SD Gothic Neo"/>
                <a:ea typeface="Apple SD Gothic Neo"/>
                <a:cs typeface="Apple SD Gothic Neo"/>
              </a:defRPr>
            </a:lvl4pPr>
            <a:lvl5pPr>
              <a:defRPr sz="1875" b="1">
                <a:solidFill>
                  <a:srgbClr val="3265D5"/>
                </a:solidFill>
                <a:latin typeface="Apple SD Gothic Neo"/>
                <a:ea typeface="Apple SD Gothic Neo"/>
                <a:cs typeface="Apple SD Gothic Neo"/>
              </a:defRPr>
            </a:lvl5pPr>
            <a:lvl6pPr>
              <a:defRPr sz="1875" b="1">
                <a:solidFill>
                  <a:srgbClr val="3265D5"/>
                </a:solidFill>
                <a:latin typeface="Apple SD Gothic Neo"/>
                <a:ea typeface="Apple SD Gothic Neo"/>
                <a:cs typeface="Apple SD Gothic Neo"/>
              </a:defRPr>
            </a:lvl6pPr>
            <a:lvl7pPr>
              <a:defRPr sz="1875" b="1">
                <a:solidFill>
                  <a:srgbClr val="3265D5"/>
                </a:solidFill>
                <a:latin typeface="Apple SD Gothic Neo"/>
                <a:ea typeface="Apple SD Gothic Neo"/>
                <a:cs typeface="Apple SD Gothic Neo"/>
              </a:defRPr>
            </a:lvl7pPr>
            <a:lvl8pPr>
              <a:defRPr sz="1875" b="1">
                <a:solidFill>
                  <a:srgbClr val="3265D5"/>
                </a:solidFill>
                <a:latin typeface="Apple SD Gothic Neo"/>
                <a:ea typeface="Apple SD Gothic Neo"/>
                <a:cs typeface="Apple SD Gothic Neo"/>
              </a:defRPr>
            </a:lvl8pPr>
            <a:lvl9pPr>
              <a:defRPr sz="1875" b="1">
                <a:solidFill>
                  <a:srgbClr val="3265D5"/>
                </a:solidFill>
                <a:latin typeface="Apple SD Gothic Neo"/>
                <a:ea typeface="Apple SD Gothic Neo"/>
                <a:cs typeface="Apple SD Gothic Neo"/>
              </a:defRPr>
            </a:lvl9pPr>
          </a:lstStyle>
          <a:p xmlns:a="http://schemas.openxmlformats.org/drawingml/2006/main">
            <a:pPr>
              <a:defRPr sz="1875" b="1">
                <a:solidFill>
                  <a:srgbClr val="3265D5"/>
                </a:solidFill>
                <a:latin typeface="Apple SD Gothic Neo"/>
                <a:ea typeface="Apple SD Gothic Neo"/>
                <a:cs typeface="Apple SD Gothic Neo"/>
              </a:defRPr>
            </a:pPr>
            <a:r>
              <a:rPr sz="1875" b="1">
                <a:solidFill>
                  <a:srgbClr val="3265D5"/>
                </a:solidFill>
                <a:latin typeface="Apple SD Gothic Neo"/>
                <a:ea typeface="Apple SD Gothic Neo"/>
                <a:cs typeface="Apple SD Gothic Neo"/>
              </a:rPr>
              <a:t>05</a:t>
            </a:r>
          </a:p>
        </p:txBody>
      </p:sp>
      <p:sp>
        <p:nvSpPr>
          <p:cNvPr id="27" name="">
            <a:extLst xmlns:a="http://schemas.openxmlformats.org/drawingml/2006/main">
              <a:ext uri="{FF2B5EF4-FFF2-40B4-BE49-F238E27FC236}">
                <a16:creationId xmlns:a16="http://schemas.microsoft.com/office/drawing/2014/main" id="{14D60C20-0167-4958-ABE2-04FBE2DCC3E7}"/>
              </a:ext>
            </a:extLst>
          </p:cNvPr>
          <p:cNvSpPr>
            <a:spLocks xmlns:a="http://schemas.openxmlformats.org/drawingml/2006/main" noGrp="1"/>
          </p:cNvSpPr>
          <p:nvPr/>
        </p:nvSpPr>
        <p:spPr>
          <a:xfrm xmlns:a="http://schemas.openxmlformats.org/drawingml/2006/main">
            <a:off x="5705475" y="4048125"/>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82942"/>
                </a:solidFill>
                <a:latin typeface="Apple SD Gothic Neo"/>
                <a:ea typeface="Apple SD Gothic Neo"/>
                <a:cs typeface="Apple SD Gothic Neo"/>
              </a:defRPr>
            </a:defPPr>
            <a:lvl1pPr>
              <a:defRPr sz="2025" b="1">
                <a:solidFill>
                  <a:srgbClr val="182942"/>
                </a:solidFill>
                <a:latin typeface="Apple SD Gothic Neo"/>
                <a:ea typeface="Apple SD Gothic Neo"/>
                <a:cs typeface="Apple SD Gothic Neo"/>
              </a:defRPr>
            </a:lvl1pPr>
            <a:lvl2pPr>
              <a:defRPr sz="2025" b="1">
                <a:solidFill>
                  <a:srgbClr val="182942"/>
                </a:solidFill>
                <a:latin typeface="Apple SD Gothic Neo"/>
                <a:ea typeface="Apple SD Gothic Neo"/>
                <a:cs typeface="Apple SD Gothic Neo"/>
              </a:defRPr>
            </a:lvl2pPr>
            <a:lvl3pPr>
              <a:defRPr sz="2025" b="1">
                <a:solidFill>
                  <a:srgbClr val="182942"/>
                </a:solidFill>
                <a:latin typeface="Apple SD Gothic Neo"/>
                <a:ea typeface="Apple SD Gothic Neo"/>
                <a:cs typeface="Apple SD Gothic Neo"/>
              </a:defRPr>
            </a:lvl3pPr>
            <a:lvl4pPr>
              <a:defRPr sz="2025" b="1">
                <a:solidFill>
                  <a:srgbClr val="182942"/>
                </a:solidFill>
                <a:latin typeface="Apple SD Gothic Neo"/>
                <a:ea typeface="Apple SD Gothic Neo"/>
                <a:cs typeface="Apple SD Gothic Neo"/>
              </a:defRPr>
            </a:lvl4pPr>
            <a:lvl5pPr>
              <a:defRPr sz="2025" b="1">
                <a:solidFill>
                  <a:srgbClr val="182942"/>
                </a:solidFill>
                <a:latin typeface="Apple SD Gothic Neo"/>
                <a:ea typeface="Apple SD Gothic Neo"/>
                <a:cs typeface="Apple SD Gothic Neo"/>
              </a:defRPr>
            </a:lvl5pPr>
            <a:lvl6pPr>
              <a:defRPr sz="2025" b="1">
                <a:solidFill>
                  <a:srgbClr val="182942"/>
                </a:solidFill>
                <a:latin typeface="Apple SD Gothic Neo"/>
                <a:ea typeface="Apple SD Gothic Neo"/>
                <a:cs typeface="Apple SD Gothic Neo"/>
              </a:defRPr>
            </a:lvl6pPr>
            <a:lvl7pPr>
              <a:defRPr sz="2025" b="1">
                <a:solidFill>
                  <a:srgbClr val="182942"/>
                </a:solidFill>
                <a:latin typeface="Apple SD Gothic Neo"/>
                <a:ea typeface="Apple SD Gothic Neo"/>
                <a:cs typeface="Apple SD Gothic Neo"/>
              </a:defRPr>
            </a:lvl7pPr>
            <a:lvl8pPr>
              <a:defRPr sz="2025" b="1">
                <a:solidFill>
                  <a:srgbClr val="182942"/>
                </a:solidFill>
                <a:latin typeface="Apple SD Gothic Neo"/>
                <a:ea typeface="Apple SD Gothic Neo"/>
                <a:cs typeface="Apple SD Gothic Neo"/>
              </a:defRPr>
            </a:lvl8pPr>
            <a:lvl9pPr>
              <a:defRPr sz="2025" b="1">
                <a:solidFill>
                  <a:srgbClr val="182942"/>
                </a:solidFill>
                <a:latin typeface="Apple SD Gothic Neo"/>
                <a:ea typeface="Apple SD Gothic Neo"/>
                <a:cs typeface="Apple SD Gothic Neo"/>
              </a:defRPr>
            </a:lvl9pPr>
          </a:lstStyle>
          <a:p xmlns:a="http://schemas.openxmlformats.org/drawingml/2006/main">
            <a:pPr>
              <a:defRPr sz="2025" b="1">
                <a:solidFill>
                  <a:srgbClr val="182942"/>
                </a:solidFill>
                <a:latin typeface="Apple SD Gothic Neo"/>
                <a:ea typeface="Apple SD Gothic Neo"/>
                <a:cs typeface="Apple SD Gothic Neo"/>
              </a:defRPr>
            </a:pPr>
            <a:r>
              <a:rPr sz="2025" b="1">
                <a:solidFill>
                  <a:srgbClr val="182942"/>
                </a:solidFill>
                <a:latin typeface="Apple SD Gothic Neo"/>
                <a:ea typeface="Apple SD Gothic Neo"/>
                <a:cs typeface="Apple SD Gothic Neo"/>
              </a:rPr>
              <a:t>FAQ·Runbook 검색</a:t>
            </a:r>
          </a:p>
        </p:txBody>
      </p:sp>
      <p:sp>
        <p:nvSpPr>
          <p:cNvPr id="28" name="">
            <a:extLst xmlns:a="http://schemas.openxmlformats.org/drawingml/2006/main">
              <a:ext uri="{FF2B5EF4-FFF2-40B4-BE49-F238E27FC236}">
                <a16:creationId xmlns:a16="http://schemas.microsoft.com/office/drawing/2014/main" id="{0D2445A6-0897-4618-A130-CDC089527BC7}"/>
              </a:ext>
            </a:extLst>
          </p:cNvPr>
          <p:cNvSpPr>
            <a:spLocks xmlns:a="http://schemas.openxmlformats.org/drawingml/2006/main" noGrp="1"/>
          </p:cNvSpPr>
          <p:nvPr/>
        </p:nvSpPr>
        <p:spPr>
          <a:xfrm xmlns:a="http://schemas.openxmlformats.org/drawingml/2006/main">
            <a:off x="5705475" y="454342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B687A"/>
                </a:solidFill>
                <a:latin typeface="Apple SD Gothic Neo"/>
                <a:ea typeface="Apple SD Gothic Neo"/>
                <a:cs typeface="Apple SD Gothic Neo"/>
              </a:defRPr>
            </a:defPPr>
            <a:lvl1pPr>
              <a:defRPr sz="1725" b="0">
                <a:solidFill>
                  <a:srgbClr val="5B687A"/>
                </a:solidFill>
                <a:latin typeface="Apple SD Gothic Neo"/>
                <a:ea typeface="Apple SD Gothic Neo"/>
                <a:cs typeface="Apple SD Gothic Neo"/>
              </a:defRPr>
            </a:lvl1pPr>
            <a:lvl2pPr>
              <a:defRPr sz="1725" b="0">
                <a:solidFill>
                  <a:srgbClr val="5B687A"/>
                </a:solidFill>
                <a:latin typeface="Apple SD Gothic Neo"/>
                <a:ea typeface="Apple SD Gothic Neo"/>
                <a:cs typeface="Apple SD Gothic Neo"/>
              </a:defRPr>
            </a:lvl2pPr>
            <a:lvl3pPr>
              <a:defRPr sz="1725" b="0">
                <a:solidFill>
                  <a:srgbClr val="5B687A"/>
                </a:solidFill>
                <a:latin typeface="Apple SD Gothic Neo"/>
                <a:ea typeface="Apple SD Gothic Neo"/>
                <a:cs typeface="Apple SD Gothic Neo"/>
              </a:defRPr>
            </a:lvl3pPr>
            <a:lvl4pPr>
              <a:defRPr sz="1725" b="0">
                <a:solidFill>
                  <a:srgbClr val="5B687A"/>
                </a:solidFill>
                <a:latin typeface="Apple SD Gothic Neo"/>
                <a:ea typeface="Apple SD Gothic Neo"/>
                <a:cs typeface="Apple SD Gothic Neo"/>
              </a:defRPr>
            </a:lvl4pPr>
            <a:lvl5pPr>
              <a:defRPr sz="1725" b="0">
                <a:solidFill>
                  <a:srgbClr val="5B687A"/>
                </a:solidFill>
                <a:latin typeface="Apple SD Gothic Neo"/>
                <a:ea typeface="Apple SD Gothic Neo"/>
                <a:cs typeface="Apple SD Gothic Neo"/>
              </a:defRPr>
            </a:lvl5pPr>
            <a:lvl6pPr>
              <a:defRPr sz="1725" b="0">
                <a:solidFill>
                  <a:srgbClr val="5B687A"/>
                </a:solidFill>
                <a:latin typeface="Apple SD Gothic Neo"/>
                <a:ea typeface="Apple SD Gothic Neo"/>
                <a:cs typeface="Apple SD Gothic Neo"/>
              </a:defRPr>
            </a:lvl6pPr>
            <a:lvl7pPr>
              <a:defRPr sz="1725" b="0">
                <a:solidFill>
                  <a:srgbClr val="5B687A"/>
                </a:solidFill>
                <a:latin typeface="Apple SD Gothic Neo"/>
                <a:ea typeface="Apple SD Gothic Neo"/>
                <a:cs typeface="Apple SD Gothic Neo"/>
              </a:defRPr>
            </a:lvl7pPr>
            <a:lvl8pPr>
              <a:defRPr sz="1725" b="0">
                <a:solidFill>
                  <a:srgbClr val="5B687A"/>
                </a:solidFill>
                <a:latin typeface="Apple SD Gothic Neo"/>
                <a:ea typeface="Apple SD Gothic Neo"/>
                <a:cs typeface="Apple SD Gothic Neo"/>
              </a:defRPr>
            </a:lvl8pPr>
            <a:lvl9pPr>
              <a:defRPr sz="1725" b="0">
                <a:solidFill>
                  <a:srgbClr val="5B687A"/>
                </a:solidFill>
                <a:latin typeface="Apple SD Gothic Neo"/>
                <a:ea typeface="Apple SD Gothic Neo"/>
                <a:cs typeface="Apple SD Gothic Neo"/>
              </a:defRPr>
            </a:lvl9pPr>
          </a:lstStyle>
          <a:p xmlns:a="http://schemas.openxmlformats.org/drawingml/2006/main">
            <a:pPr>
              <a:defRPr sz="1725" b="0">
                <a:solidFill>
                  <a:srgbClr val="5B687A"/>
                </a:solidFill>
                <a:latin typeface="Apple SD Gothic Neo"/>
                <a:ea typeface="Apple SD Gothic Neo"/>
                <a:cs typeface="Apple SD Gothic Neo"/>
              </a:defRPr>
            </a:pPr>
            <a:r>
              <a:rPr sz="1725" b="0">
                <a:solidFill>
                  <a:srgbClr val="5B687A"/>
                </a:solidFill>
                <a:latin typeface="Apple SD Gothic Neo"/>
                <a:ea typeface="Apple SD Gothic Neo"/>
                <a:cs typeface="Apple SD Gothic Neo"/>
              </a:rPr>
              <a:t>OpenAI 임베딩</a:t>
            </a:r>
          </a:p>
        </p:txBody>
      </p:sp>
      <p:sp>
        <p:nvSpPr>
          <p:cNvPr id="29" name="">
            <a:extLst xmlns:a="http://schemas.openxmlformats.org/drawingml/2006/main">
              <a:ext uri="{FF2B5EF4-FFF2-40B4-BE49-F238E27FC236}">
                <a16:creationId xmlns:a16="http://schemas.microsoft.com/office/drawing/2014/main" id="{6181FDD5-63F9-4AF1-BB44-1C0888272976}"/>
              </a:ext>
            </a:extLst>
          </p:cNvPr>
          <p:cNvSpPr>
            <a:spLocks xmlns:a="http://schemas.openxmlformats.org/drawingml/2006/main" noGrp="1"/>
          </p:cNvSpPr>
          <p:nvPr/>
        </p:nvSpPr>
        <p:spPr>
          <a:xfrm xmlns:a="http://schemas.openxmlformats.org/drawingml/2006/main">
            <a:off x="8801100" y="4238625"/>
            <a:ext cx="428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3265D5"/>
                </a:solidFill>
                <a:latin typeface="Apple SD Gothic Neo"/>
                <a:ea typeface="Apple SD Gothic Neo"/>
                <a:cs typeface="Apple SD Gothic Neo"/>
              </a:defRPr>
            </a:defPPr>
            <a:lvl1pPr>
              <a:defRPr sz="2625" b="1">
                <a:solidFill>
                  <a:srgbClr val="3265D5"/>
                </a:solidFill>
                <a:latin typeface="Apple SD Gothic Neo"/>
                <a:ea typeface="Apple SD Gothic Neo"/>
                <a:cs typeface="Apple SD Gothic Neo"/>
              </a:defRPr>
            </a:lvl1pPr>
            <a:lvl2pPr>
              <a:defRPr sz="2625" b="1">
                <a:solidFill>
                  <a:srgbClr val="3265D5"/>
                </a:solidFill>
                <a:latin typeface="Apple SD Gothic Neo"/>
                <a:ea typeface="Apple SD Gothic Neo"/>
                <a:cs typeface="Apple SD Gothic Neo"/>
              </a:defRPr>
            </a:lvl2pPr>
            <a:lvl3pPr>
              <a:defRPr sz="2625" b="1">
                <a:solidFill>
                  <a:srgbClr val="3265D5"/>
                </a:solidFill>
                <a:latin typeface="Apple SD Gothic Neo"/>
                <a:ea typeface="Apple SD Gothic Neo"/>
                <a:cs typeface="Apple SD Gothic Neo"/>
              </a:defRPr>
            </a:lvl3pPr>
            <a:lvl4pPr>
              <a:defRPr sz="2625" b="1">
                <a:solidFill>
                  <a:srgbClr val="3265D5"/>
                </a:solidFill>
                <a:latin typeface="Apple SD Gothic Neo"/>
                <a:ea typeface="Apple SD Gothic Neo"/>
                <a:cs typeface="Apple SD Gothic Neo"/>
              </a:defRPr>
            </a:lvl4pPr>
            <a:lvl5pPr>
              <a:defRPr sz="2625" b="1">
                <a:solidFill>
                  <a:srgbClr val="3265D5"/>
                </a:solidFill>
                <a:latin typeface="Apple SD Gothic Neo"/>
                <a:ea typeface="Apple SD Gothic Neo"/>
                <a:cs typeface="Apple SD Gothic Neo"/>
              </a:defRPr>
            </a:lvl5pPr>
            <a:lvl6pPr>
              <a:defRPr sz="2625" b="1">
                <a:solidFill>
                  <a:srgbClr val="3265D5"/>
                </a:solidFill>
                <a:latin typeface="Apple SD Gothic Neo"/>
                <a:ea typeface="Apple SD Gothic Neo"/>
                <a:cs typeface="Apple SD Gothic Neo"/>
              </a:defRPr>
            </a:lvl6pPr>
            <a:lvl7pPr>
              <a:defRPr sz="2625" b="1">
                <a:solidFill>
                  <a:srgbClr val="3265D5"/>
                </a:solidFill>
                <a:latin typeface="Apple SD Gothic Neo"/>
                <a:ea typeface="Apple SD Gothic Neo"/>
                <a:cs typeface="Apple SD Gothic Neo"/>
              </a:defRPr>
            </a:lvl7pPr>
            <a:lvl8pPr>
              <a:defRPr sz="2625" b="1">
                <a:solidFill>
                  <a:srgbClr val="3265D5"/>
                </a:solidFill>
                <a:latin typeface="Apple SD Gothic Neo"/>
                <a:ea typeface="Apple SD Gothic Neo"/>
                <a:cs typeface="Apple SD Gothic Neo"/>
              </a:defRPr>
            </a:lvl8pPr>
            <a:lvl9pPr>
              <a:defRPr sz="2625" b="1">
                <a:solidFill>
                  <a:srgbClr val="3265D5"/>
                </a:solidFill>
                <a:latin typeface="Apple SD Gothic Neo"/>
                <a:ea typeface="Apple SD Gothic Neo"/>
                <a:cs typeface="Apple SD Gothic Neo"/>
              </a:defRPr>
            </a:lvl9pPr>
          </a:lstStyle>
          <a:p xmlns:a="http://schemas.openxmlformats.org/drawingml/2006/main">
            <a:pPr>
              <a:defRPr sz="2625" b="1">
                <a:solidFill>
                  <a:srgbClr val="3265D5"/>
                </a:solidFill>
                <a:latin typeface="Apple SD Gothic Neo"/>
                <a:ea typeface="Apple SD Gothic Neo"/>
                <a:cs typeface="Apple SD Gothic Neo"/>
              </a:defRPr>
            </a:pPr>
            <a:r>
              <a:rPr sz="2625" b="1">
                <a:solidFill>
                  <a:srgbClr val="3265D5"/>
                </a:solidFill>
                <a:latin typeface="Apple SD Gothic Neo"/>
                <a:ea typeface="Apple SD Gothic Neo"/>
                <a:cs typeface="Apple SD Gothic Neo"/>
              </a:rPr>
              <a:t>→</a:t>
            </a:r>
          </a:p>
        </p:txBody>
      </p:sp>
      <p:sp>
        <p:nvSpPr>
          <p:cNvPr id="30" name="">
            <a:extLst xmlns:a="http://schemas.openxmlformats.org/drawingml/2006/main">
              <a:ext uri="{FF2B5EF4-FFF2-40B4-BE49-F238E27FC236}">
                <a16:creationId xmlns:a16="http://schemas.microsoft.com/office/drawing/2014/main" id="{A3C16B64-9628-4561-94AF-51705EEBDD3E}"/>
              </a:ext>
            </a:extLst>
          </p:cNvPr>
          <p:cNvSpPr>
            <a:spLocks xmlns:a="http://schemas.openxmlformats.org/drawingml/2006/main" noGrp="1"/>
          </p:cNvSpPr>
          <p:nvPr/>
        </p:nvSpPr>
        <p:spPr>
          <a:xfrm xmlns:a="http://schemas.openxmlformats.org/drawingml/2006/main">
            <a:off x="9296400" y="3857625"/>
            <a:ext cx="3714750" cy="1238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sp>
      <p:sp>
        <p:nvSpPr>
          <p:cNvPr id="31" name="">
            <a:extLst xmlns:a="http://schemas.openxmlformats.org/drawingml/2006/main">
              <a:ext uri="{FF2B5EF4-FFF2-40B4-BE49-F238E27FC236}">
                <a16:creationId xmlns:a16="http://schemas.microsoft.com/office/drawing/2014/main" id="{EC28D2AE-0C63-40EF-BE70-80B267624FAC}"/>
              </a:ext>
            </a:extLst>
          </p:cNvPr>
          <p:cNvSpPr>
            <a:spLocks xmlns:a="http://schemas.openxmlformats.org/drawingml/2006/main" noGrp="1"/>
          </p:cNvSpPr>
          <p:nvPr/>
        </p:nvSpPr>
        <p:spPr>
          <a:xfrm xmlns:a="http://schemas.openxmlformats.org/drawingml/2006/main">
            <a:off x="9467850" y="4029075"/>
            <a:ext cx="47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3265D5"/>
                </a:solidFill>
                <a:latin typeface="Apple SD Gothic Neo"/>
                <a:ea typeface="Apple SD Gothic Neo"/>
                <a:cs typeface="Apple SD Gothic Neo"/>
              </a:defRPr>
            </a:defPPr>
            <a:lvl1pPr>
              <a:defRPr sz="1875" b="1">
                <a:solidFill>
                  <a:srgbClr val="3265D5"/>
                </a:solidFill>
                <a:latin typeface="Apple SD Gothic Neo"/>
                <a:ea typeface="Apple SD Gothic Neo"/>
                <a:cs typeface="Apple SD Gothic Neo"/>
              </a:defRPr>
            </a:lvl1pPr>
            <a:lvl2pPr>
              <a:defRPr sz="1875" b="1">
                <a:solidFill>
                  <a:srgbClr val="3265D5"/>
                </a:solidFill>
                <a:latin typeface="Apple SD Gothic Neo"/>
                <a:ea typeface="Apple SD Gothic Neo"/>
                <a:cs typeface="Apple SD Gothic Neo"/>
              </a:defRPr>
            </a:lvl2pPr>
            <a:lvl3pPr>
              <a:defRPr sz="1875" b="1">
                <a:solidFill>
                  <a:srgbClr val="3265D5"/>
                </a:solidFill>
                <a:latin typeface="Apple SD Gothic Neo"/>
                <a:ea typeface="Apple SD Gothic Neo"/>
                <a:cs typeface="Apple SD Gothic Neo"/>
              </a:defRPr>
            </a:lvl3pPr>
            <a:lvl4pPr>
              <a:defRPr sz="1875" b="1">
                <a:solidFill>
                  <a:srgbClr val="3265D5"/>
                </a:solidFill>
                <a:latin typeface="Apple SD Gothic Neo"/>
                <a:ea typeface="Apple SD Gothic Neo"/>
                <a:cs typeface="Apple SD Gothic Neo"/>
              </a:defRPr>
            </a:lvl4pPr>
            <a:lvl5pPr>
              <a:defRPr sz="1875" b="1">
                <a:solidFill>
                  <a:srgbClr val="3265D5"/>
                </a:solidFill>
                <a:latin typeface="Apple SD Gothic Neo"/>
                <a:ea typeface="Apple SD Gothic Neo"/>
                <a:cs typeface="Apple SD Gothic Neo"/>
              </a:defRPr>
            </a:lvl5pPr>
            <a:lvl6pPr>
              <a:defRPr sz="1875" b="1">
                <a:solidFill>
                  <a:srgbClr val="3265D5"/>
                </a:solidFill>
                <a:latin typeface="Apple SD Gothic Neo"/>
                <a:ea typeface="Apple SD Gothic Neo"/>
                <a:cs typeface="Apple SD Gothic Neo"/>
              </a:defRPr>
            </a:lvl6pPr>
            <a:lvl7pPr>
              <a:defRPr sz="1875" b="1">
                <a:solidFill>
                  <a:srgbClr val="3265D5"/>
                </a:solidFill>
                <a:latin typeface="Apple SD Gothic Neo"/>
                <a:ea typeface="Apple SD Gothic Neo"/>
                <a:cs typeface="Apple SD Gothic Neo"/>
              </a:defRPr>
            </a:lvl7pPr>
            <a:lvl8pPr>
              <a:defRPr sz="1875" b="1">
                <a:solidFill>
                  <a:srgbClr val="3265D5"/>
                </a:solidFill>
                <a:latin typeface="Apple SD Gothic Neo"/>
                <a:ea typeface="Apple SD Gothic Neo"/>
                <a:cs typeface="Apple SD Gothic Neo"/>
              </a:defRPr>
            </a:lvl8pPr>
            <a:lvl9pPr>
              <a:defRPr sz="1875" b="1">
                <a:solidFill>
                  <a:srgbClr val="3265D5"/>
                </a:solidFill>
                <a:latin typeface="Apple SD Gothic Neo"/>
                <a:ea typeface="Apple SD Gothic Neo"/>
                <a:cs typeface="Apple SD Gothic Neo"/>
              </a:defRPr>
            </a:lvl9pPr>
          </a:lstStyle>
          <a:p xmlns:a="http://schemas.openxmlformats.org/drawingml/2006/main">
            <a:pPr>
              <a:defRPr sz="1875" b="1">
                <a:solidFill>
                  <a:srgbClr val="3265D5"/>
                </a:solidFill>
                <a:latin typeface="Apple SD Gothic Neo"/>
                <a:ea typeface="Apple SD Gothic Neo"/>
                <a:cs typeface="Apple SD Gothic Neo"/>
              </a:defRPr>
            </a:pPr>
            <a:r>
              <a:rPr sz="1875" b="1">
                <a:solidFill>
                  <a:srgbClr val="3265D5"/>
                </a:solidFill>
                <a:latin typeface="Apple SD Gothic Neo"/>
                <a:ea typeface="Apple SD Gothic Neo"/>
                <a:cs typeface="Apple SD Gothic Neo"/>
              </a:rPr>
              <a:t>06</a:t>
            </a:r>
          </a:p>
        </p:txBody>
      </p:sp>
      <p:sp>
        <p:nvSpPr>
          <p:cNvPr id="32" name="">
            <a:extLst xmlns:a="http://schemas.openxmlformats.org/drawingml/2006/main">
              <a:ext uri="{FF2B5EF4-FFF2-40B4-BE49-F238E27FC236}">
                <a16:creationId xmlns:a16="http://schemas.microsoft.com/office/drawing/2014/main" id="{6841F6BA-BBBC-493F-AF5E-B1952B73C00A}"/>
              </a:ext>
            </a:extLst>
          </p:cNvPr>
          <p:cNvSpPr>
            <a:spLocks xmlns:a="http://schemas.openxmlformats.org/drawingml/2006/main" noGrp="1"/>
          </p:cNvSpPr>
          <p:nvPr/>
        </p:nvSpPr>
        <p:spPr>
          <a:xfrm xmlns:a="http://schemas.openxmlformats.org/drawingml/2006/main">
            <a:off x="10010775" y="4048125"/>
            <a:ext cx="2809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82942"/>
                </a:solidFill>
                <a:latin typeface="Apple SD Gothic Neo"/>
                <a:ea typeface="Apple SD Gothic Neo"/>
                <a:cs typeface="Apple SD Gothic Neo"/>
              </a:defRPr>
            </a:defPPr>
            <a:lvl1pPr>
              <a:defRPr sz="2025" b="1">
                <a:solidFill>
                  <a:srgbClr val="182942"/>
                </a:solidFill>
                <a:latin typeface="Apple SD Gothic Neo"/>
                <a:ea typeface="Apple SD Gothic Neo"/>
                <a:cs typeface="Apple SD Gothic Neo"/>
              </a:defRPr>
            </a:lvl1pPr>
            <a:lvl2pPr>
              <a:defRPr sz="2025" b="1">
                <a:solidFill>
                  <a:srgbClr val="182942"/>
                </a:solidFill>
                <a:latin typeface="Apple SD Gothic Neo"/>
                <a:ea typeface="Apple SD Gothic Neo"/>
                <a:cs typeface="Apple SD Gothic Neo"/>
              </a:defRPr>
            </a:lvl2pPr>
            <a:lvl3pPr>
              <a:defRPr sz="2025" b="1">
                <a:solidFill>
                  <a:srgbClr val="182942"/>
                </a:solidFill>
                <a:latin typeface="Apple SD Gothic Neo"/>
                <a:ea typeface="Apple SD Gothic Neo"/>
                <a:cs typeface="Apple SD Gothic Neo"/>
              </a:defRPr>
            </a:lvl3pPr>
            <a:lvl4pPr>
              <a:defRPr sz="2025" b="1">
                <a:solidFill>
                  <a:srgbClr val="182942"/>
                </a:solidFill>
                <a:latin typeface="Apple SD Gothic Neo"/>
                <a:ea typeface="Apple SD Gothic Neo"/>
                <a:cs typeface="Apple SD Gothic Neo"/>
              </a:defRPr>
            </a:lvl4pPr>
            <a:lvl5pPr>
              <a:defRPr sz="2025" b="1">
                <a:solidFill>
                  <a:srgbClr val="182942"/>
                </a:solidFill>
                <a:latin typeface="Apple SD Gothic Neo"/>
                <a:ea typeface="Apple SD Gothic Neo"/>
                <a:cs typeface="Apple SD Gothic Neo"/>
              </a:defRPr>
            </a:lvl5pPr>
            <a:lvl6pPr>
              <a:defRPr sz="2025" b="1">
                <a:solidFill>
                  <a:srgbClr val="182942"/>
                </a:solidFill>
                <a:latin typeface="Apple SD Gothic Neo"/>
                <a:ea typeface="Apple SD Gothic Neo"/>
                <a:cs typeface="Apple SD Gothic Neo"/>
              </a:defRPr>
            </a:lvl6pPr>
            <a:lvl7pPr>
              <a:defRPr sz="2025" b="1">
                <a:solidFill>
                  <a:srgbClr val="182942"/>
                </a:solidFill>
                <a:latin typeface="Apple SD Gothic Neo"/>
                <a:ea typeface="Apple SD Gothic Neo"/>
                <a:cs typeface="Apple SD Gothic Neo"/>
              </a:defRPr>
            </a:lvl7pPr>
            <a:lvl8pPr>
              <a:defRPr sz="2025" b="1">
                <a:solidFill>
                  <a:srgbClr val="182942"/>
                </a:solidFill>
                <a:latin typeface="Apple SD Gothic Neo"/>
                <a:ea typeface="Apple SD Gothic Neo"/>
                <a:cs typeface="Apple SD Gothic Neo"/>
              </a:defRPr>
            </a:lvl8pPr>
            <a:lvl9pPr>
              <a:defRPr sz="2025" b="1">
                <a:solidFill>
                  <a:srgbClr val="182942"/>
                </a:solidFill>
                <a:latin typeface="Apple SD Gothic Neo"/>
                <a:ea typeface="Apple SD Gothic Neo"/>
                <a:cs typeface="Apple SD Gothic Neo"/>
              </a:defRPr>
            </a:lvl9pPr>
          </a:lstStyle>
          <a:p xmlns:a="http://schemas.openxmlformats.org/drawingml/2006/main">
            <a:pPr>
              <a:defRPr sz="2025" b="1">
                <a:solidFill>
                  <a:srgbClr val="182942"/>
                </a:solidFill>
                <a:latin typeface="Apple SD Gothic Neo"/>
                <a:ea typeface="Apple SD Gothic Neo"/>
                <a:cs typeface="Apple SD Gothic Neo"/>
              </a:defRPr>
            </a:pPr>
            <a:r>
              <a:rPr sz="2025" b="1">
                <a:solidFill>
                  <a:srgbClr val="182942"/>
                </a:solidFill>
                <a:latin typeface="Apple SD Gothic Neo"/>
                <a:ea typeface="Apple SD Gothic Neo"/>
                <a:cs typeface="Apple SD Gothic Neo"/>
              </a:rPr>
              <a:t>답변 작성·검증</a:t>
            </a:r>
          </a:p>
        </p:txBody>
      </p:sp>
      <p:sp>
        <p:nvSpPr>
          <p:cNvPr id="33" name="">
            <a:extLst xmlns:a="http://schemas.openxmlformats.org/drawingml/2006/main">
              <a:ext uri="{FF2B5EF4-FFF2-40B4-BE49-F238E27FC236}">
                <a16:creationId xmlns:a16="http://schemas.microsoft.com/office/drawing/2014/main" id="{A22DEFD5-9A16-472C-966E-28643EFAFC26}"/>
              </a:ext>
            </a:extLst>
          </p:cNvPr>
          <p:cNvSpPr>
            <a:spLocks xmlns:a="http://schemas.openxmlformats.org/drawingml/2006/main" noGrp="1"/>
          </p:cNvSpPr>
          <p:nvPr/>
        </p:nvSpPr>
        <p:spPr>
          <a:xfrm xmlns:a="http://schemas.openxmlformats.org/drawingml/2006/main">
            <a:off x="10010775" y="4543425"/>
            <a:ext cx="2809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B687A"/>
                </a:solidFill>
                <a:latin typeface="Apple SD Gothic Neo"/>
                <a:ea typeface="Apple SD Gothic Neo"/>
                <a:cs typeface="Apple SD Gothic Neo"/>
              </a:defRPr>
            </a:defPPr>
            <a:lvl1pPr>
              <a:defRPr sz="1725" b="0">
                <a:solidFill>
                  <a:srgbClr val="5B687A"/>
                </a:solidFill>
                <a:latin typeface="Apple SD Gothic Neo"/>
                <a:ea typeface="Apple SD Gothic Neo"/>
                <a:cs typeface="Apple SD Gothic Neo"/>
              </a:defRPr>
            </a:lvl1pPr>
            <a:lvl2pPr>
              <a:defRPr sz="1725" b="0">
                <a:solidFill>
                  <a:srgbClr val="5B687A"/>
                </a:solidFill>
                <a:latin typeface="Apple SD Gothic Neo"/>
                <a:ea typeface="Apple SD Gothic Neo"/>
                <a:cs typeface="Apple SD Gothic Neo"/>
              </a:defRPr>
            </a:lvl2pPr>
            <a:lvl3pPr>
              <a:defRPr sz="1725" b="0">
                <a:solidFill>
                  <a:srgbClr val="5B687A"/>
                </a:solidFill>
                <a:latin typeface="Apple SD Gothic Neo"/>
                <a:ea typeface="Apple SD Gothic Neo"/>
                <a:cs typeface="Apple SD Gothic Neo"/>
              </a:defRPr>
            </a:lvl3pPr>
            <a:lvl4pPr>
              <a:defRPr sz="1725" b="0">
                <a:solidFill>
                  <a:srgbClr val="5B687A"/>
                </a:solidFill>
                <a:latin typeface="Apple SD Gothic Neo"/>
                <a:ea typeface="Apple SD Gothic Neo"/>
                <a:cs typeface="Apple SD Gothic Neo"/>
              </a:defRPr>
            </a:lvl4pPr>
            <a:lvl5pPr>
              <a:defRPr sz="1725" b="0">
                <a:solidFill>
                  <a:srgbClr val="5B687A"/>
                </a:solidFill>
                <a:latin typeface="Apple SD Gothic Neo"/>
                <a:ea typeface="Apple SD Gothic Neo"/>
                <a:cs typeface="Apple SD Gothic Neo"/>
              </a:defRPr>
            </a:lvl5pPr>
            <a:lvl6pPr>
              <a:defRPr sz="1725" b="0">
                <a:solidFill>
                  <a:srgbClr val="5B687A"/>
                </a:solidFill>
                <a:latin typeface="Apple SD Gothic Neo"/>
                <a:ea typeface="Apple SD Gothic Neo"/>
                <a:cs typeface="Apple SD Gothic Neo"/>
              </a:defRPr>
            </a:lvl6pPr>
            <a:lvl7pPr>
              <a:defRPr sz="1725" b="0">
                <a:solidFill>
                  <a:srgbClr val="5B687A"/>
                </a:solidFill>
                <a:latin typeface="Apple SD Gothic Neo"/>
                <a:ea typeface="Apple SD Gothic Neo"/>
                <a:cs typeface="Apple SD Gothic Neo"/>
              </a:defRPr>
            </a:lvl7pPr>
            <a:lvl8pPr>
              <a:defRPr sz="1725" b="0">
                <a:solidFill>
                  <a:srgbClr val="5B687A"/>
                </a:solidFill>
                <a:latin typeface="Apple SD Gothic Neo"/>
                <a:ea typeface="Apple SD Gothic Neo"/>
                <a:cs typeface="Apple SD Gothic Neo"/>
              </a:defRPr>
            </a:lvl8pPr>
            <a:lvl9pPr>
              <a:defRPr sz="1725" b="0">
                <a:solidFill>
                  <a:srgbClr val="5B687A"/>
                </a:solidFill>
                <a:latin typeface="Apple SD Gothic Neo"/>
                <a:ea typeface="Apple SD Gothic Neo"/>
                <a:cs typeface="Apple SD Gothic Neo"/>
              </a:defRPr>
            </a:lvl9pPr>
          </a:lstStyle>
          <a:p xmlns:a="http://schemas.openxmlformats.org/drawingml/2006/main">
            <a:pPr>
              <a:defRPr sz="1725" b="0">
                <a:solidFill>
                  <a:srgbClr val="5B687A"/>
                </a:solidFill>
                <a:latin typeface="Apple SD Gothic Neo"/>
                <a:ea typeface="Apple SD Gothic Neo"/>
                <a:cs typeface="Apple SD Gothic Neo"/>
              </a:defRPr>
            </a:pPr>
            <a:r>
              <a:rPr sz="1725" b="0">
                <a:solidFill>
                  <a:srgbClr val="5B687A"/>
                </a:solidFill>
                <a:latin typeface="Apple SD Gothic Neo"/>
                <a:ea typeface="Apple SD Gothic Neo"/>
                <a:cs typeface="Apple SD Gothic Neo"/>
              </a:rPr>
              <a:t>Qwen 8b + 규칙</a:t>
            </a:r>
          </a:p>
        </p:txBody>
      </p:sp>
      <p:sp>
        <p:nvSpPr>
          <p:cNvPr id="34" name="">
            <a:extLst xmlns:a="http://schemas.openxmlformats.org/drawingml/2006/main">
              <a:ext uri="{FF2B5EF4-FFF2-40B4-BE49-F238E27FC236}">
                <a16:creationId xmlns:a16="http://schemas.microsoft.com/office/drawing/2014/main" id="{4E471AB9-33E8-4C27-BB6A-710DFB42DF84}"/>
              </a:ext>
            </a:extLst>
          </p:cNvPr>
          <p:cNvSpPr>
            <a:spLocks xmlns:a="http://schemas.openxmlformats.org/drawingml/2006/main" noGrp="1"/>
          </p:cNvSpPr>
          <p:nvPr/>
        </p:nvSpPr>
        <p:spPr>
          <a:xfrm xmlns:a="http://schemas.openxmlformats.org/drawingml/2006/main">
            <a:off x="10191750" y="3476625"/>
            <a:ext cx="228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1">
                <a:solidFill>
                  <a:srgbClr val="3265D5"/>
                </a:solidFill>
                <a:latin typeface="Apple SD Gothic Neo"/>
                <a:ea typeface="Apple SD Gothic Neo"/>
                <a:cs typeface="Apple SD Gothic Neo"/>
              </a:defRPr>
            </a:defPPr>
            <a:lvl1pPr>
              <a:defRPr sz="1650" b="1">
                <a:solidFill>
                  <a:srgbClr val="3265D5"/>
                </a:solidFill>
                <a:latin typeface="Apple SD Gothic Neo"/>
                <a:ea typeface="Apple SD Gothic Neo"/>
                <a:cs typeface="Apple SD Gothic Neo"/>
              </a:defRPr>
            </a:lvl1pPr>
            <a:lvl2pPr>
              <a:defRPr sz="1650" b="1">
                <a:solidFill>
                  <a:srgbClr val="3265D5"/>
                </a:solidFill>
                <a:latin typeface="Apple SD Gothic Neo"/>
                <a:ea typeface="Apple SD Gothic Neo"/>
                <a:cs typeface="Apple SD Gothic Neo"/>
              </a:defRPr>
            </a:lvl2pPr>
            <a:lvl3pPr>
              <a:defRPr sz="1650" b="1">
                <a:solidFill>
                  <a:srgbClr val="3265D5"/>
                </a:solidFill>
                <a:latin typeface="Apple SD Gothic Neo"/>
                <a:ea typeface="Apple SD Gothic Neo"/>
                <a:cs typeface="Apple SD Gothic Neo"/>
              </a:defRPr>
            </a:lvl3pPr>
            <a:lvl4pPr>
              <a:defRPr sz="1650" b="1">
                <a:solidFill>
                  <a:srgbClr val="3265D5"/>
                </a:solidFill>
                <a:latin typeface="Apple SD Gothic Neo"/>
                <a:ea typeface="Apple SD Gothic Neo"/>
                <a:cs typeface="Apple SD Gothic Neo"/>
              </a:defRPr>
            </a:lvl4pPr>
            <a:lvl5pPr>
              <a:defRPr sz="1650" b="1">
                <a:solidFill>
                  <a:srgbClr val="3265D5"/>
                </a:solidFill>
                <a:latin typeface="Apple SD Gothic Neo"/>
                <a:ea typeface="Apple SD Gothic Neo"/>
                <a:cs typeface="Apple SD Gothic Neo"/>
              </a:defRPr>
            </a:lvl5pPr>
            <a:lvl6pPr>
              <a:defRPr sz="1650" b="1">
                <a:solidFill>
                  <a:srgbClr val="3265D5"/>
                </a:solidFill>
                <a:latin typeface="Apple SD Gothic Neo"/>
                <a:ea typeface="Apple SD Gothic Neo"/>
                <a:cs typeface="Apple SD Gothic Neo"/>
              </a:defRPr>
            </a:lvl6pPr>
            <a:lvl7pPr>
              <a:defRPr sz="1650" b="1">
                <a:solidFill>
                  <a:srgbClr val="3265D5"/>
                </a:solidFill>
                <a:latin typeface="Apple SD Gothic Neo"/>
                <a:ea typeface="Apple SD Gothic Neo"/>
                <a:cs typeface="Apple SD Gothic Neo"/>
              </a:defRPr>
            </a:lvl7pPr>
            <a:lvl8pPr>
              <a:defRPr sz="1650" b="1">
                <a:solidFill>
                  <a:srgbClr val="3265D5"/>
                </a:solidFill>
                <a:latin typeface="Apple SD Gothic Neo"/>
                <a:ea typeface="Apple SD Gothic Neo"/>
                <a:cs typeface="Apple SD Gothic Neo"/>
              </a:defRPr>
            </a:lvl8pPr>
            <a:lvl9pPr>
              <a:defRPr sz="1650" b="1">
                <a:solidFill>
                  <a:srgbClr val="3265D5"/>
                </a:solidFill>
                <a:latin typeface="Apple SD Gothic Neo"/>
                <a:ea typeface="Apple SD Gothic Neo"/>
                <a:cs typeface="Apple SD Gothic Neo"/>
              </a:defRPr>
            </a:lvl9pPr>
          </a:lstStyle>
          <a:p xmlns:a="http://schemas.openxmlformats.org/drawingml/2006/main">
            <a:pPr>
              <a:defRPr sz="1650" b="1">
                <a:solidFill>
                  <a:srgbClr val="3265D5"/>
                </a:solidFill>
                <a:latin typeface="Apple SD Gothic Neo"/>
                <a:ea typeface="Apple SD Gothic Neo"/>
                <a:cs typeface="Apple SD Gothic Neo"/>
              </a:defRPr>
            </a:pPr>
            <a:r>
              <a:rPr sz="1650" b="1">
                <a:solidFill>
                  <a:srgbClr val="3265D5"/>
                </a:solidFill>
                <a:latin typeface="Apple SD Gothic Neo"/>
                <a:ea typeface="Apple SD Gothic Neo"/>
                <a:cs typeface="Apple SD Gothic Neo"/>
              </a:rPr>
              <a:t>3 → 4</a:t>
            </a:r>
          </a:p>
        </p:txBody>
      </p:sp>
      <p:sp>
        <p:nvSpPr>
          <p:cNvPr id="35" name="">
            <a:extLst xmlns:a="http://schemas.openxmlformats.org/drawingml/2006/main">
              <a:ext uri="{FF2B5EF4-FFF2-40B4-BE49-F238E27FC236}">
                <a16:creationId xmlns:a16="http://schemas.microsoft.com/office/drawing/2014/main" id="{0302EF43-2E82-490C-AE30-FF35FD800A65}"/>
              </a:ext>
            </a:extLst>
          </p:cNvPr>
          <p:cNvSpPr>
            <a:spLocks xmlns:a="http://schemas.openxmlformats.org/drawingml/2006/main" noGrp="1"/>
          </p:cNvSpPr>
          <p:nvPr/>
        </p:nvSpPr>
        <p:spPr>
          <a:xfrm xmlns:a="http://schemas.openxmlformats.org/drawingml/2006/main">
            <a:off x="685800" y="5905500"/>
            <a:ext cx="1219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3265D5"/>
                </a:solidFill>
                <a:latin typeface="Apple SD Gothic Neo"/>
                <a:ea typeface="Apple SD Gothic Neo"/>
                <a:cs typeface="Apple SD Gothic Neo"/>
              </a:defRPr>
            </a:defPPr>
            <a:lvl1pPr>
              <a:defRPr sz="2250" b="1">
                <a:solidFill>
                  <a:srgbClr val="3265D5"/>
                </a:solidFill>
                <a:latin typeface="Apple SD Gothic Neo"/>
                <a:ea typeface="Apple SD Gothic Neo"/>
                <a:cs typeface="Apple SD Gothic Neo"/>
              </a:defRPr>
            </a:lvl1pPr>
            <a:lvl2pPr>
              <a:defRPr sz="2250" b="1">
                <a:solidFill>
                  <a:srgbClr val="3265D5"/>
                </a:solidFill>
                <a:latin typeface="Apple SD Gothic Neo"/>
                <a:ea typeface="Apple SD Gothic Neo"/>
                <a:cs typeface="Apple SD Gothic Neo"/>
              </a:defRPr>
            </a:lvl2pPr>
            <a:lvl3pPr>
              <a:defRPr sz="2250" b="1">
                <a:solidFill>
                  <a:srgbClr val="3265D5"/>
                </a:solidFill>
                <a:latin typeface="Apple SD Gothic Neo"/>
                <a:ea typeface="Apple SD Gothic Neo"/>
                <a:cs typeface="Apple SD Gothic Neo"/>
              </a:defRPr>
            </a:lvl3pPr>
            <a:lvl4pPr>
              <a:defRPr sz="2250" b="1">
                <a:solidFill>
                  <a:srgbClr val="3265D5"/>
                </a:solidFill>
                <a:latin typeface="Apple SD Gothic Neo"/>
                <a:ea typeface="Apple SD Gothic Neo"/>
                <a:cs typeface="Apple SD Gothic Neo"/>
              </a:defRPr>
            </a:lvl4pPr>
            <a:lvl5pPr>
              <a:defRPr sz="2250" b="1">
                <a:solidFill>
                  <a:srgbClr val="3265D5"/>
                </a:solidFill>
                <a:latin typeface="Apple SD Gothic Neo"/>
                <a:ea typeface="Apple SD Gothic Neo"/>
                <a:cs typeface="Apple SD Gothic Neo"/>
              </a:defRPr>
            </a:lvl5pPr>
            <a:lvl6pPr>
              <a:defRPr sz="2250" b="1">
                <a:solidFill>
                  <a:srgbClr val="3265D5"/>
                </a:solidFill>
                <a:latin typeface="Apple SD Gothic Neo"/>
                <a:ea typeface="Apple SD Gothic Neo"/>
                <a:cs typeface="Apple SD Gothic Neo"/>
              </a:defRPr>
            </a:lvl6pPr>
            <a:lvl7pPr>
              <a:defRPr sz="2250" b="1">
                <a:solidFill>
                  <a:srgbClr val="3265D5"/>
                </a:solidFill>
                <a:latin typeface="Apple SD Gothic Neo"/>
                <a:ea typeface="Apple SD Gothic Neo"/>
                <a:cs typeface="Apple SD Gothic Neo"/>
              </a:defRPr>
            </a:lvl7pPr>
            <a:lvl8pPr>
              <a:defRPr sz="2250" b="1">
                <a:solidFill>
                  <a:srgbClr val="3265D5"/>
                </a:solidFill>
                <a:latin typeface="Apple SD Gothic Neo"/>
                <a:ea typeface="Apple SD Gothic Neo"/>
                <a:cs typeface="Apple SD Gothic Neo"/>
              </a:defRPr>
            </a:lvl8pPr>
            <a:lvl9pPr>
              <a:defRPr sz="2250" b="1">
                <a:solidFill>
                  <a:srgbClr val="3265D5"/>
                </a:solidFill>
                <a:latin typeface="Apple SD Gothic Neo"/>
                <a:ea typeface="Apple SD Gothic Neo"/>
                <a:cs typeface="Apple SD Gothic Neo"/>
              </a:defRPr>
            </a:lvl9pPr>
          </a:lstStyle>
          <a:p xmlns:a="http://schemas.openxmlformats.org/drawingml/2006/main">
            <a:pPr>
              <a:defRPr sz="2250" b="1">
                <a:solidFill>
                  <a:srgbClr val="3265D5"/>
                </a:solidFill>
                <a:latin typeface="Apple SD Gothic Neo"/>
                <a:ea typeface="Apple SD Gothic Neo"/>
                <a:cs typeface="Apple SD Gothic Neo"/>
              </a:defRPr>
            </a:pPr>
            <a:r>
              <a:rPr sz="2250" b="1">
                <a:solidFill>
                  <a:srgbClr val="3265D5"/>
                </a:solidFill>
                <a:latin typeface="Apple SD Gothic Neo"/>
                <a:ea typeface="Apple SD Gothic Neo"/>
                <a:cs typeface="Apple SD Gothic Neo"/>
              </a:rPr>
              <a:t>결과 저장 → 사용자 답변 / 관리자 목록·상세 조회</a:t>
            </a:r>
          </a:p>
        </p:txBody>
      </p:sp>
      <p:sp>
        <p:nvSpPr>
          <p:cNvPr id="36" name="">
            <a:extLst xmlns:a="http://schemas.openxmlformats.org/drawingml/2006/main">
              <a:ext uri="{FF2B5EF4-FFF2-40B4-BE49-F238E27FC236}">
                <a16:creationId xmlns:a16="http://schemas.microsoft.com/office/drawing/2014/main" id="{C48A84CD-571B-444B-B294-9CA0134324A8}"/>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LangGraph: 처리 순서·분기  |  LangSmith: 실행 추적  |  Multi-Agent는 미적용</a:t>
            </a:r>
          </a:p>
        </p:txBody>
      </p:sp>
    </p:spTree>
    <p:extLst>
      <p:ext uri="{BB962C8B-B14F-4D97-AF65-F5344CB8AC3E}">
        <p14:creationId xmlns:p14="http://schemas.microsoft.com/office/powerpoint/2010/main" val="13774878"/>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E0EE36D-B95C-4476-B6C7-DC209864BED2}"/>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02811D99-BE46-4E83-9BC5-009118E0466B}"/>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코드 개선 ① 선택한 시스템만 점검</a:t>
            </a:r>
          </a:p>
        </p:txBody>
      </p:sp>
      <p:sp>
        <p:nvSpPr>
          <p:cNvPr id="3" name="">
            <a:extLst xmlns:a="http://schemas.openxmlformats.org/drawingml/2006/main">
              <a:ext uri="{FF2B5EF4-FFF2-40B4-BE49-F238E27FC236}">
                <a16:creationId xmlns:a16="http://schemas.microsoft.com/office/drawing/2014/main" id="{31037488-BFB3-4DBA-B594-F706970FB56F}"/>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모델의 계획에 대상 선택을 맡기던 경로에 명시적인 범위 제한을 추가했다</a:t>
            </a:r>
          </a:p>
        </p:txBody>
      </p:sp>
      <p:sp>
        <p:nvSpPr>
          <p:cNvPr id="4" name="">
            <a:extLst xmlns:a="http://schemas.openxmlformats.org/drawingml/2006/main">
              <a:ext uri="{FF2B5EF4-FFF2-40B4-BE49-F238E27FC236}">
                <a16:creationId xmlns:a16="http://schemas.microsoft.com/office/drawing/2014/main" id="{7DED6D15-F302-44CD-8CE1-D802B035A8AC}"/>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B72273DE-A44A-49A3-87DA-DF2315823EA9}"/>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06</a:t>
            </a:r>
          </a:p>
        </p:txBody>
      </p:sp>
      <p:sp>
        <p:nvSpPr>
          <p:cNvPr id="6" name="">
            <a:extLst xmlns:a="http://schemas.openxmlformats.org/drawingml/2006/main">
              <a:ext uri="{FF2B5EF4-FFF2-40B4-BE49-F238E27FC236}">
                <a16:creationId xmlns:a16="http://schemas.microsoft.com/office/drawing/2014/main" id="{F8C3175F-4778-4B57-BEBA-AF6E57005BBD}"/>
              </a:ext>
            </a:extLst>
          </p:cNvPr>
          <p:cNvSpPr>
            <a:spLocks xmlns:a="http://schemas.openxmlformats.org/drawingml/2006/main" noGrp="1"/>
          </p:cNvSpPr>
          <p:nvPr/>
        </p:nvSpPr>
        <p:spPr>
          <a:xfrm xmlns:a="http://schemas.openxmlformats.org/drawingml/2006/main">
            <a:off x="685800" y="20193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5B687A"/>
                </a:solidFill>
                <a:latin typeface="Apple SD Gothic Neo"/>
                <a:ea typeface="Apple SD Gothic Neo"/>
                <a:cs typeface="Apple SD Gothic Neo"/>
              </a:defRPr>
            </a:defPPr>
            <a:lvl1pPr>
              <a:defRPr sz="2025" b="1">
                <a:solidFill>
                  <a:srgbClr val="5B687A"/>
                </a:solidFill>
                <a:latin typeface="Apple SD Gothic Neo"/>
                <a:ea typeface="Apple SD Gothic Neo"/>
                <a:cs typeface="Apple SD Gothic Neo"/>
              </a:defRPr>
            </a:lvl1pPr>
            <a:lvl2pPr>
              <a:defRPr sz="2025" b="1">
                <a:solidFill>
                  <a:srgbClr val="5B687A"/>
                </a:solidFill>
                <a:latin typeface="Apple SD Gothic Neo"/>
                <a:ea typeface="Apple SD Gothic Neo"/>
                <a:cs typeface="Apple SD Gothic Neo"/>
              </a:defRPr>
            </a:lvl2pPr>
            <a:lvl3pPr>
              <a:defRPr sz="2025" b="1">
                <a:solidFill>
                  <a:srgbClr val="5B687A"/>
                </a:solidFill>
                <a:latin typeface="Apple SD Gothic Neo"/>
                <a:ea typeface="Apple SD Gothic Neo"/>
                <a:cs typeface="Apple SD Gothic Neo"/>
              </a:defRPr>
            </a:lvl3pPr>
            <a:lvl4pPr>
              <a:defRPr sz="2025" b="1">
                <a:solidFill>
                  <a:srgbClr val="5B687A"/>
                </a:solidFill>
                <a:latin typeface="Apple SD Gothic Neo"/>
                <a:ea typeface="Apple SD Gothic Neo"/>
                <a:cs typeface="Apple SD Gothic Neo"/>
              </a:defRPr>
            </a:lvl4pPr>
            <a:lvl5pPr>
              <a:defRPr sz="2025" b="1">
                <a:solidFill>
                  <a:srgbClr val="5B687A"/>
                </a:solidFill>
                <a:latin typeface="Apple SD Gothic Neo"/>
                <a:ea typeface="Apple SD Gothic Neo"/>
                <a:cs typeface="Apple SD Gothic Neo"/>
              </a:defRPr>
            </a:lvl5pPr>
            <a:lvl6pPr>
              <a:defRPr sz="2025" b="1">
                <a:solidFill>
                  <a:srgbClr val="5B687A"/>
                </a:solidFill>
                <a:latin typeface="Apple SD Gothic Neo"/>
                <a:ea typeface="Apple SD Gothic Neo"/>
                <a:cs typeface="Apple SD Gothic Neo"/>
              </a:defRPr>
            </a:lvl6pPr>
            <a:lvl7pPr>
              <a:defRPr sz="2025" b="1">
                <a:solidFill>
                  <a:srgbClr val="5B687A"/>
                </a:solidFill>
                <a:latin typeface="Apple SD Gothic Neo"/>
                <a:ea typeface="Apple SD Gothic Neo"/>
                <a:cs typeface="Apple SD Gothic Neo"/>
              </a:defRPr>
            </a:lvl7pPr>
            <a:lvl8pPr>
              <a:defRPr sz="2025" b="1">
                <a:solidFill>
                  <a:srgbClr val="5B687A"/>
                </a:solidFill>
                <a:latin typeface="Apple SD Gothic Neo"/>
                <a:ea typeface="Apple SD Gothic Neo"/>
                <a:cs typeface="Apple SD Gothic Neo"/>
              </a:defRPr>
            </a:lvl8pPr>
            <a:lvl9pPr>
              <a:defRPr sz="2025" b="1">
                <a:solidFill>
                  <a:srgbClr val="5B687A"/>
                </a:solidFill>
                <a:latin typeface="Apple SD Gothic Neo"/>
                <a:ea typeface="Apple SD Gothic Neo"/>
                <a:cs typeface="Apple SD Gothic Neo"/>
              </a:defRPr>
            </a:lvl9pPr>
          </a:lstStyle>
          <a:p xmlns:a="http://schemas.openxmlformats.org/drawingml/2006/main">
            <a:pPr>
              <a:defRPr sz="2025" b="1">
                <a:solidFill>
                  <a:srgbClr val="5B687A"/>
                </a:solidFill>
                <a:latin typeface="Apple SD Gothic Neo"/>
                <a:ea typeface="Apple SD Gothic Neo"/>
                <a:cs typeface="Apple SD Gothic Neo"/>
              </a:defRPr>
            </a:pPr>
            <a:r>
              <a:rPr sz="2025" b="1">
                <a:solidFill>
                  <a:srgbClr val="5B687A"/>
                </a:solidFill>
                <a:latin typeface="Apple SD Gothic Neo"/>
                <a:ea typeface="Apple SD Gothic Neo"/>
                <a:cs typeface="Apple SD Gothic Neo"/>
              </a:rPr>
              <a:t>기존 fake 계획기의 예시</a:t>
            </a:r>
          </a:p>
        </p:txBody>
      </p:sp>
      <p:sp>
        <p:nvSpPr>
          <p:cNvPr id="7" name="">
            <a:extLst xmlns:a="http://schemas.openxmlformats.org/drawingml/2006/main">
              <a:ext uri="{FF2B5EF4-FFF2-40B4-BE49-F238E27FC236}">
                <a16:creationId xmlns:a16="http://schemas.microsoft.com/office/drawing/2014/main" id="{6F502E2C-0B03-42B6-849E-33662D56DC63}"/>
              </a:ext>
            </a:extLst>
          </p:cNvPr>
          <p:cNvSpPr>
            <a:spLocks xmlns:a="http://schemas.openxmlformats.org/drawingml/2006/main" noGrp="1"/>
          </p:cNvSpPr>
          <p:nvPr/>
        </p:nvSpPr>
        <p:spPr>
          <a:xfrm xmlns:a="http://schemas.openxmlformats.org/drawingml/2006/main">
            <a:off x="685800" y="2552700"/>
            <a:ext cx="12344400" cy="1095375"/>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txBody>
          <a:bodyPr xmlns:a="http://schemas.openxmlformats.org/drawingml/2006/main" lIns="190500" tIns="190500" rIns="190500" bIns="190500" anchor="t">
            <a:noAutofit/>
          </a:bodyPr>
          <a:lstStyle xmlns:a="http://schemas.openxmlformats.org/drawingml/2006/main">
            <a:defPPr>
              <a:defRPr sz="1875" b="0">
                <a:solidFill>
                  <a:srgbClr val="182942"/>
                </a:solidFill>
                <a:latin typeface="Menlo"/>
                <a:ea typeface="Menlo"/>
                <a:cs typeface="Menlo"/>
              </a:defRPr>
            </a:defPPr>
            <a:lvl1pPr>
              <a:defRPr sz="1875" b="0">
                <a:solidFill>
                  <a:srgbClr val="182942"/>
                </a:solidFill>
                <a:latin typeface="Menlo"/>
                <a:ea typeface="Menlo"/>
                <a:cs typeface="Menlo"/>
              </a:defRPr>
            </a:lvl1pPr>
            <a:lvl2pPr>
              <a:defRPr sz="1875" b="0">
                <a:solidFill>
                  <a:srgbClr val="182942"/>
                </a:solidFill>
                <a:latin typeface="Menlo"/>
                <a:ea typeface="Menlo"/>
                <a:cs typeface="Menlo"/>
              </a:defRPr>
            </a:lvl2pPr>
            <a:lvl3pPr>
              <a:defRPr sz="1875" b="0">
                <a:solidFill>
                  <a:srgbClr val="182942"/>
                </a:solidFill>
                <a:latin typeface="Menlo"/>
                <a:ea typeface="Menlo"/>
                <a:cs typeface="Menlo"/>
              </a:defRPr>
            </a:lvl3pPr>
            <a:lvl4pPr>
              <a:defRPr sz="1875" b="0">
                <a:solidFill>
                  <a:srgbClr val="182942"/>
                </a:solidFill>
                <a:latin typeface="Menlo"/>
                <a:ea typeface="Menlo"/>
                <a:cs typeface="Menlo"/>
              </a:defRPr>
            </a:lvl4pPr>
            <a:lvl5pPr>
              <a:defRPr sz="1875" b="0">
                <a:solidFill>
                  <a:srgbClr val="182942"/>
                </a:solidFill>
                <a:latin typeface="Menlo"/>
                <a:ea typeface="Menlo"/>
                <a:cs typeface="Menlo"/>
              </a:defRPr>
            </a:lvl5pPr>
            <a:lvl6pPr>
              <a:defRPr sz="1875" b="0">
                <a:solidFill>
                  <a:srgbClr val="182942"/>
                </a:solidFill>
                <a:latin typeface="Menlo"/>
                <a:ea typeface="Menlo"/>
                <a:cs typeface="Menlo"/>
              </a:defRPr>
            </a:lvl6pPr>
            <a:lvl7pPr>
              <a:defRPr sz="1875" b="0">
                <a:solidFill>
                  <a:srgbClr val="182942"/>
                </a:solidFill>
                <a:latin typeface="Menlo"/>
                <a:ea typeface="Menlo"/>
                <a:cs typeface="Menlo"/>
              </a:defRPr>
            </a:lvl7pPr>
            <a:lvl8pPr>
              <a:defRPr sz="1875" b="0">
                <a:solidFill>
                  <a:srgbClr val="182942"/>
                </a:solidFill>
                <a:latin typeface="Menlo"/>
                <a:ea typeface="Menlo"/>
                <a:cs typeface="Menlo"/>
              </a:defRPr>
            </a:lvl8pPr>
            <a:lvl9pPr>
              <a:defRPr sz="1875" b="0">
                <a:solidFill>
                  <a:srgbClr val="182942"/>
                </a:solidFill>
                <a:latin typeface="Menlo"/>
                <a:ea typeface="Menlo"/>
                <a:cs typeface="Menlo"/>
              </a:defRPr>
            </a:lvl9pPr>
          </a:lstStyle>
          <a:p xmlns:a="http://schemas.openxmlformats.org/drawingml/2006/main">
            <a:pPr>
              <a:defRPr sz="1875" b="0">
                <a:solidFill>
                  <a:srgbClr val="182942"/>
                </a:solidFill>
                <a:latin typeface="Menlo"/>
                <a:ea typeface="Menlo"/>
                <a:cs typeface="Menlo"/>
              </a:defRPr>
            </a:pPr>
            <a:r>
              <a:rPr sz="1875" b="0">
                <a:solidFill>
                  <a:srgbClr val="182942"/>
                </a:solidFill>
                <a:latin typeface="Menlo"/>
                <a:ea typeface="Menlo"/>
                <a:cs typeface="Menlo"/>
              </a:rPr>
              <a:t>if "web-01" not in systems:</a:t>
            </a:r>
          </a:p>
          <a:p xmlns:a="http://schemas.openxmlformats.org/drawingml/2006/main">
            <a:pPr>
              <a:defRPr sz="1875" b="0">
                <a:solidFill>
                  <a:srgbClr val="182942"/>
                </a:solidFill>
                <a:latin typeface="Menlo"/>
                <a:ea typeface="Menlo"/>
                <a:cs typeface="Menlo"/>
              </a:defRPr>
            </a:pPr>
            <a:r>
              <a:rPr sz="1875" b="0">
                <a:solidFill>
                  <a:srgbClr val="182942"/>
                </a:solidFill>
                <a:latin typeface="Menlo"/>
                <a:ea typeface="Menlo"/>
                <a:cs typeface="Menlo"/>
              </a:rPr>
              <a:t>    systems.append("web-01")</a:t>
            </a:r>
          </a:p>
        </p:txBody>
      </p:sp>
      <p:sp>
        <p:nvSpPr>
          <p:cNvPr id="8" name="">
            <a:extLst xmlns:a="http://schemas.openxmlformats.org/drawingml/2006/main">
              <a:ext uri="{FF2B5EF4-FFF2-40B4-BE49-F238E27FC236}">
                <a16:creationId xmlns:a16="http://schemas.microsoft.com/office/drawing/2014/main" id="{C990D242-4CE7-4931-AA08-985ECF97D3BF}"/>
              </a:ext>
            </a:extLst>
          </p:cNvPr>
          <p:cNvSpPr>
            <a:spLocks xmlns:a="http://schemas.openxmlformats.org/drawingml/2006/main" noGrp="1"/>
          </p:cNvSpPr>
          <p:nvPr/>
        </p:nvSpPr>
        <p:spPr>
          <a:xfrm xmlns:a="http://schemas.openxmlformats.org/drawingml/2006/main">
            <a:off x="685800" y="3981450"/>
            <a:ext cx="1200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265D5"/>
                </a:solidFill>
                <a:latin typeface="Apple SD Gothic Neo"/>
                <a:ea typeface="Apple SD Gothic Neo"/>
                <a:cs typeface="Apple SD Gothic Neo"/>
              </a:defRPr>
            </a:defPPr>
            <a:lvl1pPr>
              <a:defRPr sz="2100" b="1">
                <a:solidFill>
                  <a:srgbClr val="3265D5"/>
                </a:solidFill>
                <a:latin typeface="Apple SD Gothic Neo"/>
                <a:ea typeface="Apple SD Gothic Neo"/>
                <a:cs typeface="Apple SD Gothic Neo"/>
              </a:defRPr>
            </a:lvl1pPr>
            <a:lvl2pPr>
              <a:defRPr sz="2100" b="1">
                <a:solidFill>
                  <a:srgbClr val="3265D5"/>
                </a:solidFill>
                <a:latin typeface="Apple SD Gothic Neo"/>
                <a:ea typeface="Apple SD Gothic Neo"/>
                <a:cs typeface="Apple SD Gothic Neo"/>
              </a:defRPr>
            </a:lvl2pPr>
            <a:lvl3pPr>
              <a:defRPr sz="2100" b="1">
                <a:solidFill>
                  <a:srgbClr val="3265D5"/>
                </a:solidFill>
                <a:latin typeface="Apple SD Gothic Neo"/>
                <a:ea typeface="Apple SD Gothic Neo"/>
                <a:cs typeface="Apple SD Gothic Neo"/>
              </a:defRPr>
            </a:lvl3pPr>
            <a:lvl4pPr>
              <a:defRPr sz="2100" b="1">
                <a:solidFill>
                  <a:srgbClr val="3265D5"/>
                </a:solidFill>
                <a:latin typeface="Apple SD Gothic Neo"/>
                <a:ea typeface="Apple SD Gothic Neo"/>
                <a:cs typeface="Apple SD Gothic Neo"/>
              </a:defRPr>
            </a:lvl4pPr>
            <a:lvl5pPr>
              <a:defRPr sz="2100" b="1">
                <a:solidFill>
                  <a:srgbClr val="3265D5"/>
                </a:solidFill>
                <a:latin typeface="Apple SD Gothic Neo"/>
                <a:ea typeface="Apple SD Gothic Neo"/>
                <a:cs typeface="Apple SD Gothic Neo"/>
              </a:defRPr>
            </a:lvl5pPr>
            <a:lvl6pPr>
              <a:defRPr sz="2100" b="1">
                <a:solidFill>
                  <a:srgbClr val="3265D5"/>
                </a:solidFill>
                <a:latin typeface="Apple SD Gothic Neo"/>
                <a:ea typeface="Apple SD Gothic Neo"/>
                <a:cs typeface="Apple SD Gothic Neo"/>
              </a:defRPr>
            </a:lvl6pPr>
            <a:lvl7pPr>
              <a:defRPr sz="2100" b="1">
                <a:solidFill>
                  <a:srgbClr val="3265D5"/>
                </a:solidFill>
                <a:latin typeface="Apple SD Gothic Neo"/>
                <a:ea typeface="Apple SD Gothic Neo"/>
                <a:cs typeface="Apple SD Gothic Neo"/>
              </a:defRPr>
            </a:lvl7pPr>
            <a:lvl8pPr>
              <a:defRPr sz="2100" b="1">
                <a:solidFill>
                  <a:srgbClr val="3265D5"/>
                </a:solidFill>
                <a:latin typeface="Apple SD Gothic Neo"/>
                <a:ea typeface="Apple SD Gothic Neo"/>
                <a:cs typeface="Apple SD Gothic Neo"/>
              </a:defRPr>
            </a:lvl8pPr>
            <a:lvl9pPr>
              <a:defRPr sz="2100" b="1">
                <a:solidFill>
                  <a:srgbClr val="3265D5"/>
                </a:solidFill>
                <a:latin typeface="Apple SD Gothic Neo"/>
                <a:ea typeface="Apple SD Gothic Neo"/>
                <a:cs typeface="Apple SD Gothic Neo"/>
              </a:defRPr>
            </a:lvl9pPr>
          </a:lstStyle>
          <a:p xmlns:a="http://schemas.openxmlformats.org/drawingml/2006/main">
            <a:pPr>
              <a:defRPr sz="2100" b="1">
                <a:solidFill>
                  <a:srgbClr val="3265D5"/>
                </a:solidFill>
                <a:latin typeface="Apple SD Gothic Neo"/>
                <a:ea typeface="Apple SD Gothic Neo"/>
                <a:cs typeface="Apple SD Gothic Neo"/>
              </a:defRPr>
            </a:pPr>
            <a:r>
              <a:rPr sz="2100" b="1">
                <a:solidFill>
                  <a:srgbClr val="3265D5"/>
                </a:solidFill>
                <a:latin typeface="Apple SD Gothic Neo"/>
                <a:ea typeface="Apple SD Gothic Neo"/>
                <a:cs typeface="Apple SD Gothic Neo"/>
              </a:rPr>
              <a:t>개선: 선택값을 검증하고 작업을 직접 생성</a:t>
            </a:r>
          </a:p>
        </p:txBody>
      </p:sp>
      <p:sp>
        <p:nvSpPr>
          <p:cNvPr id="9" name="">
            <a:extLst xmlns:a="http://schemas.openxmlformats.org/drawingml/2006/main">
              <a:ext uri="{FF2B5EF4-FFF2-40B4-BE49-F238E27FC236}">
                <a16:creationId xmlns:a16="http://schemas.microsoft.com/office/drawing/2014/main" id="{89DDDB25-EF9D-4861-9395-45AD79948FE9}"/>
              </a:ext>
            </a:extLst>
          </p:cNvPr>
          <p:cNvSpPr>
            <a:spLocks xmlns:a="http://schemas.openxmlformats.org/drawingml/2006/main" noGrp="1"/>
          </p:cNvSpPr>
          <p:nvPr/>
        </p:nvSpPr>
        <p:spPr>
          <a:xfrm xmlns:a="http://schemas.openxmlformats.org/drawingml/2006/main">
            <a:off x="685800" y="4543425"/>
            <a:ext cx="12344400" cy="1476375"/>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txBody>
          <a:bodyPr xmlns:a="http://schemas.openxmlformats.org/drawingml/2006/main" lIns="190500" tIns="190500" rIns="190500" bIns="190500" anchor="t">
            <a:noAutofit/>
          </a:bodyPr>
          <a:lstStyle xmlns:a="http://schemas.openxmlformats.org/drawingml/2006/main">
            <a:defPPr>
              <a:defRPr sz="1875" b="0">
                <a:solidFill>
                  <a:srgbClr val="182942"/>
                </a:solidFill>
                <a:latin typeface="Menlo"/>
                <a:ea typeface="Menlo"/>
                <a:cs typeface="Menlo"/>
              </a:defRPr>
            </a:defPPr>
            <a:lvl1pPr>
              <a:defRPr sz="1875" b="0">
                <a:solidFill>
                  <a:srgbClr val="182942"/>
                </a:solidFill>
                <a:latin typeface="Menlo"/>
                <a:ea typeface="Menlo"/>
                <a:cs typeface="Menlo"/>
              </a:defRPr>
            </a:lvl1pPr>
            <a:lvl2pPr>
              <a:defRPr sz="1875" b="0">
                <a:solidFill>
                  <a:srgbClr val="182942"/>
                </a:solidFill>
                <a:latin typeface="Menlo"/>
                <a:ea typeface="Menlo"/>
                <a:cs typeface="Menlo"/>
              </a:defRPr>
            </a:lvl2pPr>
            <a:lvl3pPr>
              <a:defRPr sz="1875" b="0">
                <a:solidFill>
                  <a:srgbClr val="182942"/>
                </a:solidFill>
                <a:latin typeface="Menlo"/>
                <a:ea typeface="Menlo"/>
                <a:cs typeface="Menlo"/>
              </a:defRPr>
            </a:lvl3pPr>
            <a:lvl4pPr>
              <a:defRPr sz="1875" b="0">
                <a:solidFill>
                  <a:srgbClr val="182942"/>
                </a:solidFill>
                <a:latin typeface="Menlo"/>
                <a:ea typeface="Menlo"/>
                <a:cs typeface="Menlo"/>
              </a:defRPr>
            </a:lvl4pPr>
            <a:lvl5pPr>
              <a:defRPr sz="1875" b="0">
                <a:solidFill>
                  <a:srgbClr val="182942"/>
                </a:solidFill>
                <a:latin typeface="Menlo"/>
                <a:ea typeface="Menlo"/>
                <a:cs typeface="Menlo"/>
              </a:defRPr>
            </a:lvl5pPr>
            <a:lvl6pPr>
              <a:defRPr sz="1875" b="0">
                <a:solidFill>
                  <a:srgbClr val="182942"/>
                </a:solidFill>
                <a:latin typeface="Menlo"/>
                <a:ea typeface="Menlo"/>
                <a:cs typeface="Menlo"/>
              </a:defRPr>
            </a:lvl6pPr>
            <a:lvl7pPr>
              <a:defRPr sz="1875" b="0">
                <a:solidFill>
                  <a:srgbClr val="182942"/>
                </a:solidFill>
                <a:latin typeface="Menlo"/>
                <a:ea typeface="Menlo"/>
                <a:cs typeface="Menlo"/>
              </a:defRPr>
            </a:lvl7pPr>
            <a:lvl8pPr>
              <a:defRPr sz="1875" b="0">
                <a:solidFill>
                  <a:srgbClr val="182942"/>
                </a:solidFill>
                <a:latin typeface="Menlo"/>
                <a:ea typeface="Menlo"/>
                <a:cs typeface="Menlo"/>
              </a:defRPr>
            </a:lvl8pPr>
            <a:lvl9pPr>
              <a:defRPr sz="1875" b="0">
                <a:solidFill>
                  <a:srgbClr val="182942"/>
                </a:solidFill>
                <a:latin typeface="Menlo"/>
                <a:ea typeface="Menlo"/>
                <a:cs typeface="Menlo"/>
              </a:defRPr>
            </a:lvl9pPr>
          </a:lstStyle>
          <a:p xmlns:a="http://schemas.openxmlformats.org/drawingml/2006/main">
            <a:pPr>
              <a:defRPr sz="1875" b="0">
                <a:solidFill>
                  <a:srgbClr val="182942"/>
                </a:solidFill>
                <a:latin typeface="Menlo"/>
                <a:ea typeface="Menlo"/>
                <a:cs typeface="Menlo"/>
              </a:defRPr>
            </a:pPr>
            <a:r>
              <a:rPr sz="1875" b="0">
                <a:solidFill>
                  <a:srgbClr val="182942"/>
                </a:solidFill>
                <a:latin typeface="Menlo"/>
                <a:ea typeface="Menlo"/>
                <a:cs typeface="Menlo"/>
              </a:rPr>
              <a:t>selected = validate_selected_system(state["selected_system"])</a:t>
            </a:r>
          </a:p>
          <a:p xmlns:a="http://schemas.openxmlformats.org/drawingml/2006/main">
            <a:pPr>
              <a:defRPr sz="1875" b="0">
                <a:solidFill>
                  <a:srgbClr val="182942"/>
                </a:solidFill>
                <a:latin typeface="Menlo"/>
                <a:ea typeface="Menlo"/>
                <a:cs typeface="Menlo"/>
              </a:defRPr>
            </a:pPr>
            <a:r>
              <a:rPr sz="1875" b="0">
                <a:solidFill>
                  <a:srgbClr val="182942"/>
                </a:solidFill>
                <a:latin typeface="Menlo"/>
                <a:ea typeface="Menlo"/>
                <a:cs typeface="Menlo"/>
              </a:rPr>
              <a:t>tasks = [{"id": "task-0", "agent": "research", "kind": "monitoring",</a:t>
            </a:r>
          </a:p>
          <a:p xmlns:a="http://schemas.openxmlformats.org/drawingml/2006/main">
            <a:pPr>
              <a:defRPr sz="1875" b="0">
                <a:solidFill>
                  <a:srgbClr val="182942"/>
                </a:solidFill>
                <a:latin typeface="Menlo"/>
                <a:ea typeface="Menlo"/>
                <a:cs typeface="Menlo"/>
              </a:defRPr>
            </a:pPr>
            <a:r>
              <a:rPr sz="1875" b="0">
                <a:solidFill>
                  <a:srgbClr val="182942"/>
                </a:solidFill>
                <a:latin typeface="Menlo"/>
                <a:ea typeface="Menlo"/>
                <a:cs typeface="Menlo"/>
              </a:rPr>
              <a:t>          "target": selected, "status": "pending"}]</a:t>
            </a:r>
          </a:p>
        </p:txBody>
      </p:sp>
      <p:sp>
        <p:nvSpPr>
          <p:cNvPr id="10" name="">
            <a:extLst xmlns:a="http://schemas.openxmlformats.org/drawingml/2006/main">
              <a:ext uri="{FF2B5EF4-FFF2-40B4-BE49-F238E27FC236}">
                <a16:creationId xmlns:a16="http://schemas.microsoft.com/office/drawing/2014/main" id="{9B421D39-8163-4551-9240-B5C9B922BA84}"/>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도구 호출 직전에도 대상 일치 여부 확인 · 빈 입력과 등록되지 않은 시스템은 거부</a:t>
            </a:r>
          </a:p>
        </p:txBody>
      </p:sp>
    </p:spTree>
    <p:extLst>
      <p:ext uri="{BB962C8B-B14F-4D97-AF65-F5344CB8AC3E}">
        <p14:creationId xmlns:p14="http://schemas.microsoft.com/office/powerpoint/2010/main" val="1304307122"/>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84D5A87-8781-45FA-9D21-90B4B3323A1B}"/>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D0FED394-0F52-4E75-90EB-E0B714533DCF}"/>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대화가 이어지는 자연어 문의 접수</a:t>
            </a:r>
          </a:p>
        </p:txBody>
      </p:sp>
      <p:sp>
        <p:nvSpPr>
          <p:cNvPr id="3" name="">
            <a:extLst xmlns:a="http://schemas.openxmlformats.org/drawingml/2006/main">
              <a:ext uri="{FF2B5EF4-FFF2-40B4-BE49-F238E27FC236}">
                <a16:creationId xmlns:a16="http://schemas.microsoft.com/office/drawing/2014/main" id="{CD6CA75D-AF4C-4212-97DC-D8E63B2BBBBA}"/>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사용자가 형식을 맞추지 않아도 원문 근거를 붙여 접수 항목을 정리한다</a:t>
            </a:r>
          </a:p>
        </p:txBody>
      </p:sp>
      <p:sp>
        <p:nvSpPr>
          <p:cNvPr id="4" name="">
            <a:extLst xmlns:a="http://schemas.openxmlformats.org/drawingml/2006/main">
              <a:ext uri="{FF2B5EF4-FFF2-40B4-BE49-F238E27FC236}">
                <a16:creationId xmlns:a16="http://schemas.microsoft.com/office/drawing/2014/main" id="{876F1947-2D1E-4933-B78C-F96B680F3872}"/>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11C99720-D6A9-4A33-AF14-1584D149FD1C}"/>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07</a:t>
            </a:r>
          </a:p>
        </p:txBody>
      </p:sp>
      <p:pic>
        <p:nvPicPr>
          <p:cNvPr id="6" name="">
            <a:extLst xmlns:a="http://schemas.openxmlformats.org/drawingml/2006/main">
              <a:ext uri="{FF2B5EF4-FFF2-40B4-BE49-F238E27FC236}">
                <a16:creationId xmlns:a16="http://schemas.microsoft.com/office/drawing/2014/main" id="{1AA40985-65DA-4DE7-8C20-0FBFC6486DCD}"/>
              </a:ext>
            </a:extLst>
          </p:cNvPr>
          <p:cNvPicPr>
            <a:picLocks xmlns:a="http://schemas.openxmlformats.org/drawingml/2006/main" noChangeAspect="1"/>
          </p:cNvPicPr>
          <p:nvPr/>
        </p:nvPicPr>
        <p:blipFill>
          <a:blip xmlns:r="http://schemas.openxmlformats.org/officeDocument/2006/relationships" xmlns:a="http://schemas.openxmlformats.org/drawingml/2006/main" r:embed="R9519bb530e2949c8"/>
          <a:stretch xmlns:a="http://schemas.openxmlformats.org/drawingml/2006/main"/>
        </p:blipFill>
        <p:spPr>
          <a:xfrm xmlns:a="http://schemas.openxmlformats.org/drawingml/2006/main">
            <a:off x="685800" y="2111266"/>
            <a:ext cx="12344400" cy="351176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EE2C79E-5F07-4F8A-84D4-23E95A5F1FD2}"/>
              </a:ext>
            </a:extLst>
          </p:cNvPr>
          <p:cNvSpPr>
            <a:spLocks xmlns:a="http://schemas.openxmlformats.org/drawingml/2006/main" noGrp="1"/>
          </p:cNvSpPr>
          <p:nvPr/>
        </p:nvSpPr>
        <p:spPr>
          <a:xfrm xmlns:a="http://schemas.openxmlformats.org/drawingml/2006/main">
            <a:off x="685800" y="59531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265D5"/>
                </a:solidFill>
                <a:latin typeface="Apple SD Gothic Neo"/>
                <a:ea typeface="Apple SD Gothic Neo"/>
                <a:cs typeface="Apple SD Gothic Neo"/>
              </a:defRPr>
            </a:defPPr>
            <a:lvl1pPr>
              <a:defRPr sz="2175" b="1">
                <a:solidFill>
                  <a:srgbClr val="3265D5"/>
                </a:solidFill>
                <a:latin typeface="Apple SD Gothic Neo"/>
                <a:ea typeface="Apple SD Gothic Neo"/>
                <a:cs typeface="Apple SD Gothic Neo"/>
              </a:defRPr>
            </a:lvl1pPr>
            <a:lvl2pPr>
              <a:defRPr sz="2175" b="1">
                <a:solidFill>
                  <a:srgbClr val="3265D5"/>
                </a:solidFill>
                <a:latin typeface="Apple SD Gothic Neo"/>
                <a:ea typeface="Apple SD Gothic Neo"/>
                <a:cs typeface="Apple SD Gothic Neo"/>
              </a:defRPr>
            </a:lvl2pPr>
            <a:lvl3pPr>
              <a:defRPr sz="2175" b="1">
                <a:solidFill>
                  <a:srgbClr val="3265D5"/>
                </a:solidFill>
                <a:latin typeface="Apple SD Gothic Neo"/>
                <a:ea typeface="Apple SD Gothic Neo"/>
                <a:cs typeface="Apple SD Gothic Neo"/>
              </a:defRPr>
            </a:lvl3pPr>
            <a:lvl4pPr>
              <a:defRPr sz="2175" b="1">
                <a:solidFill>
                  <a:srgbClr val="3265D5"/>
                </a:solidFill>
                <a:latin typeface="Apple SD Gothic Neo"/>
                <a:ea typeface="Apple SD Gothic Neo"/>
                <a:cs typeface="Apple SD Gothic Neo"/>
              </a:defRPr>
            </a:lvl4pPr>
            <a:lvl5pPr>
              <a:defRPr sz="2175" b="1">
                <a:solidFill>
                  <a:srgbClr val="3265D5"/>
                </a:solidFill>
                <a:latin typeface="Apple SD Gothic Neo"/>
                <a:ea typeface="Apple SD Gothic Neo"/>
                <a:cs typeface="Apple SD Gothic Neo"/>
              </a:defRPr>
            </a:lvl5pPr>
            <a:lvl6pPr>
              <a:defRPr sz="2175" b="1">
                <a:solidFill>
                  <a:srgbClr val="3265D5"/>
                </a:solidFill>
                <a:latin typeface="Apple SD Gothic Neo"/>
                <a:ea typeface="Apple SD Gothic Neo"/>
                <a:cs typeface="Apple SD Gothic Neo"/>
              </a:defRPr>
            </a:lvl6pPr>
            <a:lvl7pPr>
              <a:defRPr sz="2175" b="1">
                <a:solidFill>
                  <a:srgbClr val="3265D5"/>
                </a:solidFill>
                <a:latin typeface="Apple SD Gothic Neo"/>
                <a:ea typeface="Apple SD Gothic Neo"/>
                <a:cs typeface="Apple SD Gothic Neo"/>
              </a:defRPr>
            </a:lvl7pPr>
            <a:lvl8pPr>
              <a:defRPr sz="2175" b="1">
                <a:solidFill>
                  <a:srgbClr val="3265D5"/>
                </a:solidFill>
                <a:latin typeface="Apple SD Gothic Neo"/>
                <a:ea typeface="Apple SD Gothic Neo"/>
                <a:cs typeface="Apple SD Gothic Neo"/>
              </a:defRPr>
            </a:lvl8pPr>
            <a:lvl9pPr>
              <a:defRPr sz="2175" b="1">
                <a:solidFill>
                  <a:srgbClr val="3265D5"/>
                </a:solidFill>
                <a:latin typeface="Apple SD Gothic Neo"/>
                <a:ea typeface="Apple SD Gothic Neo"/>
                <a:cs typeface="Apple SD Gothic Neo"/>
              </a:defRPr>
            </a:lvl9pPr>
          </a:lstStyle>
          <a:p xmlns:a="http://schemas.openxmlformats.org/drawingml/2006/main">
            <a:pPr>
              <a:defRPr sz="2175" b="1">
                <a:solidFill>
                  <a:srgbClr val="3265D5"/>
                </a:solidFill>
                <a:latin typeface="Apple SD Gothic Neo"/>
                <a:ea typeface="Apple SD Gothic Neo"/>
                <a:cs typeface="Apple SD Gothic Neo"/>
              </a:defRPr>
            </a:pPr>
            <a:r>
              <a:rPr sz="2175" b="1">
                <a:solidFill>
                  <a:srgbClr val="3265D5"/>
                </a:solidFill>
                <a:latin typeface="Apple SD Gothic Neo"/>
                <a:ea typeface="Apple SD Gothic Neo"/>
                <a:cs typeface="Apple SD Gothic Neo"/>
              </a:rPr>
              <a:t>미언급 · 없음 · 모름 · 값 있음</a:t>
            </a:r>
          </a:p>
        </p:txBody>
      </p:sp>
      <p:sp>
        <p:nvSpPr>
          <p:cNvPr id="8" name="">
            <a:extLst xmlns:a="http://schemas.openxmlformats.org/drawingml/2006/main">
              <a:ext uri="{FF2B5EF4-FFF2-40B4-BE49-F238E27FC236}">
                <a16:creationId xmlns:a16="http://schemas.microsoft.com/office/drawing/2014/main" id="{82BC8698-0E35-49C7-B4C3-7A956448E005}"/>
              </a:ext>
            </a:extLst>
          </p:cNvPr>
          <p:cNvSpPr>
            <a:spLocks xmlns:a="http://schemas.openxmlformats.org/drawingml/2006/main" noGrp="1"/>
          </p:cNvSpPr>
          <p:nvPr/>
        </p:nvSpPr>
        <p:spPr>
          <a:xfrm xmlns:a="http://schemas.openxmlformats.org/drawingml/2006/main">
            <a:off x="685800" y="6429375"/>
            <a:ext cx="12344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82942"/>
                </a:solidFill>
                <a:latin typeface="Apple SD Gothic Neo"/>
                <a:ea typeface="Apple SD Gothic Neo"/>
                <a:cs typeface="Apple SD Gothic Neo"/>
              </a:defRPr>
            </a:defPPr>
            <a:lvl1pPr>
              <a:defRPr sz="2025" b="0">
                <a:solidFill>
                  <a:srgbClr val="182942"/>
                </a:solidFill>
                <a:latin typeface="Apple SD Gothic Neo"/>
                <a:ea typeface="Apple SD Gothic Neo"/>
                <a:cs typeface="Apple SD Gothic Neo"/>
              </a:defRPr>
            </a:lvl1pPr>
            <a:lvl2pPr>
              <a:defRPr sz="2025" b="0">
                <a:solidFill>
                  <a:srgbClr val="182942"/>
                </a:solidFill>
                <a:latin typeface="Apple SD Gothic Neo"/>
                <a:ea typeface="Apple SD Gothic Neo"/>
                <a:cs typeface="Apple SD Gothic Neo"/>
              </a:defRPr>
            </a:lvl2pPr>
            <a:lvl3pPr>
              <a:defRPr sz="2025" b="0">
                <a:solidFill>
                  <a:srgbClr val="182942"/>
                </a:solidFill>
                <a:latin typeface="Apple SD Gothic Neo"/>
                <a:ea typeface="Apple SD Gothic Neo"/>
                <a:cs typeface="Apple SD Gothic Neo"/>
              </a:defRPr>
            </a:lvl3pPr>
            <a:lvl4pPr>
              <a:defRPr sz="2025" b="0">
                <a:solidFill>
                  <a:srgbClr val="182942"/>
                </a:solidFill>
                <a:latin typeface="Apple SD Gothic Neo"/>
                <a:ea typeface="Apple SD Gothic Neo"/>
                <a:cs typeface="Apple SD Gothic Neo"/>
              </a:defRPr>
            </a:lvl4pPr>
            <a:lvl5pPr>
              <a:defRPr sz="2025" b="0">
                <a:solidFill>
                  <a:srgbClr val="182942"/>
                </a:solidFill>
                <a:latin typeface="Apple SD Gothic Neo"/>
                <a:ea typeface="Apple SD Gothic Neo"/>
                <a:cs typeface="Apple SD Gothic Neo"/>
              </a:defRPr>
            </a:lvl5pPr>
            <a:lvl6pPr>
              <a:defRPr sz="2025" b="0">
                <a:solidFill>
                  <a:srgbClr val="182942"/>
                </a:solidFill>
                <a:latin typeface="Apple SD Gothic Neo"/>
                <a:ea typeface="Apple SD Gothic Neo"/>
                <a:cs typeface="Apple SD Gothic Neo"/>
              </a:defRPr>
            </a:lvl6pPr>
            <a:lvl7pPr>
              <a:defRPr sz="2025" b="0">
                <a:solidFill>
                  <a:srgbClr val="182942"/>
                </a:solidFill>
                <a:latin typeface="Apple SD Gothic Neo"/>
                <a:ea typeface="Apple SD Gothic Neo"/>
                <a:cs typeface="Apple SD Gothic Neo"/>
              </a:defRPr>
            </a:lvl7pPr>
            <a:lvl8pPr>
              <a:defRPr sz="2025" b="0">
                <a:solidFill>
                  <a:srgbClr val="182942"/>
                </a:solidFill>
                <a:latin typeface="Apple SD Gothic Neo"/>
                <a:ea typeface="Apple SD Gothic Neo"/>
                <a:cs typeface="Apple SD Gothic Neo"/>
              </a:defRPr>
            </a:lvl8pPr>
            <a:lvl9pPr>
              <a:defRPr sz="2025" b="0">
                <a:solidFill>
                  <a:srgbClr val="182942"/>
                </a:solidFill>
                <a:latin typeface="Apple SD Gothic Neo"/>
                <a:ea typeface="Apple SD Gothic Neo"/>
                <a:cs typeface="Apple SD Gothic Neo"/>
              </a:defRPr>
            </a:lvl9pPr>
          </a:lstStyle>
          <a:p xmlns:a="http://schemas.openxmlformats.org/drawingml/2006/main">
            <a:pPr>
              <a:defRPr sz="2025" b="0">
                <a:solidFill>
                  <a:srgbClr val="182942"/>
                </a:solidFill>
                <a:latin typeface="Apple SD Gothic Neo"/>
                <a:ea typeface="Apple SD Gothic Neo"/>
                <a:cs typeface="Apple SD Gothic Neo"/>
              </a:defRPr>
            </a:pPr>
            <a:r>
              <a:rPr sz="2025" b="0">
                <a:solidFill>
                  <a:srgbClr val="182942"/>
                </a:solidFill>
                <a:latin typeface="Apple SD Gothic Neo"/>
                <a:ea typeface="Apple SD Gothic Neo"/>
                <a:cs typeface="Apple SD Gothic Neo"/>
              </a:rPr>
              <a:t>같은 접수로 저장·복원하고 후속 답변을 병합</a:t>
            </a:r>
          </a:p>
        </p:txBody>
      </p:sp>
    </p:spTree>
    <p:extLst>
      <p:ext uri="{BB962C8B-B14F-4D97-AF65-F5344CB8AC3E}">
        <p14:creationId xmlns:p14="http://schemas.microsoft.com/office/powerpoint/2010/main" val="457089452"/>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46F943-8DAE-4C41-B8F8-E5A56E588CCA}"/>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3D41B83A-42C2-44AE-BB6E-3028502A559A}"/>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코드 개선 ② 키워드 규칙을 의미 검색으로</a:t>
            </a:r>
          </a:p>
        </p:txBody>
      </p:sp>
      <p:sp>
        <p:nvSpPr>
          <p:cNvPr id="3" name="">
            <a:extLst xmlns:a="http://schemas.openxmlformats.org/drawingml/2006/main">
              <a:ext uri="{FF2B5EF4-FFF2-40B4-BE49-F238E27FC236}">
                <a16:creationId xmlns:a16="http://schemas.microsoft.com/office/drawing/2014/main" id="{995C8FD1-AE1A-4DAA-855E-221C06FE945C}"/>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FAQ 4개 + Runbook 6개 · 시스템과 사용자/운영자 용도를 먼저 제한한다</a:t>
            </a:r>
          </a:p>
        </p:txBody>
      </p:sp>
      <p:sp>
        <p:nvSpPr>
          <p:cNvPr id="4" name="">
            <a:extLst xmlns:a="http://schemas.openxmlformats.org/drawingml/2006/main">
              <a:ext uri="{FF2B5EF4-FFF2-40B4-BE49-F238E27FC236}">
                <a16:creationId xmlns:a16="http://schemas.microsoft.com/office/drawing/2014/main" id="{0E02ED61-0961-47CE-AFC2-42B94AA20BD6}"/>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084D6957-DA8E-4C95-A5B5-D3F7D31BCC41}"/>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08</a:t>
            </a:r>
          </a:p>
        </p:txBody>
      </p:sp>
      <p:sp>
        <p:nvSpPr>
          <p:cNvPr id="6" name="">
            <a:extLst xmlns:a="http://schemas.openxmlformats.org/drawingml/2006/main">
              <a:ext uri="{FF2B5EF4-FFF2-40B4-BE49-F238E27FC236}">
                <a16:creationId xmlns:a16="http://schemas.microsoft.com/office/drawing/2014/main" id="{E2B4C6E8-6417-44F3-8B29-FB97E6FEFC97}"/>
              </a:ext>
            </a:extLst>
          </p:cNvPr>
          <p:cNvSpPr>
            <a:spLocks xmlns:a="http://schemas.openxmlformats.org/drawingml/2006/main" noGrp="1"/>
          </p:cNvSpPr>
          <p:nvPr/>
        </p:nvSpPr>
        <p:spPr>
          <a:xfrm xmlns:a="http://schemas.openxmlformats.org/drawingml/2006/main">
            <a:off x="685800" y="2047875"/>
            <a:ext cx="1234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B687A"/>
                </a:solidFill>
                <a:latin typeface="Apple SD Gothic Neo"/>
                <a:ea typeface="Apple SD Gothic Neo"/>
                <a:cs typeface="Apple SD Gothic Neo"/>
              </a:defRPr>
            </a:defPPr>
            <a:lvl1pPr>
              <a:defRPr sz="2100" b="1">
                <a:solidFill>
                  <a:srgbClr val="5B687A"/>
                </a:solidFill>
                <a:latin typeface="Apple SD Gothic Neo"/>
                <a:ea typeface="Apple SD Gothic Neo"/>
                <a:cs typeface="Apple SD Gothic Neo"/>
              </a:defRPr>
            </a:lvl1pPr>
            <a:lvl2pPr>
              <a:defRPr sz="2100" b="1">
                <a:solidFill>
                  <a:srgbClr val="5B687A"/>
                </a:solidFill>
                <a:latin typeface="Apple SD Gothic Neo"/>
                <a:ea typeface="Apple SD Gothic Neo"/>
                <a:cs typeface="Apple SD Gothic Neo"/>
              </a:defRPr>
            </a:lvl2pPr>
            <a:lvl3pPr>
              <a:defRPr sz="2100" b="1">
                <a:solidFill>
                  <a:srgbClr val="5B687A"/>
                </a:solidFill>
                <a:latin typeface="Apple SD Gothic Neo"/>
                <a:ea typeface="Apple SD Gothic Neo"/>
                <a:cs typeface="Apple SD Gothic Neo"/>
              </a:defRPr>
            </a:lvl3pPr>
            <a:lvl4pPr>
              <a:defRPr sz="2100" b="1">
                <a:solidFill>
                  <a:srgbClr val="5B687A"/>
                </a:solidFill>
                <a:latin typeface="Apple SD Gothic Neo"/>
                <a:ea typeface="Apple SD Gothic Neo"/>
                <a:cs typeface="Apple SD Gothic Neo"/>
              </a:defRPr>
            </a:lvl4pPr>
            <a:lvl5pPr>
              <a:defRPr sz="2100" b="1">
                <a:solidFill>
                  <a:srgbClr val="5B687A"/>
                </a:solidFill>
                <a:latin typeface="Apple SD Gothic Neo"/>
                <a:ea typeface="Apple SD Gothic Neo"/>
                <a:cs typeface="Apple SD Gothic Neo"/>
              </a:defRPr>
            </a:lvl5pPr>
            <a:lvl6pPr>
              <a:defRPr sz="2100" b="1">
                <a:solidFill>
                  <a:srgbClr val="5B687A"/>
                </a:solidFill>
                <a:latin typeface="Apple SD Gothic Neo"/>
                <a:ea typeface="Apple SD Gothic Neo"/>
                <a:cs typeface="Apple SD Gothic Neo"/>
              </a:defRPr>
            </a:lvl6pPr>
            <a:lvl7pPr>
              <a:defRPr sz="2100" b="1">
                <a:solidFill>
                  <a:srgbClr val="5B687A"/>
                </a:solidFill>
                <a:latin typeface="Apple SD Gothic Neo"/>
                <a:ea typeface="Apple SD Gothic Neo"/>
                <a:cs typeface="Apple SD Gothic Neo"/>
              </a:defRPr>
            </a:lvl7pPr>
            <a:lvl8pPr>
              <a:defRPr sz="2100" b="1">
                <a:solidFill>
                  <a:srgbClr val="5B687A"/>
                </a:solidFill>
                <a:latin typeface="Apple SD Gothic Neo"/>
                <a:ea typeface="Apple SD Gothic Neo"/>
                <a:cs typeface="Apple SD Gothic Neo"/>
              </a:defRPr>
            </a:lvl8pPr>
            <a:lvl9pPr>
              <a:defRPr sz="2100" b="1">
                <a:solidFill>
                  <a:srgbClr val="5B687A"/>
                </a:solidFill>
                <a:latin typeface="Apple SD Gothic Neo"/>
                <a:ea typeface="Apple SD Gothic Neo"/>
                <a:cs typeface="Apple SD Gothic Neo"/>
              </a:defRPr>
            </a:lvl9pPr>
          </a:lstStyle>
          <a:p xmlns:a="http://schemas.openxmlformats.org/drawingml/2006/main">
            <a:pPr>
              <a:defRPr sz="2100" b="1">
                <a:solidFill>
                  <a:srgbClr val="5B687A"/>
                </a:solidFill>
                <a:latin typeface="Apple SD Gothic Neo"/>
                <a:ea typeface="Apple SD Gothic Neo"/>
                <a:cs typeface="Apple SD Gothic Neo"/>
              </a:defRPr>
            </a:pPr>
            <a:r>
              <a:rPr sz="2100" b="1">
                <a:solidFill>
                  <a:srgbClr val="5B687A"/>
                </a:solidFill>
                <a:latin typeface="Apple SD Gothic Neo"/>
                <a:ea typeface="Apple SD Gothic Neo"/>
                <a:cs typeface="Apple SD Gothic Neo"/>
              </a:rPr>
              <a:t>기존: 매칭이 없으면 기본 문서 반환</a:t>
            </a:r>
          </a:p>
        </p:txBody>
      </p:sp>
      <p:sp>
        <p:nvSpPr>
          <p:cNvPr id="7" name="">
            <a:extLst xmlns:a="http://schemas.openxmlformats.org/drawingml/2006/main">
              <a:ext uri="{FF2B5EF4-FFF2-40B4-BE49-F238E27FC236}">
                <a16:creationId xmlns:a16="http://schemas.microsoft.com/office/drawing/2014/main" id="{0E959BB6-88E6-4A8A-B900-1D284958A598}"/>
              </a:ext>
            </a:extLst>
          </p:cNvPr>
          <p:cNvSpPr>
            <a:spLocks xmlns:a="http://schemas.openxmlformats.org/drawingml/2006/main" noGrp="1"/>
          </p:cNvSpPr>
          <p:nvPr/>
        </p:nvSpPr>
        <p:spPr>
          <a:xfrm xmlns:a="http://schemas.openxmlformats.org/drawingml/2006/main">
            <a:off x="685800" y="2562225"/>
            <a:ext cx="12344400" cy="1666875"/>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txBody>
          <a:bodyPr xmlns:a="http://schemas.openxmlformats.org/drawingml/2006/main" lIns="190500" tIns="190500" rIns="190500" bIns="190500" anchor="t">
            <a:noAutofit/>
          </a:bodyPr>
          <a:lstStyle xmlns:a="http://schemas.openxmlformats.org/drawingml/2006/main">
            <a:defPPr>
              <a:defRPr sz="1800" b="0">
                <a:solidFill>
                  <a:srgbClr val="182942"/>
                </a:solidFill>
                <a:latin typeface="Menlo"/>
                <a:ea typeface="Menlo"/>
                <a:cs typeface="Menlo"/>
              </a:defRPr>
            </a:defPPr>
            <a:lvl1pPr>
              <a:defRPr sz="1800" b="0">
                <a:solidFill>
                  <a:srgbClr val="182942"/>
                </a:solidFill>
                <a:latin typeface="Menlo"/>
                <a:ea typeface="Menlo"/>
                <a:cs typeface="Menlo"/>
              </a:defRPr>
            </a:lvl1pPr>
            <a:lvl2pPr>
              <a:defRPr sz="1800" b="0">
                <a:solidFill>
                  <a:srgbClr val="182942"/>
                </a:solidFill>
                <a:latin typeface="Menlo"/>
                <a:ea typeface="Menlo"/>
                <a:cs typeface="Menlo"/>
              </a:defRPr>
            </a:lvl2pPr>
            <a:lvl3pPr>
              <a:defRPr sz="1800" b="0">
                <a:solidFill>
                  <a:srgbClr val="182942"/>
                </a:solidFill>
                <a:latin typeface="Menlo"/>
                <a:ea typeface="Menlo"/>
                <a:cs typeface="Menlo"/>
              </a:defRPr>
            </a:lvl3pPr>
            <a:lvl4pPr>
              <a:defRPr sz="1800" b="0">
                <a:solidFill>
                  <a:srgbClr val="182942"/>
                </a:solidFill>
                <a:latin typeface="Menlo"/>
                <a:ea typeface="Menlo"/>
                <a:cs typeface="Menlo"/>
              </a:defRPr>
            </a:lvl4pPr>
            <a:lvl5pPr>
              <a:defRPr sz="1800" b="0">
                <a:solidFill>
                  <a:srgbClr val="182942"/>
                </a:solidFill>
                <a:latin typeface="Menlo"/>
                <a:ea typeface="Menlo"/>
                <a:cs typeface="Menlo"/>
              </a:defRPr>
            </a:lvl5pPr>
            <a:lvl6pPr>
              <a:defRPr sz="1800" b="0">
                <a:solidFill>
                  <a:srgbClr val="182942"/>
                </a:solidFill>
                <a:latin typeface="Menlo"/>
                <a:ea typeface="Menlo"/>
                <a:cs typeface="Menlo"/>
              </a:defRPr>
            </a:lvl6pPr>
            <a:lvl7pPr>
              <a:defRPr sz="1800" b="0">
                <a:solidFill>
                  <a:srgbClr val="182942"/>
                </a:solidFill>
                <a:latin typeface="Menlo"/>
                <a:ea typeface="Menlo"/>
                <a:cs typeface="Menlo"/>
              </a:defRPr>
            </a:lvl7pPr>
            <a:lvl8pPr>
              <a:defRPr sz="1800" b="0">
                <a:solidFill>
                  <a:srgbClr val="182942"/>
                </a:solidFill>
                <a:latin typeface="Menlo"/>
                <a:ea typeface="Menlo"/>
                <a:cs typeface="Menlo"/>
              </a:defRPr>
            </a:lvl8pPr>
            <a:lvl9pPr>
              <a:defRPr sz="1800" b="0">
                <a:solidFill>
                  <a:srgbClr val="182942"/>
                </a:solidFill>
                <a:latin typeface="Menlo"/>
                <a:ea typeface="Menlo"/>
                <a:cs typeface="Menlo"/>
              </a:defRPr>
            </a:lvl9pPr>
          </a:lstStyle>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for keyword, incident_type in _INCIDENT_TYPE_RULES:</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if keyword in text:</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return incident_type</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return "db-down"</a:t>
            </a:r>
          </a:p>
        </p:txBody>
      </p:sp>
      <p:sp>
        <p:nvSpPr>
          <p:cNvPr id="8" name="">
            <a:extLst xmlns:a="http://schemas.openxmlformats.org/drawingml/2006/main">
              <a:ext uri="{FF2B5EF4-FFF2-40B4-BE49-F238E27FC236}">
                <a16:creationId xmlns:a16="http://schemas.microsoft.com/office/drawing/2014/main" id="{04F7A8A5-4E50-4B70-A1BF-CEADFBA62239}"/>
              </a:ext>
            </a:extLst>
          </p:cNvPr>
          <p:cNvSpPr>
            <a:spLocks xmlns:a="http://schemas.openxmlformats.org/drawingml/2006/main" noGrp="1"/>
          </p:cNvSpPr>
          <p:nvPr/>
        </p:nvSpPr>
        <p:spPr>
          <a:xfrm xmlns:a="http://schemas.openxmlformats.org/drawingml/2006/main">
            <a:off x="685800" y="4448175"/>
            <a:ext cx="1234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265D5"/>
                </a:solidFill>
                <a:latin typeface="Apple SD Gothic Neo"/>
                <a:ea typeface="Apple SD Gothic Neo"/>
                <a:cs typeface="Apple SD Gothic Neo"/>
              </a:defRPr>
            </a:defPPr>
            <a:lvl1pPr>
              <a:defRPr sz="2100" b="1">
                <a:solidFill>
                  <a:srgbClr val="3265D5"/>
                </a:solidFill>
                <a:latin typeface="Apple SD Gothic Neo"/>
                <a:ea typeface="Apple SD Gothic Neo"/>
                <a:cs typeface="Apple SD Gothic Neo"/>
              </a:defRPr>
            </a:lvl1pPr>
            <a:lvl2pPr>
              <a:defRPr sz="2100" b="1">
                <a:solidFill>
                  <a:srgbClr val="3265D5"/>
                </a:solidFill>
                <a:latin typeface="Apple SD Gothic Neo"/>
                <a:ea typeface="Apple SD Gothic Neo"/>
                <a:cs typeface="Apple SD Gothic Neo"/>
              </a:defRPr>
            </a:lvl2pPr>
            <a:lvl3pPr>
              <a:defRPr sz="2100" b="1">
                <a:solidFill>
                  <a:srgbClr val="3265D5"/>
                </a:solidFill>
                <a:latin typeface="Apple SD Gothic Neo"/>
                <a:ea typeface="Apple SD Gothic Neo"/>
                <a:cs typeface="Apple SD Gothic Neo"/>
              </a:defRPr>
            </a:lvl3pPr>
            <a:lvl4pPr>
              <a:defRPr sz="2100" b="1">
                <a:solidFill>
                  <a:srgbClr val="3265D5"/>
                </a:solidFill>
                <a:latin typeface="Apple SD Gothic Neo"/>
                <a:ea typeface="Apple SD Gothic Neo"/>
                <a:cs typeface="Apple SD Gothic Neo"/>
              </a:defRPr>
            </a:lvl4pPr>
            <a:lvl5pPr>
              <a:defRPr sz="2100" b="1">
                <a:solidFill>
                  <a:srgbClr val="3265D5"/>
                </a:solidFill>
                <a:latin typeface="Apple SD Gothic Neo"/>
                <a:ea typeface="Apple SD Gothic Neo"/>
                <a:cs typeface="Apple SD Gothic Neo"/>
              </a:defRPr>
            </a:lvl5pPr>
            <a:lvl6pPr>
              <a:defRPr sz="2100" b="1">
                <a:solidFill>
                  <a:srgbClr val="3265D5"/>
                </a:solidFill>
                <a:latin typeface="Apple SD Gothic Neo"/>
                <a:ea typeface="Apple SD Gothic Neo"/>
                <a:cs typeface="Apple SD Gothic Neo"/>
              </a:defRPr>
            </a:lvl6pPr>
            <a:lvl7pPr>
              <a:defRPr sz="2100" b="1">
                <a:solidFill>
                  <a:srgbClr val="3265D5"/>
                </a:solidFill>
                <a:latin typeface="Apple SD Gothic Neo"/>
                <a:ea typeface="Apple SD Gothic Neo"/>
                <a:cs typeface="Apple SD Gothic Neo"/>
              </a:defRPr>
            </a:lvl7pPr>
            <a:lvl8pPr>
              <a:defRPr sz="2100" b="1">
                <a:solidFill>
                  <a:srgbClr val="3265D5"/>
                </a:solidFill>
                <a:latin typeface="Apple SD Gothic Neo"/>
                <a:ea typeface="Apple SD Gothic Neo"/>
                <a:cs typeface="Apple SD Gothic Neo"/>
              </a:defRPr>
            </a:lvl8pPr>
            <a:lvl9pPr>
              <a:defRPr sz="2100" b="1">
                <a:solidFill>
                  <a:srgbClr val="3265D5"/>
                </a:solidFill>
                <a:latin typeface="Apple SD Gothic Neo"/>
                <a:ea typeface="Apple SD Gothic Neo"/>
                <a:cs typeface="Apple SD Gothic Neo"/>
              </a:defRPr>
            </a:lvl9pPr>
          </a:lstStyle>
          <a:p xmlns:a="http://schemas.openxmlformats.org/drawingml/2006/main">
            <a:pPr>
              <a:defRPr sz="2100" b="1">
                <a:solidFill>
                  <a:srgbClr val="3265D5"/>
                </a:solidFill>
                <a:latin typeface="Apple SD Gothic Neo"/>
                <a:ea typeface="Apple SD Gothic Neo"/>
                <a:cs typeface="Apple SD Gothic Neo"/>
              </a:defRPr>
            </a:pPr>
            <a:r>
              <a:rPr sz="2100" b="1">
                <a:solidFill>
                  <a:srgbClr val="3265D5"/>
                </a:solidFill>
                <a:latin typeface="Apple SD Gothic Neo"/>
                <a:ea typeface="Apple SD Gothic Neo"/>
                <a:cs typeface="Apple SD Gothic Neo"/>
              </a:rPr>
              <a:t>개선: 유사도 점수로 후보를 선택</a:t>
            </a:r>
          </a:p>
        </p:txBody>
      </p:sp>
      <p:sp>
        <p:nvSpPr>
          <p:cNvPr id="9" name="">
            <a:extLst xmlns:a="http://schemas.openxmlformats.org/drawingml/2006/main">
              <a:ext uri="{FF2B5EF4-FFF2-40B4-BE49-F238E27FC236}">
                <a16:creationId xmlns:a16="http://schemas.microsoft.com/office/drawing/2014/main" id="{AA87BA8C-6976-4BDC-8A53-293559D4E7E4}"/>
              </a:ext>
            </a:extLst>
          </p:cNvPr>
          <p:cNvSpPr>
            <a:spLocks xmlns:a="http://schemas.openxmlformats.org/drawingml/2006/main" noGrp="1"/>
          </p:cNvSpPr>
          <p:nvPr/>
        </p:nvSpPr>
        <p:spPr>
          <a:xfrm xmlns:a="http://schemas.openxmlformats.org/drawingml/2006/main">
            <a:off x="685800" y="4933950"/>
            <a:ext cx="12344400" cy="1724025"/>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txBody>
          <a:bodyPr xmlns:a="http://schemas.openxmlformats.org/drawingml/2006/main" lIns="190500" tIns="190500" rIns="190500" bIns="190500" anchor="t">
            <a:noAutofit/>
          </a:bodyPr>
          <a:lstStyle xmlns:a="http://schemas.openxmlformats.org/drawingml/2006/main">
            <a:defPPr>
              <a:defRPr sz="1800" b="0">
                <a:solidFill>
                  <a:srgbClr val="182942"/>
                </a:solidFill>
                <a:latin typeface="Menlo"/>
                <a:ea typeface="Menlo"/>
                <a:cs typeface="Menlo"/>
              </a:defRPr>
            </a:defPPr>
            <a:lvl1pPr>
              <a:defRPr sz="1800" b="0">
                <a:solidFill>
                  <a:srgbClr val="182942"/>
                </a:solidFill>
                <a:latin typeface="Menlo"/>
                <a:ea typeface="Menlo"/>
                <a:cs typeface="Menlo"/>
              </a:defRPr>
            </a:lvl1pPr>
            <a:lvl2pPr>
              <a:defRPr sz="1800" b="0">
                <a:solidFill>
                  <a:srgbClr val="182942"/>
                </a:solidFill>
                <a:latin typeface="Menlo"/>
                <a:ea typeface="Menlo"/>
                <a:cs typeface="Menlo"/>
              </a:defRPr>
            </a:lvl2pPr>
            <a:lvl3pPr>
              <a:defRPr sz="1800" b="0">
                <a:solidFill>
                  <a:srgbClr val="182942"/>
                </a:solidFill>
                <a:latin typeface="Menlo"/>
                <a:ea typeface="Menlo"/>
                <a:cs typeface="Menlo"/>
              </a:defRPr>
            </a:lvl3pPr>
            <a:lvl4pPr>
              <a:defRPr sz="1800" b="0">
                <a:solidFill>
                  <a:srgbClr val="182942"/>
                </a:solidFill>
                <a:latin typeface="Menlo"/>
                <a:ea typeface="Menlo"/>
                <a:cs typeface="Menlo"/>
              </a:defRPr>
            </a:lvl4pPr>
            <a:lvl5pPr>
              <a:defRPr sz="1800" b="0">
                <a:solidFill>
                  <a:srgbClr val="182942"/>
                </a:solidFill>
                <a:latin typeface="Menlo"/>
                <a:ea typeface="Menlo"/>
                <a:cs typeface="Menlo"/>
              </a:defRPr>
            </a:lvl5pPr>
            <a:lvl6pPr>
              <a:defRPr sz="1800" b="0">
                <a:solidFill>
                  <a:srgbClr val="182942"/>
                </a:solidFill>
                <a:latin typeface="Menlo"/>
                <a:ea typeface="Menlo"/>
                <a:cs typeface="Menlo"/>
              </a:defRPr>
            </a:lvl6pPr>
            <a:lvl7pPr>
              <a:defRPr sz="1800" b="0">
                <a:solidFill>
                  <a:srgbClr val="182942"/>
                </a:solidFill>
                <a:latin typeface="Menlo"/>
                <a:ea typeface="Menlo"/>
                <a:cs typeface="Menlo"/>
              </a:defRPr>
            </a:lvl7pPr>
            <a:lvl8pPr>
              <a:defRPr sz="1800" b="0">
                <a:solidFill>
                  <a:srgbClr val="182942"/>
                </a:solidFill>
                <a:latin typeface="Menlo"/>
                <a:ea typeface="Menlo"/>
                <a:cs typeface="Menlo"/>
              </a:defRPr>
            </a:lvl8pPr>
            <a:lvl9pPr>
              <a:defRPr sz="1800" b="0">
                <a:solidFill>
                  <a:srgbClr val="182942"/>
                </a:solidFill>
                <a:latin typeface="Menlo"/>
                <a:ea typeface="Menlo"/>
                <a:cs typeface="Menlo"/>
              </a:defRPr>
            </a:lvl9pPr>
          </a:lstStyle>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for chunk, stored in candidates:</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score = sum(a * b for a, b in zip(vector, stored))</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if score &gt;= self.min_score:</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ranked.append({**chunk, "score": round(score, 6),</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**({"raw_score": score} if self.include_raw_scores else {})})</a:t>
            </a:r>
          </a:p>
        </p:txBody>
      </p:sp>
      <p:sp>
        <p:nvSpPr>
          <p:cNvPr id="10" name="">
            <a:extLst xmlns:a="http://schemas.openxmlformats.org/drawingml/2006/main">
              <a:ext uri="{FF2B5EF4-FFF2-40B4-BE49-F238E27FC236}">
                <a16:creationId xmlns:a16="http://schemas.microsoft.com/office/drawing/2014/main" id="{4A17C08B-725E-41B3-97E7-5365B08687C2}"/>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기준 이상 문서 없음: no_match  /  검색 호출 실패: error  /  최종 안내에 출처 표시</a:t>
            </a:r>
          </a:p>
        </p:txBody>
      </p:sp>
    </p:spTree>
    <p:extLst>
      <p:ext uri="{BB962C8B-B14F-4D97-AF65-F5344CB8AC3E}">
        <p14:creationId xmlns:p14="http://schemas.microsoft.com/office/powerpoint/2010/main" val="1555791123"/>
      </p:ext>
    </p:extLst>
  </p:cSld>
</p:sld>
</file>

<file path=ppt/slides/slide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BA62C10-C9CB-4B45-831A-C0FE4052E257}"/>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49C0AAF8-6F09-4D19-9CDA-AB3263AAC3CF}"/>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코드 개선 ③ 검증 실패를 안전하게 종료</a:t>
            </a:r>
          </a:p>
        </p:txBody>
      </p:sp>
      <p:sp>
        <p:nvSpPr>
          <p:cNvPr id="3" name="">
            <a:extLst xmlns:a="http://schemas.openxmlformats.org/drawingml/2006/main">
              <a:ext uri="{FF2B5EF4-FFF2-40B4-BE49-F238E27FC236}">
                <a16:creationId xmlns:a16="http://schemas.microsoft.com/office/drawing/2014/main" id="{373D51A7-7754-483F-8331-5414E55F685E}"/>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형식 검사에 더해 선택 대상·관측 수치·문서 인용을 검사한다</a:t>
            </a:r>
          </a:p>
        </p:txBody>
      </p:sp>
      <p:sp>
        <p:nvSpPr>
          <p:cNvPr id="4" name="">
            <a:extLst xmlns:a="http://schemas.openxmlformats.org/drawingml/2006/main">
              <a:ext uri="{FF2B5EF4-FFF2-40B4-BE49-F238E27FC236}">
                <a16:creationId xmlns:a16="http://schemas.microsoft.com/office/drawing/2014/main" id="{6053E8D9-906C-4A1D-85CF-E0FEA0E48A9D}"/>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2C21AEF0-CF5B-4B8F-9E72-9B70874C0ED9}"/>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09</a:t>
            </a:r>
          </a:p>
        </p:txBody>
      </p:sp>
      <p:sp>
        <p:nvSpPr>
          <p:cNvPr id="6" name="">
            <a:extLst xmlns:a="http://schemas.openxmlformats.org/drawingml/2006/main">
              <a:ext uri="{FF2B5EF4-FFF2-40B4-BE49-F238E27FC236}">
                <a16:creationId xmlns:a16="http://schemas.microsoft.com/office/drawing/2014/main" id="{BA5D5D07-CC44-4E89-9D98-5C67754E9369}"/>
              </a:ext>
            </a:extLst>
          </p:cNvPr>
          <p:cNvSpPr>
            <a:spLocks xmlns:a="http://schemas.openxmlformats.org/drawingml/2006/main" noGrp="1"/>
          </p:cNvSpPr>
          <p:nvPr/>
        </p:nvSpPr>
        <p:spPr>
          <a:xfrm xmlns:a="http://schemas.openxmlformats.org/drawingml/2006/main">
            <a:off x="685800" y="2047875"/>
            <a:ext cx="1234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B687A"/>
                </a:solidFill>
                <a:latin typeface="Apple SD Gothic Neo"/>
                <a:ea typeface="Apple SD Gothic Neo"/>
                <a:cs typeface="Apple SD Gothic Neo"/>
              </a:defRPr>
            </a:defPPr>
            <a:lvl1pPr>
              <a:defRPr sz="2100" b="1">
                <a:solidFill>
                  <a:srgbClr val="5B687A"/>
                </a:solidFill>
                <a:latin typeface="Apple SD Gothic Neo"/>
                <a:ea typeface="Apple SD Gothic Neo"/>
                <a:cs typeface="Apple SD Gothic Neo"/>
              </a:defRPr>
            </a:lvl1pPr>
            <a:lvl2pPr>
              <a:defRPr sz="2100" b="1">
                <a:solidFill>
                  <a:srgbClr val="5B687A"/>
                </a:solidFill>
                <a:latin typeface="Apple SD Gothic Neo"/>
                <a:ea typeface="Apple SD Gothic Neo"/>
                <a:cs typeface="Apple SD Gothic Neo"/>
              </a:defRPr>
            </a:lvl2pPr>
            <a:lvl3pPr>
              <a:defRPr sz="2100" b="1">
                <a:solidFill>
                  <a:srgbClr val="5B687A"/>
                </a:solidFill>
                <a:latin typeface="Apple SD Gothic Neo"/>
                <a:ea typeface="Apple SD Gothic Neo"/>
                <a:cs typeface="Apple SD Gothic Neo"/>
              </a:defRPr>
            </a:lvl3pPr>
            <a:lvl4pPr>
              <a:defRPr sz="2100" b="1">
                <a:solidFill>
                  <a:srgbClr val="5B687A"/>
                </a:solidFill>
                <a:latin typeface="Apple SD Gothic Neo"/>
                <a:ea typeface="Apple SD Gothic Neo"/>
                <a:cs typeface="Apple SD Gothic Neo"/>
              </a:defRPr>
            </a:lvl4pPr>
            <a:lvl5pPr>
              <a:defRPr sz="2100" b="1">
                <a:solidFill>
                  <a:srgbClr val="5B687A"/>
                </a:solidFill>
                <a:latin typeface="Apple SD Gothic Neo"/>
                <a:ea typeface="Apple SD Gothic Neo"/>
                <a:cs typeface="Apple SD Gothic Neo"/>
              </a:defRPr>
            </a:lvl5pPr>
            <a:lvl6pPr>
              <a:defRPr sz="2100" b="1">
                <a:solidFill>
                  <a:srgbClr val="5B687A"/>
                </a:solidFill>
                <a:latin typeface="Apple SD Gothic Neo"/>
                <a:ea typeface="Apple SD Gothic Neo"/>
                <a:cs typeface="Apple SD Gothic Neo"/>
              </a:defRPr>
            </a:lvl6pPr>
            <a:lvl7pPr>
              <a:defRPr sz="2100" b="1">
                <a:solidFill>
                  <a:srgbClr val="5B687A"/>
                </a:solidFill>
                <a:latin typeface="Apple SD Gothic Neo"/>
                <a:ea typeface="Apple SD Gothic Neo"/>
                <a:cs typeface="Apple SD Gothic Neo"/>
              </a:defRPr>
            </a:lvl7pPr>
            <a:lvl8pPr>
              <a:defRPr sz="2100" b="1">
                <a:solidFill>
                  <a:srgbClr val="5B687A"/>
                </a:solidFill>
                <a:latin typeface="Apple SD Gothic Neo"/>
                <a:ea typeface="Apple SD Gothic Neo"/>
                <a:cs typeface="Apple SD Gothic Neo"/>
              </a:defRPr>
            </a:lvl8pPr>
            <a:lvl9pPr>
              <a:defRPr sz="2100" b="1">
                <a:solidFill>
                  <a:srgbClr val="5B687A"/>
                </a:solidFill>
                <a:latin typeface="Apple SD Gothic Neo"/>
                <a:ea typeface="Apple SD Gothic Neo"/>
                <a:cs typeface="Apple SD Gothic Neo"/>
              </a:defRPr>
            </a:lvl9pPr>
          </a:lstStyle>
          <a:p xmlns:a="http://schemas.openxmlformats.org/drawingml/2006/main">
            <a:pPr>
              <a:defRPr sz="2100" b="1">
                <a:solidFill>
                  <a:srgbClr val="5B687A"/>
                </a:solidFill>
                <a:latin typeface="Apple SD Gothic Neo"/>
                <a:ea typeface="Apple SD Gothic Neo"/>
                <a:cs typeface="Apple SD Gothic Neo"/>
              </a:defRPr>
            </a:pPr>
            <a:r>
              <a:rPr sz="2100" b="1">
                <a:solidFill>
                  <a:srgbClr val="5B687A"/>
                </a:solidFill>
                <a:latin typeface="Apple SD Gothic Neo"/>
                <a:ea typeface="Apple SD Gothic Neo"/>
                <a:cs typeface="Apple SD Gothic Neo"/>
              </a:rPr>
              <a:t>기존: 3회 실패 후 강제 합격</a:t>
            </a:r>
          </a:p>
        </p:txBody>
      </p:sp>
      <p:sp>
        <p:nvSpPr>
          <p:cNvPr id="7" name="">
            <a:extLst xmlns:a="http://schemas.openxmlformats.org/drawingml/2006/main">
              <a:ext uri="{FF2B5EF4-FFF2-40B4-BE49-F238E27FC236}">
                <a16:creationId xmlns:a16="http://schemas.microsoft.com/office/drawing/2014/main" id="{16C42AB1-CB45-4175-9735-2E9E116964EA}"/>
              </a:ext>
            </a:extLst>
          </p:cNvPr>
          <p:cNvSpPr>
            <a:spLocks xmlns:a="http://schemas.openxmlformats.org/drawingml/2006/main" noGrp="1"/>
          </p:cNvSpPr>
          <p:nvPr/>
        </p:nvSpPr>
        <p:spPr>
          <a:xfrm xmlns:a="http://schemas.openxmlformats.org/drawingml/2006/main">
            <a:off x="685800" y="2571750"/>
            <a:ext cx="123444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txBody>
          <a:bodyPr xmlns:a="http://schemas.openxmlformats.org/drawingml/2006/main" lIns="190500" tIns="190500" rIns="190500" bIns="190500" anchor="t">
            <a:noAutofit/>
          </a:bodyPr>
          <a:lstStyle xmlns:a="http://schemas.openxmlformats.org/drawingml/2006/main">
            <a:defPPr>
              <a:defRPr sz="1800" b="0">
                <a:solidFill>
                  <a:srgbClr val="182942"/>
                </a:solidFill>
                <a:latin typeface="Menlo"/>
                <a:ea typeface="Menlo"/>
                <a:cs typeface="Menlo"/>
              </a:defRPr>
            </a:defPPr>
            <a:lvl1pPr>
              <a:defRPr sz="1800" b="0">
                <a:solidFill>
                  <a:srgbClr val="182942"/>
                </a:solidFill>
                <a:latin typeface="Menlo"/>
                <a:ea typeface="Menlo"/>
                <a:cs typeface="Menlo"/>
              </a:defRPr>
            </a:lvl1pPr>
            <a:lvl2pPr>
              <a:defRPr sz="1800" b="0">
                <a:solidFill>
                  <a:srgbClr val="182942"/>
                </a:solidFill>
                <a:latin typeface="Menlo"/>
                <a:ea typeface="Menlo"/>
                <a:cs typeface="Menlo"/>
              </a:defRPr>
            </a:lvl2pPr>
            <a:lvl3pPr>
              <a:defRPr sz="1800" b="0">
                <a:solidFill>
                  <a:srgbClr val="182942"/>
                </a:solidFill>
                <a:latin typeface="Menlo"/>
                <a:ea typeface="Menlo"/>
                <a:cs typeface="Menlo"/>
              </a:defRPr>
            </a:lvl3pPr>
            <a:lvl4pPr>
              <a:defRPr sz="1800" b="0">
                <a:solidFill>
                  <a:srgbClr val="182942"/>
                </a:solidFill>
                <a:latin typeface="Menlo"/>
                <a:ea typeface="Menlo"/>
                <a:cs typeface="Menlo"/>
              </a:defRPr>
            </a:lvl4pPr>
            <a:lvl5pPr>
              <a:defRPr sz="1800" b="0">
                <a:solidFill>
                  <a:srgbClr val="182942"/>
                </a:solidFill>
                <a:latin typeface="Menlo"/>
                <a:ea typeface="Menlo"/>
                <a:cs typeface="Menlo"/>
              </a:defRPr>
            </a:lvl5pPr>
            <a:lvl6pPr>
              <a:defRPr sz="1800" b="0">
                <a:solidFill>
                  <a:srgbClr val="182942"/>
                </a:solidFill>
                <a:latin typeface="Menlo"/>
                <a:ea typeface="Menlo"/>
                <a:cs typeface="Menlo"/>
              </a:defRPr>
            </a:lvl6pPr>
            <a:lvl7pPr>
              <a:defRPr sz="1800" b="0">
                <a:solidFill>
                  <a:srgbClr val="182942"/>
                </a:solidFill>
                <a:latin typeface="Menlo"/>
                <a:ea typeface="Menlo"/>
                <a:cs typeface="Menlo"/>
              </a:defRPr>
            </a:lvl7pPr>
            <a:lvl8pPr>
              <a:defRPr sz="1800" b="0">
                <a:solidFill>
                  <a:srgbClr val="182942"/>
                </a:solidFill>
                <a:latin typeface="Menlo"/>
                <a:ea typeface="Menlo"/>
                <a:cs typeface="Menlo"/>
              </a:defRPr>
            </a:lvl8pPr>
            <a:lvl9pPr>
              <a:defRPr sz="1800" b="0">
                <a:solidFill>
                  <a:srgbClr val="182942"/>
                </a:solidFill>
                <a:latin typeface="Menlo"/>
                <a:ea typeface="Menlo"/>
                <a:cs typeface="Menlo"/>
              </a:defRPr>
            </a:lvl9pPr>
          </a:lstStyle>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ok = len(draft) &gt;= 30 and "1)" in draft</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verdict = "합격" if ok else "불합격"</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if not ok and attempts &gt;= 3:</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ok, verdict = True, "합격(최대 시도 도달 — 통과 처리)"</a:t>
            </a:r>
          </a:p>
        </p:txBody>
      </p:sp>
      <p:sp>
        <p:nvSpPr>
          <p:cNvPr id="8" name="">
            <a:extLst xmlns:a="http://schemas.openxmlformats.org/drawingml/2006/main">
              <a:ext uri="{FF2B5EF4-FFF2-40B4-BE49-F238E27FC236}">
                <a16:creationId xmlns:a16="http://schemas.microsoft.com/office/drawing/2014/main" id="{E703CE9A-01C0-4D31-9F76-CFCB6ACF48DB}"/>
              </a:ext>
            </a:extLst>
          </p:cNvPr>
          <p:cNvSpPr>
            <a:spLocks xmlns:a="http://schemas.openxmlformats.org/drawingml/2006/main" noGrp="1"/>
          </p:cNvSpPr>
          <p:nvPr/>
        </p:nvSpPr>
        <p:spPr>
          <a:xfrm xmlns:a="http://schemas.openxmlformats.org/drawingml/2006/main">
            <a:off x="685800" y="4524375"/>
            <a:ext cx="1234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265D5"/>
                </a:solidFill>
                <a:latin typeface="Apple SD Gothic Neo"/>
                <a:ea typeface="Apple SD Gothic Neo"/>
                <a:cs typeface="Apple SD Gothic Neo"/>
              </a:defRPr>
            </a:defPPr>
            <a:lvl1pPr>
              <a:defRPr sz="2100" b="1">
                <a:solidFill>
                  <a:srgbClr val="3265D5"/>
                </a:solidFill>
                <a:latin typeface="Apple SD Gothic Neo"/>
                <a:ea typeface="Apple SD Gothic Neo"/>
                <a:cs typeface="Apple SD Gothic Neo"/>
              </a:defRPr>
            </a:lvl1pPr>
            <a:lvl2pPr>
              <a:defRPr sz="2100" b="1">
                <a:solidFill>
                  <a:srgbClr val="3265D5"/>
                </a:solidFill>
                <a:latin typeface="Apple SD Gothic Neo"/>
                <a:ea typeface="Apple SD Gothic Neo"/>
                <a:cs typeface="Apple SD Gothic Neo"/>
              </a:defRPr>
            </a:lvl2pPr>
            <a:lvl3pPr>
              <a:defRPr sz="2100" b="1">
                <a:solidFill>
                  <a:srgbClr val="3265D5"/>
                </a:solidFill>
                <a:latin typeface="Apple SD Gothic Neo"/>
                <a:ea typeface="Apple SD Gothic Neo"/>
                <a:cs typeface="Apple SD Gothic Neo"/>
              </a:defRPr>
            </a:lvl3pPr>
            <a:lvl4pPr>
              <a:defRPr sz="2100" b="1">
                <a:solidFill>
                  <a:srgbClr val="3265D5"/>
                </a:solidFill>
                <a:latin typeface="Apple SD Gothic Neo"/>
                <a:ea typeface="Apple SD Gothic Neo"/>
                <a:cs typeface="Apple SD Gothic Neo"/>
              </a:defRPr>
            </a:lvl4pPr>
            <a:lvl5pPr>
              <a:defRPr sz="2100" b="1">
                <a:solidFill>
                  <a:srgbClr val="3265D5"/>
                </a:solidFill>
                <a:latin typeface="Apple SD Gothic Neo"/>
                <a:ea typeface="Apple SD Gothic Neo"/>
                <a:cs typeface="Apple SD Gothic Neo"/>
              </a:defRPr>
            </a:lvl5pPr>
            <a:lvl6pPr>
              <a:defRPr sz="2100" b="1">
                <a:solidFill>
                  <a:srgbClr val="3265D5"/>
                </a:solidFill>
                <a:latin typeface="Apple SD Gothic Neo"/>
                <a:ea typeface="Apple SD Gothic Neo"/>
                <a:cs typeface="Apple SD Gothic Neo"/>
              </a:defRPr>
            </a:lvl6pPr>
            <a:lvl7pPr>
              <a:defRPr sz="2100" b="1">
                <a:solidFill>
                  <a:srgbClr val="3265D5"/>
                </a:solidFill>
                <a:latin typeface="Apple SD Gothic Neo"/>
                <a:ea typeface="Apple SD Gothic Neo"/>
                <a:cs typeface="Apple SD Gothic Neo"/>
              </a:defRPr>
            </a:lvl7pPr>
            <a:lvl8pPr>
              <a:defRPr sz="2100" b="1">
                <a:solidFill>
                  <a:srgbClr val="3265D5"/>
                </a:solidFill>
                <a:latin typeface="Apple SD Gothic Neo"/>
                <a:ea typeface="Apple SD Gothic Neo"/>
                <a:cs typeface="Apple SD Gothic Neo"/>
              </a:defRPr>
            </a:lvl8pPr>
            <a:lvl9pPr>
              <a:defRPr sz="2100" b="1">
                <a:solidFill>
                  <a:srgbClr val="3265D5"/>
                </a:solidFill>
                <a:latin typeface="Apple SD Gothic Neo"/>
                <a:ea typeface="Apple SD Gothic Neo"/>
                <a:cs typeface="Apple SD Gothic Neo"/>
              </a:defRPr>
            </a:lvl9pPr>
          </a:lstStyle>
          <a:p xmlns:a="http://schemas.openxmlformats.org/drawingml/2006/main">
            <a:pPr>
              <a:defRPr sz="2100" b="1">
                <a:solidFill>
                  <a:srgbClr val="3265D5"/>
                </a:solidFill>
                <a:latin typeface="Apple SD Gothic Neo"/>
                <a:ea typeface="Apple SD Gothic Neo"/>
                <a:cs typeface="Apple SD Gothic Neo"/>
              </a:defRPr>
            </a:pPr>
            <a:r>
              <a:rPr sz="2100" b="1">
                <a:solidFill>
                  <a:srgbClr val="3265D5"/>
                </a:solidFill>
                <a:latin typeface="Apple SD Gothic Neo"/>
                <a:ea typeface="Apple SD Gothic Neo"/>
                <a:cs typeface="Apple SD Gothic Neo"/>
              </a:rPr>
              <a:t>개선: 실패 상태를 유지하고 제한된 안내 제공</a:t>
            </a:r>
          </a:p>
        </p:txBody>
      </p:sp>
      <p:sp>
        <p:nvSpPr>
          <p:cNvPr id="9" name="">
            <a:extLst xmlns:a="http://schemas.openxmlformats.org/drawingml/2006/main">
              <a:ext uri="{FF2B5EF4-FFF2-40B4-BE49-F238E27FC236}">
                <a16:creationId xmlns:a16="http://schemas.microsoft.com/office/drawing/2014/main" id="{E9A078FF-4E99-4333-93CE-3DA6031DB4CB}"/>
              </a:ext>
            </a:extLst>
          </p:cNvPr>
          <p:cNvSpPr>
            <a:spLocks xmlns:a="http://schemas.openxmlformats.org/drawingml/2006/main" noGrp="1"/>
          </p:cNvSpPr>
          <p:nvPr/>
        </p:nvSpPr>
        <p:spPr>
          <a:xfrm xmlns:a="http://schemas.openxmlformats.org/drawingml/2006/main">
            <a:off x="685800" y="5029200"/>
            <a:ext cx="12344400" cy="1619250"/>
          </a:xfrm>
          <a:prstGeom xmlns:a="http://schemas.openxmlformats.org/drawingml/2006/main" prst="rect">
            <a:avLst/>
          </a:prstGeom>
          <a:solidFill xmlns:a="http://schemas.openxmlformats.org/drawingml/2006/main">
            <a:srgbClr val="FFFFFF"/>
          </a:solidFill>
          <a:ln xmlns:a="http://schemas.openxmlformats.org/drawingml/2006/main" w="9525">
            <a:solidFill>
              <a:srgbClr val="D5DDEA"/>
            </a:solidFill>
          </a:ln>
        </p:spPr>
        <p:txBody>
          <a:bodyPr xmlns:a="http://schemas.openxmlformats.org/drawingml/2006/main" lIns="190500" tIns="190500" rIns="190500" bIns="190500" anchor="t">
            <a:noAutofit/>
          </a:bodyPr>
          <a:lstStyle xmlns:a="http://schemas.openxmlformats.org/drawingml/2006/main">
            <a:defPPr>
              <a:defRPr sz="1800" b="0">
                <a:solidFill>
                  <a:srgbClr val="182942"/>
                </a:solidFill>
                <a:latin typeface="Menlo"/>
                <a:ea typeface="Menlo"/>
                <a:cs typeface="Menlo"/>
              </a:defRPr>
            </a:defPPr>
            <a:lvl1pPr>
              <a:defRPr sz="1800" b="0">
                <a:solidFill>
                  <a:srgbClr val="182942"/>
                </a:solidFill>
                <a:latin typeface="Menlo"/>
                <a:ea typeface="Menlo"/>
                <a:cs typeface="Menlo"/>
              </a:defRPr>
            </a:lvl1pPr>
            <a:lvl2pPr>
              <a:defRPr sz="1800" b="0">
                <a:solidFill>
                  <a:srgbClr val="182942"/>
                </a:solidFill>
                <a:latin typeface="Menlo"/>
                <a:ea typeface="Menlo"/>
                <a:cs typeface="Menlo"/>
              </a:defRPr>
            </a:lvl2pPr>
            <a:lvl3pPr>
              <a:defRPr sz="1800" b="0">
                <a:solidFill>
                  <a:srgbClr val="182942"/>
                </a:solidFill>
                <a:latin typeface="Menlo"/>
                <a:ea typeface="Menlo"/>
                <a:cs typeface="Menlo"/>
              </a:defRPr>
            </a:lvl3pPr>
            <a:lvl4pPr>
              <a:defRPr sz="1800" b="0">
                <a:solidFill>
                  <a:srgbClr val="182942"/>
                </a:solidFill>
                <a:latin typeface="Menlo"/>
                <a:ea typeface="Menlo"/>
                <a:cs typeface="Menlo"/>
              </a:defRPr>
            </a:lvl4pPr>
            <a:lvl5pPr>
              <a:defRPr sz="1800" b="0">
                <a:solidFill>
                  <a:srgbClr val="182942"/>
                </a:solidFill>
                <a:latin typeface="Menlo"/>
                <a:ea typeface="Menlo"/>
                <a:cs typeface="Menlo"/>
              </a:defRPr>
            </a:lvl5pPr>
            <a:lvl6pPr>
              <a:defRPr sz="1800" b="0">
                <a:solidFill>
                  <a:srgbClr val="182942"/>
                </a:solidFill>
                <a:latin typeface="Menlo"/>
                <a:ea typeface="Menlo"/>
                <a:cs typeface="Menlo"/>
              </a:defRPr>
            </a:lvl6pPr>
            <a:lvl7pPr>
              <a:defRPr sz="1800" b="0">
                <a:solidFill>
                  <a:srgbClr val="182942"/>
                </a:solidFill>
                <a:latin typeface="Menlo"/>
                <a:ea typeface="Menlo"/>
                <a:cs typeface="Menlo"/>
              </a:defRPr>
            </a:lvl7pPr>
            <a:lvl8pPr>
              <a:defRPr sz="1800" b="0">
                <a:solidFill>
                  <a:srgbClr val="182942"/>
                </a:solidFill>
                <a:latin typeface="Menlo"/>
                <a:ea typeface="Menlo"/>
                <a:cs typeface="Menlo"/>
              </a:defRPr>
            </a:lvl8pPr>
            <a:lvl9pPr>
              <a:defRPr sz="1800" b="0">
                <a:solidFill>
                  <a:srgbClr val="182942"/>
                </a:solidFill>
                <a:latin typeface="Menlo"/>
                <a:ea typeface="Menlo"/>
                <a:cs typeface="Menlo"/>
              </a:defRPr>
            </a:lvl9pPr>
          </a:lstStyle>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ok = checked["ok"]</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verdict = "합격" if ok else "불합격"</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exhausted = not ok and attempts &gt;= 3</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if exhausted:</a:t>
            </a:r>
          </a:p>
          <a:p xmlns:a="http://schemas.openxmlformats.org/drawingml/2006/main">
            <a:pPr>
              <a:defRPr sz="1800" b="0">
                <a:solidFill>
                  <a:srgbClr val="182942"/>
                </a:solidFill>
                <a:latin typeface="Menlo"/>
                <a:ea typeface="Menlo"/>
                <a:cs typeface="Menlo"/>
              </a:defRPr>
            </a:pPr>
            <a:r>
              <a:rPr sz="1800" b="0">
                <a:solidFill>
                  <a:srgbClr val="182942"/>
                </a:solidFill>
                <a:latin typeface="Menlo"/>
                <a:ea typeface="Menlo"/>
                <a:cs typeface="Menlo"/>
              </a:rPr>
              <a:t>    verdict = "추가 확인 필요(검증 실패)"</a:t>
            </a:r>
          </a:p>
        </p:txBody>
      </p:sp>
    </p:spTree>
    <p:extLst>
      <p:ext uri="{BB962C8B-B14F-4D97-AF65-F5344CB8AC3E}">
        <p14:creationId xmlns:p14="http://schemas.microsoft.com/office/powerpoint/2010/main" val="1955548005"/>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C27E23C-A005-479C-AAB6-DAE639E7C5B5}"/>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542254D0-5443-4A4F-845B-E30A34211E06}"/>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같은 문의의 사용자 화면 비교</a:t>
            </a:r>
          </a:p>
        </p:txBody>
      </p:sp>
      <p:sp>
        <p:nvSpPr>
          <p:cNvPr id="3" name="">
            <a:extLst xmlns:a="http://schemas.openxmlformats.org/drawingml/2006/main">
              <a:ext uri="{FF2B5EF4-FFF2-40B4-BE49-F238E27FC236}">
                <a16:creationId xmlns:a16="http://schemas.microsoft.com/office/drawing/2014/main" id="{F0290FAC-FE1B-41A9-910F-7F2016B9CC95}"/>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“로그인 후 화면이 넘어가지 않아요. 오류 메시지는 없어요.” · 개선본은 시스템 선택 추가</a:t>
            </a:r>
          </a:p>
        </p:txBody>
      </p:sp>
      <p:sp>
        <p:nvSpPr>
          <p:cNvPr id="4" name="">
            <a:extLst xmlns:a="http://schemas.openxmlformats.org/drawingml/2006/main">
              <a:ext uri="{FF2B5EF4-FFF2-40B4-BE49-F238E27FC236}">
                <a16:creationId xmlns:a16="http://schemas.microsoft.com/office/drawing/2014/main" id="{C661183B-95FE-4378-946E-C92D94238D83}"/>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3C59C2ED-FBD1-4C28-8543-2363599A9922}"/>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10</a:t>
            </a:r>
          </a:p>
        </p:txBody>
      </p:sp>
      <p:sp>
        <p:nvSpPr>
          <p:cNvPr id="6" name="">
            <a:extLst xmlns:a="http://schemas.openxmlformats.org/drawingml/2006/main">
              <a:ext uri="{FF2B5EF4-FFF2-40B4-BE49-F238E27FC236}">
                <a16:creationId xmlns:a16="http://schemas.microsoft.com/office/drawing/2014/main" id="{3676DECB-1A44-4E70-85A0-051BC3B0024B}"/>
              </a:ext>
            </a:extLst>
          </p:cNvPr>
          <p:cNvSpPr>
            <a:spLocks xmlns:a="http://schemas.openxmlformats.org/drawingml/2006/main" noGrp="1"/>
          </p:cNvSpPr>
          <p:nvPr/>
        </p:nvSpPr>
        <p:spPr>
          <a:xfrm xmlns:a="http://schemas.openxmlformats.org/drawingml/2006/main">
            <a:off x="685800" y="2000250"/>
            <a:ext cx="5810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5B687A"/>
                </a:solidFill>
                <a:latin typeface="Apple SD Gothic Neo"/>
                <a:ea typeface="Apple SD Gothic Neo"/>
                <a:cs typeface="Apple SD Gothic Neo"/>
              </a:defRPr>
            </a:defPPr>
            <a:lvl1pPr>
              <a:defRPr sz="2100" b="1">
                <a:solidFill>
                  <a:srgbClr val="5B687A"/>
                </a:solidFill>
                <a:latin typeface="Apple SD Gothic Neo"/>
                <a:ea typeface="Apple SD Gothic Neo"/>
                <a:cs typeface="Apple SD Gothic Neo"/>
              </a:defRPr>
            </a:lvl1pPr>
            <a:lvl2pPr>
              <a:defRPr sz="2100" b="1">
                <a:solidFill>
                  <a:srgbClr val="5B687A"/>
                </a:solidFill>
                <a:latin typeface="Apple SD Gothic Neo"/>
                <a:ea typeface="Apple SD Gothic Neo"/>
                <a:cs typeface="Apple SD Gothic Neo"/>
              </a:defRPr>
            </a:lvl2pPr>
            <a:lvl3pPr>
              <a:defRPr sz="2100" b="1">
                <a:solidFill>
                  <a:srgbClr val="5B687A"/>
                </a:solidFill>
                <a:latin typeface="Apple SD Gothic Neo"/>
                <a:ea typeface="Apple SD Gothic Neo"/>
                <a:cs typeface="Apple SD Gothic Neo"/>
              </a:defRPr>
            </a:lvl3pPr>
            <a:lvl4pPr>
              <a:defRPr sz="2100" b="1">
                <a:solidFill>
                  <a:srgbClr val="5B687A"/>
                </a:solidFill>
                <a:latin typeface="Apple SD Gothic Neo"/>
                <a:ea typeface="Apple SD Gothic Neo"/>
                <a:cs typeface="Apple SD Gothic Neo"/>
              </a:defRPr>
            </a:lvl4pPr>
            <a:lvl5pPr>
              <a:defRPr sz="2100" b="1">
                <a:solidFill>
                  <a:srgbClr val="5B687A"/>
                </a:solidFill>
                <a:latin typeface="Apple SD Gothic Neo"/>
                <a:ea typeface="Apple SD Gothic Neo"/>
                <a:cs typeface="Apple SD Gothic Neo"/>
              </a:defRPr>
            </a:lvl5pPr>
            <a:lvl6pPr>
              <a:defRPr sz="2100" b="1">
                <a:solidFill>
                  <a:srgbClr val="5B687A"/>
                </a:solidFill>
                <a:latin typeface="Apple SD Gothic Neo"/>
                <a:ea typeface="Apple SD Gothic Neo"/>
                <a:cs typeface="Apple SD Gothic Neo"/>
              </a:defRPr>
            </a:lvl6pPr>
            <a:lvl7pPr>
              <a:defRPr sz="2100" b="1">
                <a:solidFill>
                  <a:srgbClr val="5B687A"/>
                </a:solidFill>
                <a:latin typeface="Apple SD Gothic Neo"/>
                <a:ea typeface="Apple SD Gothic Neo"/>
                <a:cs typeface="Apple SD Gothic Neo"/>
              </a:defRPr>
            </a:lvl7pPr>
            <a:lvl8pPr>
              <a:defRPr sz="2100" b="1">
                <a:solidFill>
                  <a:srgbClr val="5B687A"/>
                </a:solidFill>
                <a:latin typeface="Apple SD Gothic Neo"/>
                <a:ea typeface="Apple SD Gothic Neo"/>
                <a:cs typeface="Apple SD Gothic Neo"/>
              </a:defRPr>
            </a:lvl8pPr>
            <a:lvl9pPr>
              <a:defRPr sz="2100" b="1">
                <a:solidFill>
                  <a:srgbClr val="5B687A"/>
                </a:solidFill>
                <a:latin typeface="Apple SD Gothic Neo"/>
                <a:ea typeface="Apple SD Gothic Neo"/>
                <a:cs typeface="Apple SD Gothic Neo"/>
              </a:defRPr>
            </a:lvl9pPr>
          </a:lstStyle>
          <a:p xmlns:a="http://schemas.openxmlformats.org/drawingml/2006/main">
            <a:pPr>
              <a:defRPr sz="2100" b="1">
                <a:solidFill>
                  <a:srgbClr val="5B687A"/>
                </a:solidFill>
                <a:latin typeface="Apple SD Gothic Neo"/>
                <a:ea typeface="Apple SD Gothic Neo"/>
                <a:cs typeface="Apple SD Gothic Neo"/>
              </a:defRPr>
            </a:pPr>
            <a:r>
              <a:rPr sz="2100" b="1">
                <a:solidFill>
                  <a:srgbClr val="5B687A"/>
                </a:solidFill>
                <a:latin typeface="Apple SD Gothic Neo"/>
                <a:ea typeface="Apple SD Gothic Neo"/>
                <a:cs typeface="Apple SD Gothic Neo"/>
              </a:rPr>
              <a:t>이전: 일반 대화로 분류</a:t>
            </a:r>
          </a:p>
        </p:txBody>
      </p:sp>
      <p:pic>
        <p:nvPicPr>
          <p:cNvPr id="7" name="">
            <a:extLst xmlns:a="http://schemas.openxmlformats.org/drawingml/2006/main">
              <a:ext uri="{FF2B5EF4-FFF2-40B4-BE49-F238E27FC236}">
                <a16:creationId xmlns:a16="http://schemas.microsoft.com/office/drawing/2014/main" id="{7FF98DA9-599B-4C4F-9E8F-A08603657132}"/>
              </a:ext>
            </a:extLst>
          </p:cNvPr>
          <p:cNvPicPr>
            <a:picLocks xmlns:a="http://schemas.openxmlformats.org/drawingml/2006/main" noChangeAspect="1"/>
          </p:cNvPicPr>
          <p:nvPr/>
        </p:nvPicPr>
        <p:blipFill>
          <a:blip xmlns:r="http://schemas.openxmlformats.org/officeDocument/2006/relationships" xmlns:a="http://schemas.openxmlformats.org/drawingml/2006/main" r:embed="R98591357e3684cb8"/>
          <a:srcRect xmlns:a="http://schemas.openxmlformats.org/drawingml/2006/main" l="2381" t="18396" r="71429" b="75236"/>
          <a:stretch xmlns:a="http://schemas.openxmlformats.org/drawingml/2006/main"/>
        </p:blipFill>
        <p:spPr>
          <a:xfrm xmlns:a="http://schemas.openxmlformats.org/drawingml/2006/main">
            <a:off x="685800" y="2495550"/>
            <a:ext cx="4762500" cy="11715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FB08BDC-4944-4318-85EB-67D3B8089845}"/>
              </a:ext>
            </a:extLst>
          </p:cNvPr>
          <p:cNvSpPr>
            <a:spLocks xmlns:a="http://schemas.openxmlformats.org/drawingml/2006/main" noGrp="1"/>
          </p:cNvSpPr>
          <p:nvPr/>
        </p:nvSpPr>
        <p:spPr>
          <a:xfrm xmlns:a="http://schemas.openxmlformats.org/drawingml/2006/main">
            <a:off x="7620000" y="2743200"/>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182942"/>
                </a:solidFill>
                <a:latin typeface="Apple SD Gothic Neo"/>
                <a:ea typeface="Apple SD Gothic Neo"/>
                <a:cs typeface="Apple SD Gothic Neo"/>
              </a:defRPr>
            </a:defPPr>
            <a:lvl1pPr>
              <a:defRPr sz="2250" b="0">
                <a:solidFill>
                  <a:srgbClr val="182942"/>
                </a:solidFill>
                <a:latin typeface="Apple SD Gothic Neo"/>
                <a:ea typeface="Apple SD Gothic Neo"/>
                <a:cs typeface="Apple SD Gothic Neo"/>
              </a:defRPr>
            </a:lvl1pPr>
            <a:lvl2pPr>
              <a:defRPr sz="2250" b="0">
                <a:solidFill>
                  <a:srgbClr val="182942"/>
                </a:solidFill>
                <a:latin typeface="Apple SD Gothic Neo"/>
                <a:ea typeface="Apple SD Gothic Neo"/>
                <a:cs typeface="Apple SD Gothic Neo"/>
              </a:defRPr>
            </a:lvl2pPr>
            <a:lvl3pPr>
              <a:defRPr sz="2250" b="0">
                <a:solidFill>
                  <a:srgbClr val="182942"/>
                </a:solidFill>
                <a:latin typeface="Apple SD Gothic Neo"/>
                <a:ea typeface="Apple SD Gothic Neo"/>
                <a:cs typeface="Apple SD Gothic Neo"/>
              </a:defRPr>
            </a:lvl3pPr>
            <a:lvl4pPr>
              <a:defRPr sz="2250" b="0">
                <a:solidFill>
                  <a:srgbClr val="182942"/>
                </a:solidFill>
                <a:latin typeface="Apple SD Gothic Neo"/>
                <a:ea typeface="Apple SD Gothic Neo"/>
                <a:cs typeface="Apple SD Gothic Neo"/>
              </a:defRPr>
            </a:lvl4pPr>
            <a:lvl5pPr>
              <a:defRPr sz="2250" b="0">
                <a:solidFill>
                  <a:srgbClr val="182942"/>
                </a:solidFill>
                <a:latin typeface="Apple SD Gothic Neo"/>
                <a:ea typeface="Apple SD Gothic Neo"/>
                <a:cs typeface="Apple SD Gothic Neo"/>
              </a:defRPr>
            </a:lvl5pPr>
            <a:lvl6pPr>
              <a:defRPr sz="2250" b="0">
                <a:solidFill>
                  <a:srgbClr val="182942"/>
                </a:solidFill>
                <a:latin typeface="Apple SD Gothic Neo"/>
                <a:ea typeface="Apple SD Gothic Neo"/>
                <a:cs typeface="Apple SD Gothic Neo"/>
              </a:defRPr>
            </a:lvl6pPr>
            <a:lvl7pPr>
              <a:defRPr sz="2250" b="0">
                <a:solidFill>
                  <a:srgbClr val="182942"/>
                </a:solidFill>
                <a:latin typeface="Apple SD Gothic Neo"/>
                <a:ea typeface="Apple SD Gothic Neo"/>
                <a:cs typeface="Apple SD Gothic Neo"/>
              </a:defRPr>
            </a:lvl7pPr>
            <a:lvl8pPr>
              <a:defRPr sz="2250" b="0">
                <a:solidFill>
                  <a:srgbClr val="182942"/>
                </a:solidFill>
                <a:latin typeface="Apple SD Gothic Neo"/>
                <a:ea typeface="Apple SD Gothic Neo"/>
                <a:cs typeface="Apple SD Gothic Neo"/>
              </a:defRPr>
            </a:lvl8pPr>
            <a:lvl9pPr>
              <a:defRPr sz="2250" b="0">
                <a:solidFill>
                  <a:srgbClr val="182942"/>
                </a:solidFill>
                <a:latin typeface="Apple SD Gothic Neo"/>
                <a:ea typeface="Apple SD Gothic Neo"/>
                <a:cs typeface="Apple SD Gothic Neo"/>
              </a:defRPr>
            </a:lvl9pPr>
          </a:lstStyle>
          <a:p xmlns:a="http://schemas.openxmlformats.org/drawingml/2006/main">
            <a:pPr>
              <a:defRPr sz="2250" b="0">
                <a:solidFill>
                  <a:srgbClr val="182942"/>
                </a:solidFill>
                <a:latin typeface="Apple SD Gothic Neo"/>
                <a:ea typeface="Apple SD Gothic Neo"/>
                <a:cs typeface="Apple SD Gothic Neo"/>
              </a:defRPr>
            </a:pPr>
            <a:r>
              <a:rPr sz="2250" b="0">
                <a:solidFill>
                  <a:srgbClr val="182942"/>
                </a:solidFill>
                <a:latin typeface="Apple SD Gothic Neo"/>
                <a:ea typeface="Apple SD Gothic Neo"/>
                <a:cs typeface="Apple SD Gothic Neo"/>
              </a:rPr>
              <a:t>점검 없이 일반 인사로 응답</a:t>
            </a:r>
          </a:p>
        </p:txBody>
      </p:sp>
      <p:sp>
        <p:nvSpPr>
          <p:cNvPr id="9" name="">
            <a:extLst xmlns:a="http://schemas.openxmlformats.org/drawingml/2006/main">
              <a:ext uri="{FF2B5EF4-FFF2-40B4-BE49-F238E27FC236}">
                <a16:creationId xmlns:a16="http://schemas.microsoft.com/office/drawing/2014/main" id="{C1B14C32-7502-48FF-88CF-B7A9E9FD8206}"/>
              </a:ext>
            </a:extLst>
          </p:cNvPr>
          <p:cNvSpPr>
            <a:spLocks xmlns:a="http://schemas.openxmlformats.org/drawingml/2006/main" noGrp="1"/>
          </p:cNvSpPr>
          <p:nvPr/>
        </p:nvSpPr>
        <p:spPr>
          <a:xfrm xmlns:a="http://schemas.openxmlformats.org/drawingml/2006/main">
            <a:off x="685800" y="3810000"/>
            <a:ext cx="1234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265D5"/>
                </a:solidFill>
                <a:latin typeface="Apple SD Gothic Neo"/>
                <a:ea typeface="Apple SD Gothic Neo"/>
                <a:cs typeface="Apple SD Gothic Neo"/>
              </a:defRPr>
            </a:defPPr>
            <a:lvl1pPr>
              <a:defRPr sz="2100" b="1">
                <a:solidFill>
                  <a:srgbClr val="3265D5"/>
                </a:solidFill>
                <a:latin typeface="Apple SD Gothic Neo"/>
                <a:ea typeface="Apple SD Gothic Neo"/>
                <a:cs typeface="Apple SD Gothic Neo"/>
              </a:defRPr>
            </a:lvl1pPr>
            <a:lvl2pPr>
              <a:defRPr sz="2100" b="1">
                <a:solidFill>
                  <a:srgbClr val="3265D5"/>
                </a:solidFill>
                <a:latin typeface="Apple SD Gothic Neo"/>
                <a:ea typeface="Apple SD Gothic Neo"/>
                <a:cs typeface="Apple SD Gothic Neo"/>
              </a:defRPr>
            </a:lvl2pPr>
            <a:lvl3pPr>
              <a:defRPr sz="2100" b="1">
                <a:solidFill>
                  <a:srgbClr val="3265D5"/>
                </a:solidFill>
                <a:latin typeface="Apple SD Gothic Neo"/>
                <a:ea typeface="Apple SD Gothic Neo"/>
                <a:cs typeface="Apple SD Gothic Neo"/>
              </a:defRPr>
            </a:lvl3pPr>
            <a:lvl4pPr>
              <a:defRPr sz="2100" b="1">
                <a:solidFill>
                  <a:srgbClr val="3265D5"/>
                </a:solidFill>
                <a:latin typeface="Apple SD Gothic Neo"/>
                <a:ea typeface="Apple SD Gothic Neo"/>
                <a:cs typeface="Apple SD Gothic Neo"/>
              </a:defRPr>
            </a:lvl4pPr>
            <a:lvl5pPr>
              <a:defRPr sz="2100" b="1">
                <a:solidFill>
                  <a:srgbClr val="3265D5"/>
                </a:solidFill>
                <a:latin typeface="Apple SD Gothic Neo"/>
                <a:ea typeface="Apple SD Gothic Neo"/>
                <a:cs typeface="Apple SD Gothic Neo"/>
              </a:defRPr>
            </a:lvl5pPr>
            <a:lvl6pPr>
              <a:defRPr sz="2100" b="1">
                <a:solidFill>
                  <a:srgbClr val="3265D5"/>
                </a:solidFill>
                <a:latin typeface="Apple SD Gothic Neo"/>
                <a:ea typeface="Apple SD Gothic Neo"/>
                <a:cs typeface="Apple SD Gothic Neo"/>
              </a:defRPr>
            </a:lvl6pPr>
            <a:lvl7pPr>
              <a:defRPr sz="2100" b="1">
                <a:solidFill>
                  <a:srgbClr val="3265D5"/>
                </a:solidFill>
                <a:latin typeface="Apple SD Gothic Neo"/>
                <a:ea typeface="Apple SD Gothic Neo"/>
                <a:cs typeface="Apple SD Gothic Neo"/>
              </a:defRPr>
            </a:lvl7pPr>
            <a:lvl8pPr>
              <a:defRPr sz="2100" b="1">
                <a:solidFill>
                  <a:srgbClr val="3265D5"/>
                </a:solidFill>
                <a:latin typeface="Apple SD Gothic Neo"/>
                <a:ea typeface="Apple SD Gothic Neo"/>
                <a:cs typeface="Apple SD Gothic Neo"/>
              </a:defRPr>
            </a:lvl8pPr>
            <a:lvl9pPr>
              <a:defRPr sz="2100" b="1">
                <a:solidFill>
                  <a:srgbClr val="3265D5"/>
                </a:solidFill>
                <a:latin typeface="Apple SD Gothic Neo"/>
                <a:ea typeface="Apple SD Gothic Neo"/>
                <a:cs typeface="Apple SD Gothic Neo"/>
              </a:defRPr>
            </a:lvl9pPr>
          </a:lstStyle>
          <a:p xmlns:a="http://schemas.openxmlformats.org/drawingml/2006/main">
            <a:pPr>
              <a:defRPr sz="2100" b="1">
                <a:solidFill>
                  <a:srgbClr val="3265D5"/>
                </a:solidFill>
                <a:latin typeface="Apple SD Gothic Neo"/>
                <a:ea typeface="Apple SD Gothic Neo"/>
                <a:cs typeface="Apple SD Gothic Neo"/>
              </a:defRPr>
            </a:pPr>
            <a:r>
              <a:rPr sz="2100" b="1">
                <a:solidFill>
                  <a:srgbClr val="3265D5"/>
                </a:solidFill>
                <a:latin typeface="Apple SD Gothic Neo"/>
                <a:ea typeface="Apple SD Gothic Neo"/>
                <a:cs typeface="Apple SD Gothic Neo"/>
              </a:rPr>
              <a:t>개선: 접수 정보와 추가 확인 항목 표시</a:t>
            </a:r>
          </a:p>
        </p:txBody>
      </p:sp>
      <p:pic>
        <p:nvPicPr>
          <p:cNvPr id="10" name="">
            <a:extLst xmlns:a="http://schemas.openxmlformats.org/drawingml/2006/main">
              <a:ext uri="{FF2B5EF4-FFF2-40B4-BE49-F238E27FC236}">
                <a16:creationId xmlns:a16="http://schemas.microsoft.com/office/drawing/2014/main" id="{43F4AEB3-28F7-4B8B-9892-31CD42440C2C}"/>
              </a:ext>
            </a:extLst>
          </p:cNvPr>
          <p:cNvPicPr>
            <a:picLocks xmlns:a="http://schemas.openxmlformats.org/drawingml/2006/main" noChangeAspect="1"/>
          </p:cNvPicPr>
          <p:nvPr/>
        </p:nvPicPr>
        <p:blipFill>
          <a:blip xmlns:r="http://schemas.openxmlformats.org/officeDocument/2006/relationships" xmlns:a="http://schemas.openxmlformats.org/drawingml/2006/main" r:embed="R2918e5118a9241c9"/>
          <a:srcRect xmlns:a="http://schemas.openxmlformats.org/drawingml/2006/main" l="2381" t="60814" r="3571" b="10941"/>
          <a:stretch xmlns:a="http://schemas.openxmlformats.org/drawingml/2006/main"/>
        </p:blipFill>
        <p:spPr>
          <a:xfrm xmlns:a="http://schemas.openxmlformats.org/drawingml/2006/main">
            <a:off x="685800" y="4286250"/>
            <a:ext cx="8382000" cy="23526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143C8595-AC70-4C7C-AF45-E71762C90C5E}"/>
              </a:ext>
            </a:extLst>
          </p:cNvPr>
          <p:cNvSpPr>
            <a:spLocks xmlns:a="http://schemas.openxmlformats.org/drawingml/2006/main" noGrp="1"/>
          </p:cNvSpPr>
          <p:nvPr/>
        </p:nvSpPr>
        <p:spPr>
          <a:xfrm xmlns:a="http://schemas.openxmlformats.org/drawingml/2006/main">
            <a:off x="9525000" y="4924425"/>
            <a:ext cx="34861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82942"/>
                </a:solidFill>
                <a:latin typeface="Apple SD Gothic Neo"/>
                <a:ea typeface="Apple SD Gothic Neo"/>
                <a:cs typeface="Apple SD Gothic Neo"/>
              </a:defRPr>
            </a:defPPr>
            <a:lvl1pPr>
              <a:defRPr sz="2025" b="0">
                <a:solidFill>
                  <a:srgbClr val="182942"/>
                </a:solidFill>
                <a:latin typeface="Apple SD Gothic Neo"/>
                <a:ea typeface="Apple SD Gothic Neo"/>
                <a:cs typeface="Apple SD Gothic Neo"/>
              </a:defRPr>
            </a:lvl1pPr>
            <a:lvl2pPr>
              <a:defRPr sz="2025" b="0">
                <a:solidFill>
                  <a:srgbClr val="182942"/>
                </a:solidFill>
                <a:latin typeface="Apple SD Gothic Neo"/>
                <a:ea typeface="Apple SD Gothic Neo"/>
                <a:cs typeface="Apple SD Gothic Neo"/>
              </a:defRPr>
            </a:lvl2pPr>
            <a:lvl3pPr>
              <a:defRPr sz="2025" b="0">
                <a:solidFill>
                  <a:srgbClr val="182942"/>
                </a:solidFill>
                <a:latin typeface="Apple SD Gothic Neo"/>
                <a:ea typeface="Apple SD Gothic Neo"/>
                <a:cs typeface="Apple SD Gothic Neo"/>
              </a:defRPr>
            </a:lvl3pPr>
            <a:lvl4pPr>
              <a:defRPr sz="2025" b="0">
                <a:solidFill>
                  <a:srgbClr val="182942"/>
                </a:solidFill>
                <a:latin typeface="Apple SD Gothic Neo"/>
                <a:ea typeface="Apple SD Gothic Neo"/>
                <a:cs typeface="Apple SD Gothic Neo"/>
              </a:defRPr>
            </a:lvl4pPr>
            <a:lvl5pPr>
              <a:defRPr sz="2025" b="0">
                <a:solidFill>
                  <a:srgbClr val="182942"/>
                </a:solidFill>
                <a:latin typeface="Apple SD Gothic Neo"/>
                <a:ea typeface="Apple SD Gothic Neo"/>
                <a:cs typeface="Apple SD Gothic Neo"/>
              </a:defRPr>
            </a:lvl5pPr>
            <a:lvl6pPr>
              <a:defRPr sz="2025" b="0">
                <a:solidFill>
                  <a:srgbClr val="182942"/>
                </a:solidFill>
                <a:latin typeface="Apple SD Gothic Neo"/>
                <a:ea typeface="Apple SD Gothic Neo"/>
                <a:cs typeface="Apple SD Gothic Neo"/>
              </a:defRPr>
            </a:lvl6pPr>
            <a:lvl7pPr>
              <a:defRPr sz="2025" b="0">
                <a:solidFill>
                  <a:srgbClr val="182942"/>
                </a:solidFill>
                <a:latin typeface="Apple SD Gothic Neo"/>
                <a:ea typeface="Apple SD Gothic Neo"/>
                <a:cs typeface="Apple SD Gothic Neo"/>
              </a:defRPr>
            </a:lvl7pPr>
            <a:lvl8pPr>
              <a:defRPr sz="2025" b="0">
                <a:solidFill>
                  <a:srgbClr val="182942"/>
                </a:solidFill>
                <a:latin typeface="Apple SD Gothic Neo"/>
                <a:ea typeface="Apple SD Gothic Neo"/>
                <a:cs typeface="Apple SD Gothic Neo"/>
              </a:defRPr>
            </a:lvl8pPr>
            <a:lvl9pPr>
              <a:defRPr sz="2025" b="0">
                <a:solidFill>
                  <a:srgbClr val="182942"/>
                </a:solidFill>
                <a:latin typeface="Apple SD Gothic Neo"/>
                <a:ea typeface="Apple SD Gothic Neo"/>
                <a:cs typeface="Apple SD Gothic Neo"/>
              </a:defRPr>
            </a:lvl9pPr>
          </a:lstStyle>
          <a:p xmlns:a="http://schemas.openxmlformats.org/drawingml/2006/main">
            <a:pPr>
              <a:defRPr sz="2025" b="0">
                <a:solidFill>
                  <a:srgbClr val="182942"/>
                </a:solidFill>
                <a:latin typeface="Apple SD Gothic Neo"/>
                <a:ea typeface="Apple SD Gothic Neo"/>
                <a:cs typeface="Apple SD Gothic Neo"/>
              </a:defRPr>
            </a:pPr>
            <a:r>
              <a:rPr sz="2025" b="0">
                <a:solidFill>
                  <a:srgbClr val="182942"/>
                </a:solidFill>
                <a:latin typeface="Apple SD Gothic Neo"/>
                <a:ea typeface="Apple SD Gothic Neo"/>
                <a:cs typeface="Apple SD Gothic Neo"/>
              </a:rPr>
              <a:t>증상·오류 없음 보존</a:t>
            </a:r>
          </a:p>
          <a:p xmlns:a="http://schemas.openxmlformats.org/drawingml/2006/main">
            <a:pPr>
              <a:defRPr sz="2025" b="0">
                <a:solidFill>
                  <a:srgbClr val="182942"/>
                </a:solidFill>
                <a:latin typeface="Apple SD Gothic Neo"/>
                <a:ea typeface="Apple SD Gothic Neo"/>
                <a:cs typeface="Apple SD Gothic Neo"/>
              </a:defRPr>
            </a:pPr>
            <a:r>
              <a:rPr sz="2025" b="0">
                <a:solidFill>
                  <a:srgbClr val="182942"/>
                </a:solidFill>
                <a:latin typeface="Apple SD Gothic Neo"/>
                <a:ea typeface="Apple SD Gothic Neo"/>
                <a:cs typeface="Apple SD Gothic Neo"/>
              </a:rPr>
              <a:t>시각·환경 추가 확인</a:t>
            </a:r>
          </a:p>
        </p:txBody>
      </p:sp>
      <p:sp>
        <p:nvSpPr>
          <p:cNvPr id="12" name="">
            <a:extLst xmlns:a="http://schemas.openxmlformats.org/drawingml/2006/main">
              <a:ext uri="{FF2B5EF4-FFF2-40B4-BE49-F238E27FC236}">
                <a16:creationId xmlns:a16="http://schemas.microsoft.com/office/drawing/2014/main" id="{9D4E9B55-D260-4BD2-854B-1FD79D50673A}"/>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실제 화면 부분 확대 · fake 생성 모델의 흐름 비교 · 전체 원본 화면과 촬영 조건 별도 보관</a:t>
            </a:r>
          </a:p>
        </p:txBody>
      </p:sp>
    </p:spTree>
    <p:extLst>
      <p:ext uri="{BB962C8B-B14F-4D97-AF65-F5344CB8AC3E}">
        <p14:creationId xmlns:p14="http://schemas.microsoft.com/office/powerpoint/2010/main" val="767848459"/>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4A8A89-C02C-4991-8DCF-BD83074A5B75}"/>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B61770CA-8666-4C98-B3AB-4C1FABE5491C}"/>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최종 실행: Qwen 답변 + OpenAI 검색</a:t>
            </a:r>
          </a:p>
        </p:txBody>
      </p:sp>
      <p:sp>
        <p:nvSpPr>
          <p:cNvPr id="3" name="">
            <a:extLst xmlns:a="http://schemas.openxmlformats.org/drawingml/2006/main">
              <a:ext uri="{FF2B5EF4-FFF2-40B4-BE49-F238E27FC236}">
                <a16:creationId xmlns:a16="http://schemas.microsoft.com/office/drawing/2014/main" id="{982C2BA6-C1F7-4AF1-B25A-79CDA8755EBF}"/>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합성 문의 한 건 · auth-service 선택 · 실제 생성·검색 호출</a:t>
            </a:r>
          </a:p>
        </p:txBody>
      </p:sp>
      <p:sp>
        <p:nvSpPr>
          <p:cNvPr id="4" name="">
            <a:extLst xmlns:a="http://schemas.openxmlformats.org/drawingml/2006/main">
              <a:ext uri="{FF2B5EF4-FFF2-40B4-BE49-F238E27FC236}">
                <a16:creationId xmlns:a16="http://schemas.microsoft.com/office/drawing/2014/main" id="{097591AE-487E-4056-90F0-0E73D77895C7}"/>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74F72F7F-AB88-4744-BBF6-9F48F71688A2}"/>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11</a:t>
            </a:r>
          </a:p>
        </p:txBody>
      </p:sp>
      <p:pic>
        <p:nvPicPr>
          <p:cNvPr id="6" name="">
            <a:extLst xmlns:a="http://schemas.openxmlformats.org/drawingml/2006/main">
              <a:ext uri="{FF2B5EF4-FFF2-40B4-BE49-F238E27FC236}">
                <a16:creationId xmlns:a16="http://schemas.microsoft.com/office/drawing/2014/main" id="{35B20FDA-9246-4EA7-87E6-2231FD71C2A7}"/>
              </a:ext>
            </a:extLst>
          </p:cNvPr>
          <p:cNvPicPr>
            <a:picLocks xmlns:a="http://schemas.openxmlformats.org/drawingml/2006/main" noChangeAspect="1"/>
          </p:cNvPicPr>
          <p:nvPr/>
        </p:nvPicPr>
        <p:blipFill>
          <a:blip xmlns:r="http://schemas.openxmlformats.org/officeDocument/2006/relationships" xmlns:a="http://schemas.openxmlformats.org/drawingml/2006/main" r:embed="R084037ebb5ea449f"/>
          <a:srcRect xmlns:a="http://schemas.openxmlformats.org/drawingml/2006/main" l="1389" t="44364" r="30556" b="27091"/>
          <a:stretch xmlns:a="http://schemas.openxmlformats.org/drawingml/2006/main"/>
        </p:blipFill>
        <p:spPr>
          <a:xfrm xmlns:a="http://schemas.openxmlformats.org/drawingml/2006/main">
            <a:off x="685800" y="2009775"/>
            <a:ext cx="12344400" cy="39528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ED366FE-3B34-4ACF-80DC-3BC16477E639}"/>
              </a:ext>
            </a:extLst>
          </p:cNvPr>
          <p:cNvSpPr>
            <a:spLocks xmlns:a="http://schemas.openxmlformats.org/drawingml/2006/main" noGrp="1"/>
          </p:cNvSpPr>
          <p:nvPr/>
        </p:nvSpPr>
        <p:spPr>
          <a:xfrm xmlns:a="http://schemas.openxmlformats.org/drawingml/2006/main">
            <a:off x="685800" y="61626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3265D5"/>
                </a:solidFill>
                <a:latin typeface="Apple SD Gothic Neo"/>
                <a:ea typeface="Apple SD Gothic Neo"/>
                <a:cs typeface="Apple SD Gothic Neo"/>
              </a:defRPr>
            </a:defPPr>
            <a:lvl1pPr>
              <a:defRPr sz="3225" b="1">
                <a:solidFill>
                  <a:srgbClr val="3265D5"/>
                </a:solidFill>
                <a:latin typeface="Apple SD Gothic Neo"/>
                <a:ea typeface="Apple SD Gothic Neo"/>
                <a:cs typeface="Apple SD Gothic Neo"/>
              </a:defRPr>
            </a:lvl1pPr>
            <a:lvl2pPr>
              <a:defRPr sz="3225" b="1">
                <a:solidFill>
                  <a:srgbClr val="3265D5"/>
                </a:solidFill>
                <a:latin typeface="Apple SD Gothic Neo"/>
                <a:ea typeface="Apple SD Gothic Neo"/>
                <a:cs typeface="Apple SD Gothic Neo"/>
              </a:defRPr>
            </a:lvl2pPr>
            <a:lvl3pPr>
              <a:defRPr sz="3225" b="1">
                <a:solidFill>
                  <a:srgbClr val="3265D5"/>
                </a:solidFill>
                <a:latin typeface="Apple SD Gothic Neo"/>
                <a:ea typeface="Apple SD Gothic Neo"/>
                <a:cs typeface="Apple SD Gothic Neo"/>
              </a:defRPr>
            </a:lvl3pPr>
            <a:lvl4pPr>
              <a:defRPr sz="3225" b="1">
                <a:solidFill>
                  <a:srgbClr val="3265D5"/>
                </a:solidFill>
                <a:latin typeface="Apple SD Gothic Neo"/>
                <a:ea typeface="Apple SD Gothic Neo"/>
                <a:cs typeface="Apple SD Gothic Neo"/>
              </a:defRPr>
            </a:lvl4pPr>
            <a:lvl5pPr>
              <a:defRPr sz="3225" b="1">
                <a:solidFill>
                  <a:srgbClr val="3265D5"/>
                </a:solidFill>
                <a:latin typeface="Apple SD Gothic Neo"/>
                <a:ea typeface="Apple SD Gothic Neo"/>
                <a:cs typeface="Apple SD Gothic Neo"/>
              </a:defRPr>
            </a:lvl5pPr>
            <a:lvl6pPr>
              <a:defRPr sz="3225" b="1">
                <a:solidFill>
                  <a:srgbClr val="3265D5"/>
                </a:solidFill>
                <a:latin typeface="Apple SD Gothic Neo"/>
                <a:ea typeface="Apple SD Gothic Neo"/>
                <a:cs typeface="Apple SD Gothic Neo"/>
              </a:defRPr>
            </a:lvl6pPr>
            <a:lvl7pPr>
              <a:defRPr sz="3225" b="1">
                <a:solidFill>
                  <a:srgbClr val="3265D5"/>
                </a:solidFill>
                <a:latin typeface="Apple SD Gothic Neo"/>
                <a:ea typeface="Apple SD Gothic Neo"/>
                <a:cs typeface="Apple SD Gothic Neo"/>
              </a:defRPr>
            </a:lvl7pPr>
            <a:lvl8pPr>
              <a:defRPr sz="3225" b="1">
                <a:solidFill>
                  <a:srgbClr val="3265D5"/>
                </a:solidFill>
                <a:latin typeface="Apple SD Gothic Neo"/>
                <a:ea typeface="Apple SD Gothic Neo"/>
                <a:cs typeface="Apple SD Gothic Neo"/>
              </a:defRPr>
            </a:lvl8pPr>
            <a:lvl9pPr>
              <a:defRPr sz="3225" b="1">
                <a:solidFill>
                  <a:srgbClr val="3265D5"/>
                </a:solidFill>
                <a:latin typeface="Apple SD Gothic Neo"/>
                <a:ea typeface="Apple SD Gothic Neo"/>
                <a:cs typeface="Apple SD Gothic Neo"/>
              </a:defRPr>
            </a:lvl9pPr>
          </a:lstStyle>
          <a:p xmlns:a="http://schemas.openxmlformats.org/drawingml/2006/main">
            <a:pPr>
              <a:defRPr sz="3225" b="1">
                <a:solidFill>
                  <a:srgbClr val="3265D5"/>
                </a:solidFill>
                <a:latin typeface="Apple SD Gothic Neo"/>
                <a:ea typeface="Apple SD Gothic Neo"/>
                <a:cs typeface="Apple SD Gothic Neo"/>
              </a:defRPr>
            </a:pPr>
            <a:r>
              <a:rPr sz="3225" b="1">
                <a:solidFill>
                  <a:srgbClr val="3265D5"/>
                </a:solidFill>
                <a:latin typeface="Apple SD Gothic Neo"/>
                <a:ea typeface="Apple SD Gothic Neo"/>
                <a:cs typeface="Apple SD Gothic Neo"/>
              </a:rPr>
              <a:t>52.49초</a:t>
            </a:r>
          </a:p>
        </p:txBody>
      </p:sp>
      <p:sp>
        <p:nvSpPr>
          <p:cNvPr id="8" name="">
            <a:extLst xmlns:a="http://schemas.openxmlformats.org/drawingml/2006/main">
              <a:ext uri="{FF2B5EF4-FFF2-40B4-BE49-F238E27FC236}">
                <a16:creationId xmlns:a16="http://schemas.microsoft.com/office/drawing/2014/main" id="{D40B9C40-A27F-440A-AE85-E27B013772FD}"/>
              </a:ext>
            </a:extLst>
          </p:cNvPr>
          <p:cNvSpPr>
            <a:spLocks xmlns:a="http://schemas.openxmlformats.org/drawingml/2006/main" noGrp="1"/>
          </p:cNvSpPr>
          <p:nvPr/>
        </p:nvSpPr>
        <p:spPr>
          <a:xfrm xmlns:a="http://schemas.openxmlformats.org/drawingml/2006/main">
            <a:off x="4572000" y="62674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82942"/>
                </a:solidFill>
                <a:latin typeface="Apple SD Gothic Neo"/>
                <a:ea typeface="Apple SD Gothic Neo"/>
                <a:cs typeface="Apple SD Gothic Neo"/>
              </a:defRPr>
            </a:defPPr>
            <a:lvl1pPr>
              <a:defRPr sz="2175" b="1">
                <a:solidFill>
                  <a:srgbClr val="182942"/>
                </a:solidFill>
                <a:latin typeface="Apple SD Gothic Neo"/>
                <a:ea typeface="Apple SD Gothic Neo"/>
                <a:cs typeface="Apple SD Gothic Neo"/>
              </a:defRPr>
            </a:lvl1pPr>
            <a:lvl2pPr>
              <a:defRPr sz="2175" b="1">
                <a:solidFill>
                  <a:srgbClr val="182942"/>
                </a:solidFill>
                <a:latin typeface="Apple SD Gothic Neo"/>
                <a:ea typeface="Apple SD Gothic Neo"/>
                <a:cs typeface="Apple SD Gothic Neo"/>
              </a:defRPr>
            </a:lvl2pPr>
            <a:lvl3pPr>
              <a:defRPr sz="2175" b="1">
                <a:solidFill>
                  <a:srgbClr val="182942"/>
                </a:solidFill>
                <a:latin typeface="Apple SD Gothic Neo"/>
                <a:ea typeface="Apple SD Gothic Neo"/>
                <a:cs typeface="Apple SD Gothic Neo"/>
              </a:defRPr>
            </a:lvl3pPr>
            <a:lvl4pPr>
              <a:defRPr sz="2175" b="1">
                <a:solidFill>
                  <a:srgbClr val="182942"/>
                </a:solidFill>
                <a:latin typeface="Apple SD Gothic Neo"/>
                <a:ea typeface="Apple SD Gothic Neo"/>
                <a:cs typeface="Apple SD Gothic Neo"/>
              </a:defRPr>
            </a:lvl4pPr>
            <a:lvl5pPr>
              <a:defRPr sz="2175" b="1">
                <a:solidFill>
                  <a:srgbClr val="182942"/>
                </a:solidFill>
                <a:latin typeface="Apple SD Gothic Neo"/>
                <a:ea typeface="Apple SD Gothic Neo"/>
                <a:cs typeface="Apple SD Gothic Neo"/>
              </a:defRPr>
            </a:lvl5pPr>
            <a:lvl6pPr>
              <a:defRPr sz="2175" b="1">
                <a:solidFill>
                  <a:srgbClr val="182942"/>
                </a:solidFill>
                <a:latin typeface="Apple SD Gothic Neo"/>
                <a:ea typeface="Apple SD Gothic Neo"/>
                <a:cs typeface="Apple SD Gothic Neo"/>
              </a:defRPr>
            </a:lvl6pPr>
            <a:lvl7pPr>
              <a:defRPr sz="2175" b="1">
                <a:solidFill>
                  <a:srgbClr val="182942"/>
                </a:solidFill>
                <a:latin typeface="Apple SD Gothic Neo"/>
                <a:ea typeface="Apple SD Gothic Neo"/>
                <a:cs typeface="Apple SD Gothic Neo"/>
              </a:defRPr>
            </a:lvl7pPr>
            <a:lvl8pPr>
              <a:defRPr sz="2175" b="1">
                <a:solidFill>
                  <a:srgbClr val="182942"/>
                </a:solidFill>
                <a:latin typeface="Apple SD Gothic Neo"/>
                <a:ea typeface="Apple SD Gothic Neo"/>
                <a:cs typeface="Apple SD Gothic Neo"/>
              </a:defRPr>
            </a:lvl8pPr>
            <a:lvl9pPr>
              <a:defRPr sz="2175" b="1">
                <a:solidFill>
                  <a:srgbClr val="182942"/>
                </a:solidFill>
                <a:latin typeface="Apple SD Gothic Neo"/>
                <a:ea typeface="Apple SD Gothic Neo"/>
                <a:cs typeface="Apple SD Gothic Neo"/>
              </a:defRPr>
            </a:lvl9pPr>
          </a:lstStyle>
          <a:p xmlns:a="http://schemas.openxmlformats.org/drawingml/2006/main">
            <a:pPr>
              <a:defRPr sz="2175" b="1">
                <a:solidFill>
                  <a:srgbClr val="182942"/>
                </a:solidFill>
                <a:latin typeface="Apple SD Gothic Neo"/>
                <a:ea typeface="Apple SD Gothic Neo"/>
                <a:cs typeface="Apple SD Gothic Neo"/>
              </a:defRPr>
            </a:pPr>
            <a:r>
              <a:rPr sz="2175" b="1">
                <a:solidFill>
                  <a:srgbClr val="182942"/>
                </a:solidFill>
                <a:latin typeface="Apple SD Gothic Neo"/>
                <a:ea typeface="Apple SD Gothic Neo"/>
                <a:cs typeface="Apple SD Gothic Neo"/>
              </a:rPr>
              <a:t>첫 답변 규칙 검증 통과</a:t>
            </a:r>
          </a:p>
        </p:txBody>
      </p:sp>
      <p:sp>
        <p:nvSpPr>
          <p:cNvPr id="9" name="">
            <a:extLst xmlns:a="http://schemas.openxmlformats.org/drawingml/2006/main">
              <a:ext uri="{FF2B5EF4-FFF2-40B4-BE49-F238E27FC236}">
                <a16:creationId xmlns:a16="http://schemas.microsoft.com/office/drawing/2014/main" id="{03EE8766-55E2-4819-B49A-DFD929D71DD7}"/>
              </a:ext>
            </a:extLst>
          </p:cNvPr>
          <p:cNvSpPr>
            <a:spLocks xmlns:a="http://schemas.openxmlformats.org/drawingml/2006/main" noGrp="1"/>
          </p:cNvSpPr>
          <p:nvPr/>
        </p:nvSpPr>
        <p:spPr>
          <a:xfrm xmlns:a="http://schemas.openxmlformats.org/drawingml/2006/main">
            <a:off x="9001125" y="6267450"/>
            <a:ext cx="4048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82942"/>
                </a:solidFill>
                <a:latin typeface="Apple SD Gothic Neo"/>
                <a:ea typeface="Apple SD Gothic Neo"/>
                <a:cs typeface="Apple SD Gothic Neo"/>
              </a:defRPr>
            </a:defPPr>
            <a:lvl1pPr>
              <a:defRPr sz="2025" b="0">
                <a:solidFill>
                  <a:srgbClr val="182942"/>
                </a:solidFill>
                <a:latin typeface="Apple SD Gothic Neo"/>
                <a:ea typeface="Apple SD Gothic Neo"/>
                <a:cs typeface="Apple SD Gothic Neo"/>
              </a:defRPr>
            </a:lvl1pPr>
            <a:lvl2pPr>
              <a:defRPr sz="2025" b="0">
                <a:solidFill>
                  <a:srgbClr val="182942"/>
                </a:solidFill>
                <a:latin typeface="Apple SD Gothic Neo"/>
                <a:ea typeface="Apple SD Gothic Neo"/>
                <a:cs typeface="Apple SD Gothic Neo"/>
              </a:defRPr>
            </a:lvl2pPr>
            <a:lvl3pPr>
              <a:defRPr sz="2025" b="0">
                <a:solidFill>
                  <a:srgbClr val="182942"/>
                </a:solidFill>
                <a:latin typeface="Apple SD Gothic Neo"/>
                <a:ea typeface="Apple SD Gothic Neo"/>
                <a:cs typeface="Apple SD Gothic Neo"/>
              </a:defRPr>
            </a:lvl3pPr>
            <a:lvl4pPr>
              <a:defRPr sz="2025" b="0">
                <a:solidFill>
                  <a:srgbClr val="182942"/>
                </a:solidFill>
                <a:latin typeface="Apple SD Gothic Neo"/>
                <a:ea typeface="Apple SD Gothic Neo"/>
                <a:cs typeface="Apple SD Gothic Neo"/>
              </a:defRPr>
            </a:lvl4pPr>
            <a:lvl5pPr>
              <a:defRPr sz="2025" b="0">
                <a:solidFill>
                  <a:srgbClr val="182942"/>
                </a:solidFill>
                <a:latin typeface="Apple SD Gothic Neo"/>
                <a:ea typeface="Apple SD Gothic Neo"/>
                <a:cs typeface="Apple SD Gothic Neo"/>
              </a:defRPr>
            </a:lvl5pPr>
            <a:lvl6pPr>
              <a:defRPr sz="2025" b="0">
                <a:solidFill>
                  <a:srgbClr val="182942"/>
                </a:solidFill>
                <a:latin typeface="Apple SD Gothic Neo"/>
                <a:ea typeface="Apple SD Gothic Neo"/>
                <a:cs typeface="Apple SD Gothic Neo"/>
              </a:defRPr>
            </a:lvl6pPr>
            <a:lvl7pPr>
              <a:defRPr sz="2025" b="0">
                <a:solidFill>
                  <a:srgbClr val="182942"/>
                </a:solidFill>
                <a:latin typeface="Apple SD Gothic Neo"/>
                <a:ea typeface="Apple SD Gothic Neo"/>
                <a:cs typeface="Apple SD Gothic Neo"/>
              </a:defRPr>
            </a:lvl7pPr>
            <a:lvl8pPr>
              <a:defRPr sz="2025" b="0">
                <a:solidFill>
                  <a:srgbClr val="182942"/>
                </a:solidFill>
                <a:latin typeface="Apple SD Gothic Neo"/>
                <a:ea typeface="Apple SD Gothic Neo"/>
                <a:cs typeface="Apple SD Gothic Neo"/>
              </a:defRPr>
            </a:lvl8pPr>
            <a:lvl9pPr>
              <a:defRPr sz="2025" b="0">
                <a:solidFill>
                  <a:srgbClr val="182942"/>
                </a:solidFill>
                <a:latin typeface="Apple SD Gothic Neo"/>
                <a:ea typeface="Apple SD Gothic Neo"/>
                <a:cs typeface="Apple SD Gothic Neo"/>
              </a:defRPr>
            </a:lvl9pPr>
          </a:lstStyle>
          <a:p xmlns:a="http://schemas.openxmlformats.org/drawingml/2006/main">
            <a:pPr>
              <a:defRPr sz="2025" b="0">
                <a:solidFill>
                  <a:srgbClr val="182942"/>
                </a:solidFill>
                <a:latin typeface="Apple SD Gothic Neo"/>
                <a:ea typeface="Apple SD Gothic Neo"/>
                <a:cs typeface="Apple SD Gothic Neo"/>
              </a:defRPr>
            </a:pPr>
            <a:r>
              <a:rPr sz="2025" b="0">
                <a:solidFill>
                  <a:srgbClr val="182942"/>
                </a:solidFill>
                <a:latin typeface="Apple SD Gothic Neo"/>
                <a:ea typeface="Apple SD Gothic Neo"/>
                <a:cs typeface="Apple SD Gothic Neo"/>
              </a:rPr>
              <a:t>새로고침 후 동일 답변 복원</a:t>
            </a:r>
          </a:p>
        </p:txBody>
      </p:sp>
      <p:sp>
        <p:nvSpPr>
          <p:cNvPr id="10" name="">
            <a:extLst xmlns:a="http://schemas.openxmlformats.org/drawingml/2006/main">
              <a:ext uri="{FF2B5EF4-FFF2-40B4-BE49-F238E27FC236}">
                <a16:creationId xmlns:a16="http://schemas.microsoft.com/office/drawing/2014/main" id="{294DA16A-B2F9-42B2-B1C0-27BF8CB66FB4}"/>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실제 답변 영역 확대 · 시간은 화면 요청부터 완료까지 1건 관측 · 진단 정확도를 뜻하지 않음</a:t>
            </a:r>
          </a:p>
        </p:txBody>
      </p:sp>
    </p:spTree>
    <p:extLst>
      <p:ext uri="{BB962C8B-B14F-4D97-AF65-F5344CB8AC3E}">
        <p14:creationId xmlns:p14="http://schemas.microsoft.com/office/powerpoint/2010/main" val="1665642355"/>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751B6A8-2D39-45BA-AEDC-AB565ADD8641}"/>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B8EA8F44-CB27-4346-AE54-29D4EB222A3C}"/>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관리자 조회: 같은 접수에서 원문과 근거 확인</a:t>
            </a:r>
          </a:p>
        </p:txBody>
      </p:sp>
      <p:sp>
        <p:nvSpPr>
          <p:cNvPr id="3" name="">
            <a:extLst xmlns:a="http://schemas.openxmlformats.org/drawingml/2006/main">
              <a:ext uri="{FF2B5EF4-FFF2-40B4-BE49-F238E27FC236}">
                <a16:creationId xmlns:a16="http://schemas.microsoft.com/office/drawing/2014/main" id="{8D8D9892-E0F6-4BE9-BFBC-E1D7243E42CE}"/>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답변 저장 상태, 사용자 정보, 샘플 관측과 문서를 연결해서 보여준다</a:t>
            </a:r>
          </a:p>
        </p:txBody>
      </p:sp>
      <p:sp>
        <p:nvSpPr>
          <p:cNvPr id="4" name="">
            <a:extLst xmlns:a="http://schemas.openxmlformats.org/drawingml/2006/main">
              <a:ext uri="{FF2B5EF4-FFF2-40B4-BE49-F238E27FC236}">
                <a16:creationId xmlns:a16="http://schemas.microsoft.com/office/drawing/2014/main" id="{CACD9EAE-361B-492A-B96A-0992E76FE39C}"/>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A92186DB-268E-4D6E-92DD-F4D9013922A5}"/>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12</a:t>
            </a:r>
          </a:p>
        </p:txBody>
      </p:sp>
      <p:sp>
        <p:nvSpPr>
          <p:cNvPr id="6" name="">
            <a:extLst xmlns:a="http://schemas.openxmlformats.org/drawingml/2006/main">
              <a:ext uri="{FF2B5EF4-FFF2-40B4-BE49-F238E27FC236}">
                <a16:creationId xmlns:a16="http://schemas.microsoft.com/office/drawing/2014/main" id="{F1E0AE94-3FF3-4FB0-A01C-67882F5DBE44}"/>
              </a:ext>
            </a:extLst>
          </p:cNvPr>
          <p:cNvSpPr>
            <a:spLocks xmlns:a="http://schemas.openxmlformats.org/drawingml/2006/main" noGrp="1"/>
          </p:cNvSpPr>
          <p:nvPr/>
        </p:nvSpPr>
        <p:spPr>
          <a:xfrm xmlns:a="http://schemas.openxmlformats.org/drawingml/2006/main">
            <a:off x="685800" y="2047875"/>
            <a:ext cx="1234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3265D5"/>
                </a:solidFill>
                <a:latin typeface="Apple SD Gothic Neo"/>
                <a:ea typeface="Apple SD Gothic Neo"/>
                <a:cs typeface="Apple SD Gothic Neo"/>
              </a:defRPr>
            </a:defPPr>
            <a:lvl1pPr>
              <a:defRPr sz="2175" b="1">
                <a:solidFill>
                  <a:srgbClr val="3265D5"/>
                </a:solidFill>
                <a:latin typeface="Apple SD Gothic Neo"/>
                <a:ea typeface="Apple SD Gothic Neo"/>
                <a:cs typeface="Apple SD Gothic Neo"/>
              </a:defRPr>
            </a:lvl1pPr>
            <a:lvl2pPr>
              <a:defRPr sz="2175" b="1">
                <a:solidFill>
                  <a:srgbClr val="3265D5"/>
                </a:solidFill>
                <a:latin typeface="Apple SD Gothic Neo"/>
                <a:ea typeface="Apple SD Gothic Neo"/>
                <a:cs typeface="Apple SD Gothic Neo"/>
              </a:defRPr>
            </a:lvl2pPr>
            <a:lvl3pPr>
              <a:defRPr sz="2175" b="1">
                <a:solidFill>
                  <a:srgbClr val="3265D5"/>
                </a:solidFill>
                <a:latin typeface="Apple SD Gothic Neo"/>
                <a:ea typeface="Apple SD Gothic Neo"/>
                <a:cs typeface="Apple SD Gothic Neo"/>
              </a:defRPr>
            </a:lvl3pPr>
            <a:lvl4pPr>
              <a:defRPr sz="2175" b="1">
                <a:solidFill>
                  <a:srgbClr val="3265D5"/>
                </a:solidFill>
                <a:latin typeface="Apple SD Gothic Neo"/>
                <a:ea typeface="Apple SD Gothic Neo"/>
                <a:cs typeface="Apple SD Gothic Neo"/>
              </a:defRPr>
            </a:lvl4pPr>
            <a:lvl5pPr>
              <a:defRPr sz="2175" b="1">
                <a:solidFill>
                  <a:srgbClr val="3265D5"/>
                </a:solidFill>
                <a:latin typeface="Apple SD Gothic Neo"/>
                <a:ea typeface="Apple SD Gothic Neo"/>
                <a:cs typeface="Apple SD Gothic Neo"/>
              </a:defRPr>
            </a:lvl5pPr>
            <a:lvl6pPr>
              <a:defRPr sz="2175" b="1">
                <a:solidFill>
                  <a:srgbClr val="3265D5"/>
                </a:solidFill>
                <a:latin typeface="Apple SD Gothic Neo"/>
                <a:ea typeface="Apple SD Gothic Neo"/>
                <a:cs typeface="Apple SD Gothic Neo"/>
              </a:defRPr>
            </a:lvl6pPr>
            <a:lvl7pPr>
              <a:defRPr sz="2175" b="1">
                <a:solidFill>
                  <a:srgbClr val="3265D5"/>
                </a:solidFill>
                <a:latin typeface="Apple SD Gothic Neo"/>
                <a:ea typeface="Apple SD Gothic Neo"/>
                <a:cs typeface="Apple SD Gothic Neo"/>
              </a:defRPr>
            </a:lvl7pPr>
            <a:lvl8pPr>
              <a:defRPr sz="2175" b="1">
                <a:solidFill>
                  <a:srgbClr val="3265D5"/>
                </a:solidFill>
                <a:latin typeface="Apple SD Gothic Neo"/>
                <a:ea typeface="Apple SD Gothic Neo"/>
                <a:cs typeface="Apple SD Gothic Neo"/>
              </a:defRPr>
            </a:lvl8pPr>
            <a:lvl9pPr>
              <a:defRPr sz="2175" b="1">
                <a:solidFill>
                  <a:srgbClr val="3265D5"/>
                </a:solidFill>
                <a:latin typeface="Apple SD Gothic Neo"/>
                <a:ea typeface="Apple SD Gothic Neo"/>
                <a:cs typeface="Apple SD Gothic Neo"/>
              </a:defRPr>
            </a:lvl9pPr>
          </a:lstStyle>
          <a:p xmlns:a="http://schemas.openxmlformats.org/drawingml/2006/main">
            <a:pPr>
              <a:defRPr sz="2175" b="1">
                <a:solidFill>
                  <a:srgbClr val="3265D5"/>
                </a:solidFill>
                <a:latin typeface="Apple SD Gothic Neo"/>
                <a:ea typeface="Apple SD Gothic Neo"/>
                <a:cs typeface="Apple SD Gothic Neo"/>
              </a:defRPr>
            </a:pPr>
            <a:r>
              <a:rPr sz="2175" b="1">
                <a:solidFill>
                  <a:srgbClr val="3265D5"/>
                </a:solidFill>
                <a:latin typeface="Apple SD Gothic Neo"/>
                <a:ea typeface="Apple SD Gothic Neo"/>
                <a:cs typeface="Apple SD Gothic Neo"/>
              </a:rPr>
              <a:t>실제 관리자 상세 화면 · 점검과 검증 영역</a:t>
            </a:r>
          </a:p>
        </p:txBody>
      </p:sp>
      <p:pic>
        <p:nvPicPr>
          <p:cNvPr id="7" name="">
            <a:extLst xmlns:a="http://schemas.openxmlformats.org/drawingml/2006/main">
              <a:ext uri="{FF2B5EF4-FFF2-40B4-BE49-F238E27FC236}">
                <a16:creationId xmlns:a16="http://schemas.microsoft.com/office/drawing/2014/main" id="{B62850AC-FE93-4401-B127-B87399979963}"/>
              </a:ext>
            </a:extLst>
          </p:cNvPr>
          <p:cNvPicPr>
            <a:picLocks xmlns:a="http://schemas.openxmlformats.org/drawingml/2006/main" noChangeAspect="1"/>
          </p:cNvPicPr>
          <p:nvPr/>
        </p:nvPicPr>
        <p:blipFill>
          <a:blip xmlns:r="http://schemas.openxmlformats.org/officeDocument/2006/relationships" xmlns:a="http://schemas.openxmlformats.org/drawingml/2006/main" r:embed="R50cd8be5b0de4280"/>
          <a:stretch xmlns:a="http://schemas.openxmlformats.org/drawingml/2006/main"/>
        </p:blipFill>
        <p:spPr>
          <a:xfrm xmlns:a="http://schemas.openxmlformats.org/drawingml/2006/main">
            <a:off x="685800" y="2673134"/>
            <a:ext cx="5905500" cy="3159557"/>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F801F41C-14D8-4B32-8399-8BE4C37FFF0A}"/>
              </a:ext>
            </a:extLst>
          </p:cNvPr>
          <p:cNvPicPr>
            <a:picLocks xmlns:a="http://schemas.openxmlformats.org/drawingml/2006/main" noChangeAspect="1"/>
          </p:cNvPicPr>
          <p:nvPr/>
        </p:nvPicPr>
        <p:blipFill>
          <a:blip xmlns:r="http://schemas.openxmlformats.org/officeDocument/2006/relationships" xmlns:a="http://schemas.openxmlformats.org/drawingml/2006/main" r:embed="R1bff9dcb94134519"/>
          <a:stretch xmlns:a="http://schemas.openxmlformats.org/drawingml/2006/main"/>
        </p:blipFill>
        <p:spPr>
          <a:xfrm xmlns:a="http://schemas.openxmlformats.org/drawingml/2006/main">
            <a:off x="7124700" y="2673134"/>
            <a:ext cx="5905500" cy="315955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24F0BAF3-A2B2-4834-9916-BF74750D9D72}"/>
              </a:ext>
            </a:extLst>
          </p:cNvPr>
          <p:cNvSpPr>
            <a:spLocks xmlns:a="http://schemas.openxmlformats.org/drawingml/2006/main" noGrp="1"/>
          </p:cNvSpPr>
          <p:nvPr/>
        </p:nvSpPr>
        <p:spPr>
          <a:xfrm xmlns:a="http://schemas.openxmlformats.org/drawingml/2006/main">
            <a:off x="685800" y="6238875"/>
            <a:ext cx="1234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82942"/>
                </a:solidFill>
                <a:latin typeface="Apple SD Gothic Neo"/>
                <a:ea typeface="Apple SD Gothic Neo"/>
                <a:cs typeface="Apple SD Gothic Neo"/>
              </a:defRPr>
            </a:defPPr>
            <a:lvl1pPr>
              <a:defRPr sz="2250" b="1">
                <a:solidFill>
                  <a:srgbClr val="182942"/>
                </a:solidFill>
                <a:latin typeface="Apple SD Gothic Neo"/>
                <a:ea typeface="Apple SD Gothic Neo"/>
                <a:cs typeface="Apple SD Gothic Neo"/>
              </a:defRPr>
            </a:lvl1pPr>
            <a:lvl2pPr>
              <a:defRPr sz="2250" b="1">
                <a:solidFill>
                  <a:srgbClr val="182942"/>
                </a:solidFill>
                <a:latin typeface="Apple SD Gothic Neo"/>
                <a:ea typeface="Apple SD Gothic Neo"/>
                <a:cs typeface="Apple SD Gothic Neo"/>
              </a:defRPr>
            </a:lvl2pPr>
            <a:lvl3pPr>
              <a:defRPr sz="2250" b="1">
                <a:solidFill>
                  <a:srgbClr val="182942"/>
                </a:solidFill>
                <a:latin typeface="Apple SD Gothic Neo"/>
                <a:ea typeface="Apple SD Gothic Neo"/>
                <a:cs typeface="Apple SD Gothic Neo"/>
              </a:defRPr>
            </a:lvl3pPr>
            <a:lvl4pPr>
              <a:defRPr sz="2250" b="1">
                <a:solidFill>
                  <a:srgbClr val="182942"/>
                </a:solidFill>
                <a:latin typeface="Apple SD Gothic Neo"/>
                <a:ea typeface="Apple SD Gothic Neo"/>
                <a:cs typeface="Apple SD Gothic Neo"/>
              </a:defRPr>
            </a:lvl4pPr>
            <a:lvl5pPr>
              <a:defRPr sz="2250" b="1">
                <a:solidFill>
                  <a:srgbClr val="182942"/>
                </a:solidFill>
                <a:latin typeface="Apple SD Gothic Neo"/>
                <a:ea typeface="Apple SD Gothic Neo"/>
                <a:cs typeface="Apple SD Gothic Neo"/>
              </a:defRPr>
            </a:lvl5pPr>
            <a:lvl6pPr>
              <a:defRPr sz="2250" b="1">
                <a:solidFill>
                  <a:srgbClr val="182942"/>
                </a:solidFill>
                <a:latin typeface="Apple SD Gothic Neo"/>
                <a:ea typeface="Apple SD Gothic Neo"/>
                <a:cs typeface="Apple SD Gothic Neo"/>
              </a:defRPr>
            </a:lvl6pPr>
            <a:lvl7pPr>
              <a:defRPr sz="2250" b="1">
                <a:solidFill>
                  <a:srgbClr val="182942"/>
                </a:solidFill>
                <a:latin typeface="Apple SD Gothic Neo"/>
                <a:ea typeface="Apple SD Gothic Neo"/>
                <a:cs typeface="Apple SD Gothic Neo"/>
              </a:defRPr>
            </a:lvl7pPr>
            <a:lvl8pPr>
              <a:defRPr sz="2250" b="1">
                <a:solidFill>
                  <a:srgbClr val="182942"/>
                </a:solidFill>
                <a:latin typeface="Apple SD Gothic Neo"/>
                <a:ea typeface="Apple SD Gothic Neo"/>
                <a:cs typeface="Apple SD Gothic Neo"/>
              </a:defRPr>
            </a:lvl8pPr>
            <a:lvl9pPr>
              <a:defRPr sz="2250" b="1">
                <a:solidFill>
                  <a:srgbClr val="182942"/>
                </a:solidFill>
                <a:latin typeface="Apple SD Gothic Neo"/>
                <a:ea typeface="Apple SD Gothic Neo"/>
                <a:cs typeface="Apple SD Gothic Neo"/>
              </a:defRPr>
            </a:lvl9pPr>
          </a:lstStyle>
          <a:p xmlns:a="http://schemas.openxmlformats.org/drawingml/2006/main">
            <a:pPr>
              <a:defRPr sz="2250" b="1">
                <a:solidFill>
                  <a:srgbClr val="182942"/>
                </a:solidFill>
                <a:latin typeface="Apple SD Gothic Neo"/>
                <a:ea typeface="Apple SD Gothic Neo"/>
                <a:cs typeface="Apple SD Gothic Neo"/>
              </a:defRPr>
            </a:pPr>
            <a:r>
              <a:rPr sz="2250" b="1">
                <a:solidFill>
                  <a:srgbClr val="182942"/>
                </a:solidFill>
                <a:latin typeface="Apple SD Gothic Neo"/>
                <a:ea typeface="Apple SD Gothic Neo"/>
                <a:cs typeface="Apple SD Gothic Neo"/>
              </a:rPr>
              <a:t>문의 ID로 원문·답변·문서·처리 이력 연결</a:t>
            </a:r>
          </a:p>
        </p:txBody>
      </p:sp>
      <p:sp>
        <p:nvSpPr>
          <p:cNvPr id="10" name="">
            <a:extLst xmlns:a="http://schemas.openxmlformats.org/drawingml/2006/main">
              <a:ext uri="{FF2B5EF4-FFF2-40B4-BE49-F238E27FC236}">
                <a16:creationId xmlns:a16="http://schemas.microsoft.com/office/drawing/2014/main" id="{813B1ADA-6B21-4E68-A4BC-B259321D645A}"/>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답변 저장은 장애 복구 완료가 아님 · 현재 로컬 시연용 · 로그인·관리자 권한 미적용</a:t>
            </a:r>
          </a:p>
        </p:txBody>
      </p:sp>
    </p:spTree>
    <p:extLst>
      <p:ext uri="{BB962C8B-B14F-4D97-AF65-F5344CB8AC3E}">
        <p14:creationId xmlns:p14="http://schemas.microsoft.com/office/powerpoint/2010/main" val="352235188"/>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EFE4B9-E2EC-4769-9495-2208CA33920B}"/>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93D3F493-AF81-4C5C-8B70-FFF65000C9D2}"/>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사용한 기술과 기능별 모듈</a:t>
            </a:r>
          </a:p>
        </p:txBody>
      </p:sp>
      <p:sp>
        <p:nvSpPr>
          <p:cNvPr id="3" name="">
            <a:extLst xmlns:a="http://schemas.openxmlformats.org/drawingml/2006/main">
              <a:ext uri="{FF2B5EF4-FFF2-40B4-BE49-F238E27FC236}">
                <a16:creationId xmlns:a16="http://schemas.microsoft.com/office/drawing/2014/main" id="{EF805A17-F7C2-4631-86EE-4040F034ED3A}"/>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기존 의존성 주입 구조를 활용해 검색기·저장소·모델을 교체할 수 있도록 확장</a:t>
            </a:r>
          </a:p>
        </p:txBody>
      </p:sp>
      <p:sp>
        <p:nvSpPr>
          <p:cNvPr id="4" name="">
            <a:extLst xmlns:a="http://schemas.openxmlformats.org/drawingml/2006/main">
              <a:ext uri="{FF2B5EF4-FFF2-40B4-BE49-F238E27FC236}">
                <a16:creationId xmlns:a16="http://schemas.microsoft.com/office/drawing/2014/main" id="{4141BCD5-D9B1-464B-B6BD-4F79BE27C22C}"/>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A01B0A56-9E74-47C9-8AE5-8A8AF8B3B3FA}"/>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13</a:t>
            </a:r>
          </a:p>
        </p:txBody>
      </p:sp>
      <p:graphicFrame>
        <p:nvGraphicFramePr>
          <p:cNvPr id="6" name="">
            <a:extLst xmlns:a="http://schemas.openxmlformats.org/drawingml/2006/main">
              <a:ext uri="{FF2B5EF4-FFF2-40B4-BE49-F238E27FC236}">
                <a16:creationId xmlns:a16="http://schemas.microsoft.com/office/drawing/2014/main" id="{73A346EB-5DCF-4095-84DB-4AB0F6731509}"/>
              </a:ext>
            </a:extLst>
          </p:cNvPr>
          <p:cNvGraphicFramePr/>
          <p:nvPr/>
        </p:nvGraphicFramePr>
        <p:xfrm>
          <a:off xmlns:a="http://schemas.openxmlformats.org/drawingml/2006/main" x="685800" y="2047875"/>
          <a:ext xmlns:a="http://schemas.openxmlformats.org/drawingml/2006/main" cx="12344400" cy="4381500"/>
        </p:xfrm>
        <a:graphic xmlns:a="http://schemas.openxmlformats.org/drawingml/2006/main">
          <a:graphicData uri="http://schemas.openxmlformats.org/drawingml/2006/table">
            <a:tbl>
              <a:tblPr/>
              <a:tblGrid>
                <a:gridCol w="3143250"/>
                <a:gridCol w="4572000"/>
                <a:gridCol w="4629150"/>
              </a:tblGrid>
              <a:tr h="547688">
                <a:tc>
                  <a:txBody>
                    <a:bodyPr/>
                    <a:lstStyle/>
                    <a:p>
                      <a:r>
                        <a:rPr sz="1725" b="1">
                          <a:solidFill>
                            <a:srgbClr val="3265D5"/>
                          </a:solidFill>
                          <a:latin typeface="Apple SD Gothic Neo"/>
                          <a:ea typeface="Apple SD Gothic Neo"/>
                          <a:cs typeface="Apple SD Gothic Neo"/>
                        </a:rPr>
                        <a:t>기술·역할</a:t>
                      </a:r>
                    </a:p>
                  </a:txBody>
                  <a:tcPr marL="171450" marR="152400" marT="123825" marB="95250">
                    <a:lnL w="9525">
                      <a:solidFill>
                        <a:srgbClr val="D5DDEA"/>
                      </a:solidFill>
                      <a:prstDash val="solid"/>
                    </a:lnL>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725" b="1">
                          <a:solidFill>
                            <a:srgbClr val="3265D5"/>
                          </a:solidFill>
                          <a:latin typeface="Apple SD Gothic Neo"/>
                          <a:ea typeface="Apple SD Gothic Neo"/>
                          <a:cs typeface="Apple SD Gothic Neo"/>
                        </a:rPr>
                        <a:t>관련 파일</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725" b="1">
                          <a:solidFill>
                            <a:srgbClr val="3265D5"/>
                          </a:solidFill>
                          <a:latin typeface="Apple SD Gothic Neo"/>
                          <a:ea typeface="Apple SD Gothic Neo"/>
                          <a:cs typeface="Apple SD Gothic Neo"/>
                        </a:rPr>
                        <a:t>이번 반영</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r>
              <a:tr h="547688">
                <a:tc>
                  <a:txBody>
                    <a:bodyPr/>
                    <a:lstStyle/>
                    <a:p>
                      <a:r>
                        <a:rPr sz="1725">
                          <a:solidFill>
                            <a:srgbClr val="182942"/>
                          </a:solidFill>
                          <a:latin typeface="Apple SD Gothic Neo"/>
                          <a:ea typeface="Apple SD Gothic Neo"/>
                          <a:cs typeface="Apple SD Gothic Neo"/>
                        </a:rPr>
                        <a:t>LangGraph · 흐름 제어</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agent/graph.py</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접수 → 점검 → 검색 → 검증 연결</a:t>
                      </a:r>
                    </a:p>
                  </a:txBody>
                  <a:tcPr marL="171450" marR="152400" marT="123825" marB="95250">
                    <a:lnR w="9525">
                      <a:solidFill>
                        <a:srgbClr val="D5DDEA"/>
                      </a:solidFill>
                      <a:prstDash val="solid"/>
                    </a:lnR>
                    <a:lnB w="9525">
                      <a:solidFill>
                        <a:srgbClr val="D5DDEA"/>
                      </a:solidFill>
                      <a:prstDash val="solid"/>
                    </a:lnB>
                    <a:solidFill>
                      <a:srgbClr val="FFFFFF"/>
                    </a:solidFill>
                  </a:tcPr>
                </a:tc>
              </a:tr>
              <a:tr h="547688">
                <a:tc>
                  <a:txBody>
                    <a:bodyPr/>
                    <a:lstStyle/>
                    <a:p>
                      <a:r>
                        <a:rPr sz="1725">
                          <a:solidFill>
                            <a:srgbClr val="182942"/>
                          </a:solidFill>
                          <a:latin typeface="Apple SD Gothic Neo"/>
                          <a:ea typeface="Apple SD Gothic Neo"/>
                          <a:cs typeface="Apple SD Gothic Neo"/>
                        </a:rPr>
                        <a:t>MCP · 외부 도구 호출</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agent/mcp_client.py</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선택 시스템의 샘플 조회</a:t>
                      </a:r>
                    </a:p>
                  </a:txBody>
                  <a:tcPr marL="171450" marR="152400" marT="123825" marB="95250">
                    <a:lnR w="9525">
                      <a:solidFill>
                        <a:srgbClr val="D5DDEA"/>
                      </a:solidFill>
                      <a:prstDash val="solid"/>
                    </a:lnR>
                    <a:lnB w="9525">
                      <a:solidFill>
                        <a:srgbClr val="D5DDEA"/>
                      </a:solidFill>
                      <a:prstDash val="solid"/>
                    </a:lnB>
                    <a:solidFill>
                      <a:srgbClr val="FFFFFF"/>
                    </a:solidFill>
                  </a:tcPr>
                </a:tc>
              </a:tr>
              <a:tr h="547688">
                <a:tc>
                  <a:txBody>
                    <a:bodyPr/>
                    <a:lstStyle/>
                    <a:p>
                      <a:r>
                        <a:rPr sz="1725">
                          <a:solidFill>
                            <a:srgbClr val="182942"/>
                          </a:solidFill>
                          <a:latin typeface="Apple SD Gothic Neo"/>
                          <a:ea typeface="Apple SD Gothic Neo"/>
                          <a:cs typeface="Apple SD Gothic Neo"/>
                        </a:rPr>
                        <a:t>SQLite · 접수 저장</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chat_service.py / inquiry_store.py</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복원·중복 요청·상태 관리</a:t>
                      </a:r>
                    </a:p>
                  </a:txBody>
                  <a:tcPr marL="171450" marR="152400" marT="123825" marB="95250">
                    <a:lnR w="9525">
                      <a:solidFill>
                        <a:srgbClr val="D5DDEA"/>
                      </a:solidFill>
                      <a:prstDash val="solid"/>
                    </a:lnR>
                    <a:lnB w="9525">
                      <a:solidFill>
                        <a:srgbClr val="D5DDEA"/>
                      </a:solidFill>
                      <a:prstDash val="solid"/>
                    </a:lnB>
                    <a:solidFill>
                      <a:srgbClr val="FFFFFF"/>
                    </a:solidFill>
                  </a:tcPr>
                </a:tc>
              </a:tr>
              <a:tr h="547688">
                <a:tc>
                  <a:txBody>
                    <a:bodyPr/>
                    <a:lstStyle/>
                    <a:p>
                      <a:r>
                        <a:rPr sz="1725">
                          <a:solidFill>
                            <a:srgbClr val="182942"/>
                          </a:solidFill>
                          <a:latin typeface="Apple SD Gothic Neo"/>
                          <a:ea typeface="Apple SD Gothic Neo"/>
                          <a:cs typeface="Apple SD Gothic Neo"/>
                        </a:rPr>
                        <a:t>RAG · 공급자 선택</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embeddings.py / retrieval.py</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Ollama·OpenAI 임베딩 분리</a:t>
                      </a:r>
                    </a:p>
                  </a:txBody>
                  <a:tcPr marL="171450" marR="152400" marT="123825" marB="95250">
                    <a:lnR w="9525">
                      <a:solidFill>
                        <a:srgbClr val="D5DDEA"/>
                      </a:solidFill>
                      <a:prstDash val="solid"/>
                    </a:lnR>
                    <a:lnB w="9525">
                      <a:solidFill>
                        <a:srgbClr val="D5DDEA"/>
                      </a:solidFill>
                      <a:prstDash val="solid"/>
                    </a:lnB>
                    <a:solidFill>
                      <a:srgbClr val="FFFFFF"/>
                    </a:solidFill>
                  </a:tcPr>
                </a:tc>
              </a:tr>
              <a:tr h="547688">
                <a:tc>
                  <a:txBody>
                    <a:bodyPr/>
                    <a:lstStyle/>
                    <a:p>
                      <a:r>
                        <a:rPr sz="1725">
                          <a:solidFill>
                            <a:srgbClr val="182942"/>
                          </a:solidFill>
                          <a:latin typeface="Apple SD Gothic Neo"/>
                          <a:ea typeface="Apple SD Gothic Neo"/>
                          <a:cs typeface="Apple SD Gothic Neo"/>
                        </a:rPr>
                        <a:t>생성·검증 모듈</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answer_generation.py / answer_validation.py</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근거 프롬프트·제한된 종료</a:t>
                      </a:r>
                    </a:p>
                  </a:txBody>
                  <a:tcPr marL="171450" marR="152400" marT="123825" marB="95250">
                    <a:lnR w="9525">
                      <a:solidFill>
                        <a:srgbClr val="D5DDEA"/>
                      </a:solidFill>
                      <a:prstDash val="solid"/>
                    </a:lnR>
                    <a:lnB w="9525">
                      <a:solidFill>
                        <a:srgbClr val="D5DDEA"/>
                      </a:solidFill>
                      <a:prstDash val="solid"/>
                    </a:lnB>
                    <a:solidFill>
                      <a:srgbClr val="FFFFFF"/>
                    </a:solidFill>
                  </a:tcPr>
                </a:tc>
              </a:tr>
              <a:tr h="547688">
                <a:tc>
                  <a:txBody>
                    <a:bodyPr/>
                    <a:lstStyle/>
                    <a:p>
                      <a:r>
                        <a:rPr sz="1725">
                          <a:solidFill>
                            <a:srgbClr val="182942"/>
                          </a:solidFill>
                          <a:latin typeface="Apple SD Gothic Neo"/>
                          <a:ea typeface="Apple SD Gothic Neo"/>
                          <a:cs typeface="Apple SD Gothic Neo"/>
                        </a:rPr>
                        <a:t>DI · 단위/통합 검사</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agent/deps.py / tests/</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의존성 교체·핵심 오류 재현</a:t>
                      </a:r>
                    </a:p>
                  </a:txBody>
                  <a:tcPr marL="171450" marR="152400" marT="123825" marB="95250">
                    <a:lnR w="9525">
                      <a:solidFill>
                        <a:srgbClr val="D5DDEA"/>
                      </a:solidFill>
                      <a:prstDash val="solid"/>
                    </a:lnR>
                    <a:lnB w="9525">
                      <a:solidFill>
                        <a:srgbClr val="D5DDEA"/>
                      </a:solidFill>
                      <a:prstDash val="solid"/>
                    </a:lnB>
                    <a:solidFill>
                      <a:srgbClr val="FFFFFF"/>
                    </a:solidFill>
                  </a:tcPr>
                </a:tc>
              </a:tr>
              <a:tr h="547688">
                <a:tc>
                  <a:txBody>
                    <a:bodyPr/>
                    <a:lstStyle/>
                    <a:p>
                      <a:r>
                        <a:rPr sz="1725">
                          <a:solidFill>
                            <a:srgbClr val="182942"/>
                          </a:solidFill>
                          <a:latin typeface="Apple SD Gothic Neo"/>
                          <a:ea typeface="Apple SD Gothic Neo"/>
                          <a:cs typeface="Apple SD Gothic Neo"/>
                        </a:rPr>
                        <a:t>LangSmith · 추적</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observability.py / server.py</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725">
                          <a:solidFill>
                            <a:srgbClr val="182942"/>
                          </a:solidFill>
                          <a:latin typeface="Apple SD Gothic Neo"/>
                          <a:ea typeface="Apple SD Gothic Neo"/>
                          <a:cs typeface="Apple SD Gothic Neo"/>
                        </a:rPr>
                        <a:t>문의·문서·모델·검증 메타데이터</a:t>
                      </a:r>
                    </a:p>
                  </a:txBody>
                  <a:tcPr marL="171450" marR="152400" marT="123825" marB="95250">
                    <a:lnR w="9525">
                      <a:solidFill>
                        <a:srgbClr val="D5DDEA"/>
                      </a:solidFill>
                      <a:prstDash val="solid"/>
                    </a:lnR>
                    <a:lnB w="9525">
                      <a:solidFill>
                        <a:srgbClr val="D5DDEA"/>
                      </a:solidFill>
                      <a:prstDash val="solid"/>
                    </a:lnB>
                    <a:solidFill>
                      <a:srgbClr val="FFFFFF"/>
                    </a:solidFill>
                  </a:tcPr>
                </a:tc>
              </a:tr>
            </a:tbl>
          </a:graphicData>
        </a:graphic>
      </p:graphicFrame>
    </p:spTree>
    <p:extLst>
      <p:ext uri="{BB962C8B-B14F-4D97-AF65-F5344CB8AC3E}">
        <p14:creationId xmlns:p14="http://schemas.microsoft.com/office/powerpoint/2010/main" val="719660986"/>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1100B33-CE03-4AF3-AE9C-12DE754EE7EB}"/>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8200228F-BEEF-40DD-B5E2-27D5967D39E3}"/>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자동 검사와 실제 LangSmith 추적</a:t>
            </a:r>
          </a:p>
        </p:txBody>
      </p:sp>
      <p:sp>
        <p:nvSpPr>
          <p:cNvPr id="3" name="">
            <a:extLst xmlns:a="http://schemas.openxmlformats.org/drawingml/2006/main">
              <a:ext uri="{FF2B5EF4-FFF2-40B4-BE49-F238E27FC236}">
                <a16:creationId xmlns:a16="http://schemas.microsoft.com/office/drawing/2014/main" id="{D6B0AED2-7896-4E20-9F36-2C651D115ECB}"/>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기능 회귀 검사와 실제 모델 실행 기록을 구분해서 확인했다</a:t>
            </a:r>
          </a:p>
        </p:txBody>
      </p:sp>
      <p:sp>
        <p:nvSpPr>
          <p:cNvPr id="4" name="">
            <a:extLst xmlns:a="http://schemas.openxmlformats.org/drawingml/2006/main">
              <a:ext uri="{FF2B5EF4-FFF2-40B4-BE49-F238E27FC236}">
                <a16:creationId xmlns:a16="http://schemas.microsoft.com/office/drawing/2014/main" id="{67C3A69D-4ABD-4A84-9FAB-C0E30D7471DB}"/>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1D488854-2CF9-4F81-84A0-902C5938DE85}"/>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14</a:t>
            </a:r>
          </a:p>
        </p:txBody>
      </p:sp>
      <p:sp>
        <p:nvSpPr>
          <p:cNvPr id="6" name="">
            <a:extLst xmlns:a="http://schemas.openxmlformats.org/drawingml/2006/main">
              <a:ext uri="{FF2B5EF4-FFF2-40B4-BE49-F238E27FC236}">
                <a16:creationId xmlns:a16="http://schemas.microsoft.com/office/drawing/2014/main" id="{67FBE876-E82F-4F71-8A91-E654C89EF6C7}"/>
              </a:ext>
            </a:extLst>
          </p:cNvPr>
          <p:cNvSpPr>
            <a:spLocks xmlns:a="http://schemas.openxmlformats.org/drawingml/2006/main" noGrp="1"/>
          </p:cNvSpPr>
          <p:nvPr/>
        </p:nvSpPr>
        <p:spPr>
          <a:xfrm xmlns:a="http://schemas.openxmlformats.org/drawingml/2006/main">
            <a:off x="685800" y="219075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3265D5"/>
                </a:solidFill>
                <a:latin typeface="Apple SD Gothic Neo"/>
                <a:ea typeface="Apple SD Gothic Neo"/>
                <a:cs typeface="Apple SD Gothic Neo"/>
              </a:defRPr>
            </a:defPPr>
            <a:lvl1pPr>
              <a:defRPr sz="4800" b="1">
                <a:solidFill>
                  <a:srgbClr val="3265D5"/>
                </a:solidFill>
                <a:latin typeface="Apple SD Gothic Neo"/>
                <a:ea typeface="Apple SD Gothic Neo"/>
                <a:cs typeface="Apple SD Gothic Neo"/>
              </a:defRPr>
            </a:lvl1pPr>
            <a:lvl2pPr>
              <a:defRPr sz="4800" b="1">
                <a:solidFill>
                  <a:srgbClr val="3265D5"/>
                </a:solidFill>
                <a:latin typeface="Apple SD Gothic Neo"/>
                <a:ea typeface="Apple SD Gothic Neo"/>
                <a:cs typeface="Apple SD Gothic Neo"/>
              </a:defRPr>
            </a:lvl2pPr>
            <a:lvl3pPr>
              <a:defRPr sz="4800" b="1">
                <a:solidFill>
                  <a:srgbClr val="3265D5"/>
                </a:solidFill>
                <a:latin typeface="Apple SD Gothic Neo"/>
                <a:ea typeface="Apple SD Gothic Neo"/>
                <a:cs typeface="Apple SD Gothic Neo"/>
              </a:defRPr>
            </a:lvl3pPr>
            <a:lvl4pPr>
              <a:defRPr sz="4800" b="1">
                <a:solidFill>
                  <a:srgbClr val="3265D5"/>
                </a:solidFill>
                <a:latin typeface="Apple SD Gothic Neo"/>
                <a:ea typeface="Apple SD Gothic Neo"/>
                <a:cs typeface="Apple SD Gothic Neo"/>
              </a:defRPr>
            </a:lvl4pPr>
            <a:lvl5pPr>
              <a:defRPr sz="4800" b="1">
                <a:solidFill>
                  <a:srgbClr val="3265D5"/>
                </a:solidFill>
                <a:latin typeface="Apple SD Gothic Neo"/>
                <a:ea typeface="Apple SD Gothic Neo"/>
                <a:cs typeface="Apple SD Gothic Neo"/>
              </a:defRPr>
            </a:lvl5pPr>
            <a:lvl6pPr>
              <a:defRPr sz="4800" b="1">
                <a:solidFill>
                  <a:srgbClr val="3265D5"/>
                </a:solidFill>
                <a:latin typeface="Apple SD Gothic Neo"/>
                <a:ea typeface="Apple SD Gothic Neo"/>
                <a:cs typeface="Apple SD Gothic Neo"/>
              </a:defRPr>
            </a:lvl6pPr>
            <a:lvl7pPr>
              <a:defRPr sz="4800" b="1">
                <a:solidFill>
                  <a:srgbClr val="3265D5"/>
                </a:solidFill>
                <a:latin typeface="Apple SD Gothic Neo"/>
                <a:ea typeface="Apple SD Gothic Neo"/>
                <a:cs typeface="Apple SD Gothic Neo"/>
              </a:defRPr>
            </a:lvl7pPr>
            <a:lvl8pPr>
              <a:defRPr sz="4800" b="1">
                <a:solidFill>
                  <a:srgbClr val="3265D5"/>
                </a:solidFill>
                <a:latin typeface="Apple SD Gothic Neo"/>
                <a:ea typeface="Apple SD Gothic Neo"/>
                <a:cs typeface="Apple SD Gothic Neo"/>
              </a:defRPr>
            </a:lvl8pPr>
            <a:lvl9pPr>
              <a:defRPr sz="4800" b="1">
                <a:solidFill>
                  <a:srgbClr val="3265D5"/>
                </a:solidFill>
                <a:latin typeface="Apple SD Gothic Neo"/>
                <a:ea typeface="Apple SD Gothic Neo"/>
                <a:cs typeface="Apple SD Gothic Neo"/>
              </a:defRPr>
            </a:lvl9pPr>
          </a:lstStyle>
          <a:p xmlns:a="http://schemas.openxmlformats.org/drawingml/2006/main">
            <a:pPr>
              <a:defRPr sz="4800" b="1">
                <a:solidFill>
                  <a:srgbClr val="3265D5"/>
                </a:solidFill>
                <a:latin typeface="Apple SD Gothic Neo"/>
                <a:ea typeface="Apple SD Gothic Neo"/>
                <a:cs typeface="Apple SD Gothic Neo"/>
              </a:defRPr>
            </a:pPr>
            <a:r>
              <a:rPr sz="4800" b="1">
                <a:solidFill>
                  <a:srgbClr val="3265D5"/>
                </a:solidFill>
                <a:latin typeface="Apple SD Gothic Neo"/>
                <a:ea typeface="Apple SD Gothic Neo"/>
                <a:cs typeface="Apple SD Gothic Neo"/>
              </a:rPr>
              <a:t>189 + 111</a:t>
            </a:r>
          </a:p>
        </p:txBody>
      </p:sp>
      <p:sp>
        <p:nvSpPr>
          <p:cNvPr id="7" name="">
            <a:extLst xmlns:a="http://schemas.openxmlformats.org/drawingml/2006/main">
              <a:ext uri="{FF2B5EF4-FFF2-40B4-BE49-F238E27FC236}">
                <a16:creationId xmlns:a16="http://schemas.microsoft.com/office/drawing/2014/main" id="{FE4BFB0C-081A-4646-B66D-ACFB27DDC4F6}"/>
              </a:ext>
            </a:extLst>
          </p:cNvPr>
          <p:cNvSpPr>
            <a:spLocks xmlns:a="http://schemas.openxmlformats.org/drawingml/2006/main" noGrp="1"/>
          </p:cNvSpPr>
          <p:nvPr/>
        </p:nvSpPr>
        <p:spPr>
          <a:xfrm xmlns:a="http://schemas.openxmlformats.org/drawingml/2006/main">
            <a:off x="714375" y="3143250"/>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82942"/>
                </a:solidFill>
                <a:latin typeface="Apple SD Gothic Neo"/>
                <a:ea typeface="Apple SD Gothic Neo"/>
                <a:cs typeface="Apple SD Gothic Neo"/>
              </a:defRPr>
            </a:defPPr>
            <a:lvl1pPr>
              <a:defRPr sz="2175" b="1">
                <a:solidFill>
                  <a:srgbClr val="182942"/>
                </a:solidFill>
                <a:latin typeface="Apple SD Gothic Neo"/>
                <a:ea typeface="Apple SD Gothic Neo"/>
                <a:cs typeface="Apple SD Gothic Neo"/>
              </a:defRPr>
            </a:lvl1pPr>
            <a:lvl2pPr>
              <a:defRPr sz="2175" b="1">
                <a:solidFill>
                  <a:srgbClr val="182942"/>
                </a:solidFill>
                <a:latin typeface="Apple SD Gothic Neo"/>
                <a:ea typeface="Apple SD Gothic Neo"/>
                <a:cs typeface="Apple SD Gothic Neo"/>
              </a:defRPr>
            </a:lvl2pPr>
            <a:lvl3pPr>
              <a:defRPr sz="2175" b="1">
                <a:solidFill>
                  <a:srgbClr val="182942"/>
                </a:solidFill>
                <a:latin typeface="Apple SD Gothic Neo"/>
                <a:ea typeface="Apple SD Gothic Neo"/>
                <a:cs typeface="Apple SD Gothic Neo"/>
              </a:defRPr>
            </a:lvl3pPr>
            <a:lvl4pPr>
              <a:defRPr sz="2175" b="1">
                <a:solidFill>
                  <a:srgbClr val="182942"/>
                </a:solidFill>
                <a:latin typeface="Apple SD Gothic Neo"/>
                <a:ea typeface="Apple SD Gothic Neo"/>
                <a:cs typeface="Apple SD Gothic Neo"/>
              </a:defRPr>
            </a:lvl4pPr>
            <a:lvl5pPr>
              <a:defRPr sz="2175" b="1">
                <a:solidFill>
                  <a:srgbClr val="182942"/>
                </a:solidFill>
                <a:latin typeface="Apple SD Gothic Neo"/>
                <a:ea typeface="Apple SD Gothic Neo"/>
                <a:cs typeface="Apple SD Gothic Neo"/>
              </a:defRPr>
            </a:lvl5pPr>
            <a:lvl6pPr>
              <a:defRPr sz="2175" b="1">
                <a:solidFill>
                  <a:srgbClr val="182942"/>
                </a:solidFill>
                <a:latin typeface="Apple SD Gothic Neo"/>
                <a:ea typeface="Apple SD Gothic Neo"/>
                <a:cs typeface="Apple SD Gothic Neo"/>
              </a:defRPr>
            </a:lvl6pPr>
            <a:lvl7pPr>
              <a:defRPr sz="2175" b="1">
                <a:solidFill>
                  <a:srgbClr val="182942"/>
                </a:solidFill>
                <a:latin typeface="Apple SD Gothic Neo"/>
                <a:ea typeface="Apple SD Gothic Neo"/>
                <a:cs typeface="Apple SD Gothic Neo"/>
              </a:defRPr>
            </a:lvl7pPr>
            <a:lvl8pPr>
              <a:defRPr sz="2175" b="1">
                <a:solidFill>
                  <a:srgbClr val="182942"/>
                </a:solidFill>
                <a:latin typeface="Apple SD Gothic Neo"/>
                <a:ea typeface="Apple SD Gothic Neo"/>
                <a:cs typeface="Apple SD Gothic Neo"/>
              </a:defRPr>
            </a:lvl8pPr>
            <a:lvl9pPr>
              <a:defRPr sz="2175" b="1">
                <a:solidFill>
                  <a:srgbClr val="182942"/>
                </a:solidFill>
                <a:latin typeface="Apple SD Gothic Neo"/>
                <a:ea typeface="Apple SD Gothic Neo"/>
                <a:cs typeface="Apple SD Gothic Neo"/>
              </a:defRPr>
            </a:lvl9pPr>
          </a:lstStyle>
          <a:p xmlns:a="http://schemas.openxmlformats.org/drawingml/2006/main">
            <a:pPr>
              <a:defRPr sz="2175" b="1">
                <a:solidFill>
                  <a:srgbClr val="182942"/>
                </a:solidFill>
                <a:latin typeface="Apple SD Gothic Neo"/>
                <a:ea typeface="Apple SD Gothic Neo"/>
                <a:cs typeface="Apple SD Gothic Neo"/>
              </a:defRPr>
            </a:pPr>
            <a:r>
              <a:rPr sz="2175" b="1">
                <a:solidFill>
                  <a:srgbClr val="182942"/>
                </a:solidFill>
                <a:latin typeface="Apple SD Gothic Neo"/>
                <a:ea typeface="Apple SD Gothic Neo"/>
                <a:cs typeface="Apple SD Gothic Neo"/>
              </a:rPr>
              <a:t>테스트 189개 + 하위 검사 111개 통과</a:t>
            </a:r>
          </a:p>
        </p:txBody>
      </p:sp>
      <p:sp>
        <p:nvSpPr>
          <p:cNvPr id="8" name="">
            <a:extLst xmlns:a="http://schemas.openxmlformats.org/drawingml/2006/main">
              <a:ext uri="{FF2B5EF4-FFF2-40B4-BE49-F238E27FC236}">
                <a16:creationId xmlns:a16="http://schemas.microsoft.com/office/drawing/2014/main" id="{83BC3AB0-77D0-4EC2-96DF-961B578E701A}"/>
              </a:ext>
            </a:extLst>
          </p:cNvPr>
          <p:cNvSpPr>
            <a:spLocks xmlns:a="http://schemas.openxmlformats.org/drawingml/2006/main" noGrp="1"/>
          </p:cNvSpPr>
          <p:nvPr/>
        </p:nvSpPr>
        <p:spPr>
          <a:xfrm xmlns:a="http://schemas.openxmlformats.org/drawingml/2006/main">
            <a:off x="714375" y="40481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5B687A"/>
                </a:solidFill>
                <a:latin typeface="Apple SD Gothic Neo"/>
                <a:ea typeface="Apple SD Gothic Neo"/>
                <a:cs typeface="Apple SD Gothic Neo"/>
              </a:defRPr>
            </a:defPPr>
            <a:lvl1pPr>
              <a:defRPr sz="2100" b="0">
                <a:solidFill>
                  <a:srgbClr val="5B687A"/>
                </a:solidFill>
                <a:latin typeface="Apple SD Gothic Neo"/>
                <a:ea typeface="Apple SD Gothic Neo"/>
                <a:cs typeface="Apple SD Gothic Neo"/>
              </a:defRPr>
            </a:lvl1pPr>
            <a:lvl2pPr>
              <a:defRPr sz="2100" b="0">
                <a:solidFill>
                  <a:srgbClr val="5B687A"/>
                </a:solidFill>
                <a:latin typeface="Apple SD Gothic Neo"/>
                <a:ea typeface="Apple SD Gothic Neo"/>
                <a:cs typeface="Apple SD Gothic Neo"/>
              </a:defRPr>
            </a:lvl2pPr>
            <a:lvl3pPr>
              <a:defRPr sz="2100" b="0">
                <a:solidFill>
                  <a:srgbClr val="5B687A"/>
                </a:solidFill>
                <a:latin typeface="Apple SD Gothic Neo"/>
                <a:ea typeface="Apple SD Gothic Neo"/>
                <a:cs typeface="Apple SD Gothic Neo"/>
              </a:defRPr>
            </a:lvl3pPr>
            <a:lvl4pPr>
              <a:defRPr sz="2100" b="0">
                <a:solidFill>
                  <a:srgbClr val="5B687A"/>
                </a:solidFill>
                <a:latin typeface="Apple SD Gothic Neo"/>
                <a:ea typeface="Apple SD Gothic Neo"/>
                <a:cs typeface="Apple SD Gothic Neo"/>
              </a:defRPr>
            </a:lvl4pPr>
            <a:lvl5pPr>
              <a:defRPr sz="2100" b="0">
                <a:solidFill>
                  <a:srgbClr val="5B687A"/>
                </a:solidFill>
                <a:latin typeface="Apple SD Gothic Neo"/>
                <a:ea typeface="Apple SD Gothic Neo"/>
                <a:cs typeface="Apple SD Gothic Neo"/>
              </a:defRPr>
            </a:lvl5pPr>
            <a:lvl6pPr>
              <a:defRPr sz="2100" b="0">
                <a:solidFill>
                  <a:srgbClr val="5B687A"/>
                </a:solidFill>
                <a:latin typeface="Apple SD Gothic Neo"/>
                <a:ea typeface="Apple SD Gothic Neo"/>
                <a:cs typeface="Apple SD Gothic Neo"/>
              </a:defRPr>
            </a:lvl6pPr>
            <a:lvl7pPr>
              <a:defRPr sz="2100" b="0">
                <a:solidFill>
                  <a:srgbClr val="5B687A"/>
                </a:solidFill>
                <a:latin typeface="Apple SD Gothic Neo"/>
                <a:ea typeface="Apple SD Gothic Neo"/>
                <a:cs typeface="Apple SD Gothic Neo"/>
              </a:defRPr>
            </a:lvl7pPr>
            <a:lvl8pPr>
              <a:defRPr sz="2100" b="0">
                <a:solidFill>
                  <a:srgbClr val="5B687A"/>
                </a:solidFill>
                <a:latin typeface="Apple SD Gothic Neo"/>
                <a:ea typeface="Apple SD Gothic Neo"/>
                <a:cs typeface="Apple SD Gothic Neo"/>
              </a:defRPr>
            </a:lvl8pPr>
            <a:lvl9pPr>
              <a:defRPr sz="2100" b="0">
                <a:solidFill>
                  <a:srgbClr val="5B687A"/>
                </a:solidFill>
                <a:latin typeface="Apple SD Gothic Neo"/>
                <a:ea typeface="Apple SD Gothic Neo"/>
                <a:cs typeface="Apple SD Gothic Neo"/>
              </a:defRPr>
            </a:lvl9pPr>
          </a:lstStyle>
          <a:p xmlns:a="http://schemas.openxmlformats.org/drawingml/2006/main">
            <a:pPr>
              <a:defRPr sz="2100" b="0">
                <a:solidFill>
                  <a:srgbClr val="5B687A"/>
                </a:solidFill>
                <a:latin typeface="Apple SD Gothic Neo"/>
                <a:ea typeface="Apple SD Gothic Neo"/>
                <a:cs typeface="Apple SD Gothic Neo"/>
              </a:defRPr>
            </a:pPr>
            <a:r>
              <a:rPr sz="2100" b="0">
                <a:solidFill>
                  <a:srgbClr val="5B687A"/>
                </a:solidFill>
                <a:latin typeface="Apple SD Gothic Neo"/>
                <a:ea typeface="Apple SD Gothic Neo"/>
                <a:cs typeface="Apple SD Gothic Neo"/>
              </a:rPr>
              <a:t>접수 병합 · 중복 요청 · 대상 제한</a:t>
            </a:r>
          </a:p>
          <a:p xmlns:a="http://schemas.openxmlformats.org/drawingml/2006/main">
            <a:pPr>
              <a:defRPr sz="2100" b="0">
                <a:solidFill>
                  <a:srgbClr val="5B687A"/>
                </a:solidFill>
                <a:latin typeface="Apple SD Gothic Neo"/>
                <a:ea typeface="Apple SD Gothic Neo"/>
                <a:cs typeface="Apple SD Gothic Neo"/>
              </a:defRPr>
            </a:pPr>
            <a:r>
              <a:rPr sz="2100" b="0">
                <a:solidFill>
                  <a:srgbClr val="5B687A"/>
                </a:solidFill>
                <a:latin typeface="Apple SD Gothic Neo"/>
                <a:ea typeface="Apple SD Gothic Neo"/>
                <a:cs typeface="Apple SD Gothic Neo"/>
              </a:rPr>
              <a:t>검색 오류 · 잘못된 인용 · 실패 종료</a:t>
            </a:r>
          </a:p>
        </p:txBody>
      </p:sp>
      <p:sp>
        <p:nvSpPr>
          <p:cNvPr id="9" name="">
            <a:extLst xmlns:a="http://schemas.openxmlformats.org/drawingml/2006/main">
              <a:ext uri="{FF2B5EF4-FFF2-40B4-BE49-F238E27FC236}">
                <a16:creationId xmlns:a16="http://schemas.microsoft.com/office/drawing/2014/main" id="{0E2B9F97-7643-440C-A3A7-2F37E6EBEE47}"/>
              </a:ext>
            </a:extLst>
          </p:cNvPr>
          <p:cNvSpPr>
            <a:spLocks xmlns:a="http://schemas.openxmlformats.org/drawingml/2006/main" noGrp="1"/>
          </p:cNvSpPr>
          <p:nvPr/>
        </p:nvSpPr>
        <p:spPr>
          <a:xfrm xmlns:a="http://schemas.openxmlformats.org/drawingml/2006/main">
            <a:off x="7810500" y="2190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925" b="1">
                <a:solidFill>
                  <a:srgbClr val="3265D5"/>
                </a:solidFill>
                <a:latin typeface="Apple SD Gothic Neo"/>
                <a:ea typeface="Apple SD Gothic Neo"/>
                <a:cs typeface="Apple SD Gothic Neo"/>
              </a:defRPr>
            </a:defPPr>
            <a:lvl1pPr>
              <a:defRPr sz="2925" b="1">
                <a:solidFill>
                  <a:srgbClr val="3265D5"/>
                </a:solidFill>
                <a:latin typeface="Apple SD Gothic Neo"/>
                <a:ea typeface="Apple SD Gothic Neo"/>
                <a:cs typeface="Apple SD Gothic Neo"/>
              </a:defRPr>
            </a:lvl1pPr>
            <a:lvl2pPr>
              <a:defRPr sz="2925" b="1">
                <a:solidFill>
                  <a:srgbClr val="3265D5"/>
                </a:solidFill>
                <a:latin typeface="Apple SD Gothic Neo"/>
                <a:ea typeface="Apple SD Gothic Neo"/>
                <a:cs typeface="Apple SD Gothic Neo"/>
              </a:defRPr>
            </a:lvl2pPr>
            <a:lvl3pPr>
              <a:defRPr sz="2925" b="1">
                <a:solidFill>
                  <a:srgbClr val="3265D5"/>
                </a:solidFill>
                <a:latin typeface="Apple SD Gothic Neo"/>
                <a:ea typeface="Apple SD Gothic Neo"/>
                <a:cs typeface="Apple SD Gothic Neo"/>
              </a:defRPr>
            </a:lvl3pPr>
            <a:lvl4pPr>
              <a:defRPr sz="2925" b="1">
                <a:solidFill>
                  <a:srgbClr val="3265D5"/>
                </a:solidFill>
                <a:latin typeface="Apple SD Gothic Neo"/>
                <a:ea typeface="Apple SD Gothic Neo"/>
                <a:cs typeface="Apple SD Gothic Neo"/>
              </a:defRPr>
            </a:lvl4pPr>
            <a:lvl5pPr>
              <a:defRPr sz="2925" b="1">
                <a:solidFill>
                  <a:srgbClr val="3265D5"/>
                </a:solidFill>
                <a:latin typeface="Apple SD Gothic Neo"/>
                <a:ea typeface="Apple SD Gothic Neo"/>
                <a:cs typeface="Apple SD Gothic Neo"/>
              </a:defRPr>
            </a:lvl5pPr>
            <a:lvl6pPr>
              <a:defRPr sz="2925" b="1">
                <a:solidFill>
                  <a:srgbClr val="3265D5"/>
                </a:solidFill>
                <a:latin typeface="Apple SD Gothic Neo"/>
                <a:ea typeface="Apple SD Gothic Neo"/>
                <a:cs typeface="Apple SD Gothic Neo"/>
              </a:defRPr>
            </a:lvl6pPr>
            <a:lvl7pPr>
              <a:defRPr sz="2925" b="1">
                <a:solidFill>
                  <a:srgbClr val="3265D5"/>
                </a:solidFill>
                <a:latin typeface="Apple SD Gothic Neo"/>
                <a:ea typeface="Apple SD Gothic Neo"/>
                <a:cs typeface="Apple SD Gothic Neo"/>
              </a:defRPr>
            </a:lvl7pPr>
            <a:lvl8pPr>
              <a:defRPr sz="2925" b="1">
                <a:solidFill>
                  <a:srgbClr val="3265D5"/>
                </a:solidFill>
                <a:latin typeface="Apple SD Gothic Neo"/>
                <a:ea typeface="Apple SD Gothic Neo"/>
                <a:cs typeface="Apple SD Gothic Neo"/>
              </a:defRPr>
            </a:lvl8pPr>
            <a:lvl9pPr>
              <a:defRPr sz="2925" b="1">
                <a:solidFill>
                  <a:srgbClr val="3265D5"/>
                </a:solidFill>
                <a:latin typeface="Apple SD Gothic Neo"/>
                <a:ea typeface="Apple SD Gothic Neo"/>
                <a:cs typeface="Apple SD Gothic Neo"/>
              </a:defRPr>
            </a:lvl9pPr>
          </a:lstStyle>
          <a:p xmlns:a="http://schemas.openxmlformats.org/drawingml/2006/main">
            <a:pPr>
              <a:defRPr sz="2925" b="1">
                <a:solidFill>
                  <a:srgbClr val="3265D5"/>
                </a:solidFill>
                <a:latin typeface="Apple SD Gothic Neo"/>
                <a:ea typeface="Apple SD Gothic Neo"/>
                <a:cs typeface="Apple SD Gothic Neo"/>
              </a:defRPr>
            </a:pPr>
            <a:r>
              <a:rPr sz="2925" b="1">
                <a:solidFill>
                  <a:srgbClr val="3265D5"/>
                </a:solidFill>
                <a:latin typeface="Apple SD Gothic Neo"/>
                <a:ea typeface="Apple SD Gothic Neo"/>
                <a:cs typeface="Apple SD Gothic Neo"/>
              </a:rPr>
              <a:t>최신 UI 요청 1건</a:t>
            </a:r>
          </a:p>
        </p:txBody>
      </p:sp>
      <p:sp>
        <p:nvSpPr>
          <p:cNvPr id="10" name="">
            <a:extLst xmlns:a="http://schemas.openxmlformats.org/drawingml/2006/main">
              <a:ext uri="{FF2B5EF4-FFF2-40B4-BE49-F238E27FC236}">
                <a16:creationId xmlns:a16="http://schemas.microsoft.com/office/drawing/2014/main" id="{4232BCEC-3F70-4BBD-86C4-17DAF1D89470}"/>
              </a:ext>
            </a:extLst>
          </p:cNvPr>
          <p:cNvSpPr>
            <a:spLocks xmlns:a="http://schemas.openxmlformats.org/drawingml/2006/main" noGrp="1"/>
          </p:cNvSpPr>
          <p:nvPr/>
        </p:nvSpPr>
        <p:spPr>
          <a:xfrm xmlns:a="http://schemas.openxmlformats.org/drawingml/2006/main">
            <a:off x="7810500" y="311467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82942"/>
                </a:solidFill>
                <a:latin typeface="Apple SD Gothic Neo"/>
                <a:ea typeface="Apple SD Gothic Neo"/>
                <a:cs typeface="Apple SD Gothic Neo"/>
              </a:defRPr>
            </a:defPPr>
            <a:lvl1pPr>
              <a:defRPr sz="2175" b="1">
                <a:solidFill>
                  <a:srgbClr val="182942"/>
                </a:solidFill>
                <a:latin typeface="Apple SD Gothic Neo"/>
                <a:ea typeface="Apple SD Gothic Neo"/>
                <a:cs typeface="Apple SD Gothic Neo"/>
              </a:defRPr>
            </a:lvl1pPr>
            <a:lvl2pPr>
              <a:defRPr sz="2175" b="1">
                <a:solidFill>
                  <a:srgbClr val="182942"/>
                </a:solidFill>
                <a:latin typeface="Apple SD Gothic Neo"/>
                <a:ea typeface="Apple SD Gothic Neo"/>
                <a:cs typeface="Apple SD Gothic Neo"/>
              </a:defRPr>
            </a:lvl2pPr>
            <a:lvl3pPr>
              <a:defRPr sz="2175" b="1">
                <a:solidFill>
                  <a:srgbClr val="182942"/>
                </a:solidFill>
                <a:latin typeface="Apple SD Gothic Neo"/>
                <a:ea typeface="Apple SD Gothic Neo"/>
                <a:cs typeface="Apple SD Gothic Neo"/>
              </a:defRPr>
            </a:lvl3pPr>
            <a:lvl4pPr>
              <a:defRPr sz="2175" b="1">
                <a:solidFill>
                  <a:srgbClr val="182942"/>
                </a:solidFill>
                <a:latin typeface="Apple SD Gothic Neo"/>
                <a:ea typeface="Apple SD Gothic Neo"/>
                <a:cs typeface="Apple SD Gothic Neo"/>
              </a:defRPr>
            </a:lvl4pPr>
            <a:lvl5pPr>
              <a:defRPr sz="2175" b="1">
                <a:solidFill>
                  <a:srgbClr val="182942"/>
                </a:solidFill>
                <a:latin typeface="Apple SD Gothic Neo"/>
                <a:ea typeface="Apple SD Gothic Neo"/>
                <a:cs typeface="Apple SD Gothic Neo"/>
              </a:defRPr>
            </a:lvl5pPr>
            <a:lvl6pPr>
              <a:defRPr sz="2175" b="1">
                <a:solidFill>
                  <a:srgbClr val="182942"/>
                </a:solidFill>
                <a:latin typeface="Apple SD Gothic Neo"/>
                <a:ea typeface="Apple SD Gothic Neo"/>
                <a:cs typeface="Apple SD Gothic Neo"/>
              </a:defRPr>
            </a:lvl6pPr>
            <a:lvl7pPr>
              <a:defRPr sz="2175" b="1">
                <a:solidFill>
                  <a:srgbClr val="182942"/>
                </a:solidFill>
                <a:latin typeface="Apple SD Gothic Neo"/>
                <a:ea typeface="Apple SD Gothic Neo"/>
                <a:cs typeface="Apple SD Gothic Neo"/>
              </a:defRPr>
            </a:lvl7pPr>
            <a:lvl8pPr>
              <a:defRPr sz="2175" b="1">
                <a:solidFill>
                  <a:srgbClr val="182942"/>
                </a:solidFill>
                <a:latin typeface="Apple SD Gothic Neo"/>
                <a:ea typeface="Apple SD Gothic Neo"/>
                <a:cs typeface="Apple SD Gothic Neo"/>
              </a:defRPr>
            </a:lvl8pPr>
            <a:lvl9pPr>
              <a:defRPr sz="2175" b="1">
                <a:solidFill>
                  <a:srgbClr val="182942"/>
                </a:solidFill>
                <a:latin typeface="Apple SD Gothic Neo"/>
                <a:ea typeface="Apple SD Gothic Neo"/>
                <a:cs typeface="Apple SD Gothic Neo"/>
              </a:defRPr>
            </a:lvl9pPr>
          </a:lstStyle>
          <a:p xmlns:a="http://schemas.openxmlformats.org/drawingml/2006/main">
            <a:pPr>
              <a:defRPr sz="2175" b="1">
                <a:solidFill>
                  <a:srgbClr val="182942"/>
                </a:solidFill>
                <a:latin typeface="Apple SD Gothic Neo"/>
                <a:ea typeface="Apple SD Gothic Neo"/>
                <a:cs typeface="Apple SD Gothic Neo"/>
              </a:defRPr>
            </a:pPr>
            <a:r>
              <a:rPr sz="2175" b="1">
                <a:solidFill>
                  <a:srgbClr val="182942"/>
                </a:solidFill>
                <a:latin typeface="Apple SD Gothic Neo"/>
                <a:ea typeface="Apple SD Gothic Neo"/>
                <a:cs typeface="Apple SD Gothic Neo"/>
              </a:rPr>
              <a:t>LangSmith 하위 실행 31개 수집</a:t>
            </a:r>
          </a:p>
        </p:txBody>
      </p:sp>
      <p:sp>
        <p:nvSpPr>
          <p:cNvPr id="11" name="">
            <a:extLst xmlns:a="http://schemas.openxmlformats.org/drawingml/2006/main">
              <a:ext uri="{FF2B5EF4-FFF2-40B4-BE49-F238E27FC236}">
                <a16:creationId xmlns:a16="http://schemas.microsoft.com/office/drawing/2014/main" id="{261D9032-3B43-4D2B-9744-53A79573FF5A}"/>
              </a:ext>
            </a:extLst>
          </p:cNvPr>
          <p:cNvSpPr>
            <a:spLocks xmlns:a="http://schemas.openxmlformats.org/drawingml/2006/main" noGrp="1"/>
          </p:cNvSpPr>
          <p:nvPr/>
        </p:nvSpPr>
        <p:spPr>
          <a:xfrm xmlns:a="http://schemas.openxmlformats.org/drawingml/2006/main">
            <a:off x="7810500" y="402907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B687A"/>
                </a:solidFill>
                <a:latin typeface="Apple SD Gothic Neo"/>
                <a:ea typeface="Apple SD Gothic Neo"/>
                <a:cs typeface="Apple SD Gothic Neo"/>
              </a:defRPr>
            </a:defPPr>
            <a:lvl1pPr>
              <a:defRPr sz="2025" b="0">
                <a:solidFill>
                  <a:srgbClr val="5B687A"/>
                </a:solidFill>
                <a:latin typeface="Apple SD Gothic Neo"/>
                <a:ea typeface="Apple SD Gothic Neo"/>
                <a:cs typeface="Apple SD Gothic Neo"/>
              </a:defRPr>
            </a:lvl1pPr>
            <a:lvl2pPr>
              <a:defRPr sz="2025" b="0">
                <a:solidFill>
                  <a:srgbClr val="5B687A"/>
                </a:solidFill>
                <a:latin typeface="Apple SD Gothic Neo"/>
                <a:ea typeface="Apple SD Gothic Neo"/>
                <a:cs typeface="Apple SD Gothic Neo"/>
              </a:defRPr>
            </a:lvl2pPr>
            <a:lvl3pPr>
              <a:defRPr sz="2025" b="0">
                <a:solidFill>
                  <a:srgbClr val="5B687A"/>
                </a:solidFill>
                <a:latin typeface="Apple SD Gothic Neo"/>
                <a:ea typeface="Apple SD Gothic Neo"/>
                <a:cs typeface="Apple SD Gothic Neo"/>
              </a:defRPr>
            </a:lvl3pPr>
            <a:lvl4pPr>
              <a:defRPr sz="2025" b="0">
                <a:solidFill>
                  <a:srgbClr val="5B687A"/>
                </a:solidFill>
                <a:latin typeface="Apple SD Gothic Neo"/>
                <a:ea typeface="Apple SD Gothic Neo"/>
                <a:cs typeface="Apple SD Gothic Neo"/>
              </a:defRPr>
            </a:lvl4pPr>
            <a:lvl5pPr>
              <a:defRPr sz="2025" b="0">
                <a:solidFill>
                  <a:srgbClr val="5B687A"/>
                </a:solidFill>
                <a:latin typeface="Apple SD Gothic Neo"/>
                <a:ea typeface="Apple SD Gothic Neo"/>
                <a:cs typeface="Apple SD Gothic Neo"/>
              </a:defRPr>
            </a:lvl5pPr>
            <a:lvl6pPr>
              <a:defRPr sz="2025" b="0">
                <a:solidFill>
                  <a:srgbClr val="5B687A"/>
                </a:solidFill>
                <a:latin typeface="Apple SD Gothic Neo"/>
                <a:ea typeface="Apple SD Gothic Neo"/>
                <a:cs typeface="Apple SD Gothic Neo"/>
              </a:defRPr>
            </a:lvl6pPr>
            <a:lvl7pPr>
              <a:defRPr sz="2025" b="0">
                <a:solidFill>
                  <a:srgbClr val="5B687A"/>
                </a:solidFill>
                <a:latin typeface="Apple SD Gothic Neo"/>
                <a:ea typeface="Apple SD Gothic Neo"/>
                <a:cs typeface="Apple SD Gothic Neo"/>
              </a:defRPr>
            </a:lvl7pPr>
            <a:lvl8pPr>
              <a:defRPr sz="2025" b="0">
                <a:solidFill>
                  <a:srgbClr val="5B687A"/>
                </a:solidFill>
                <a:latin typeface="Apple SD Gothic Neo"/>
                <a:ea typeface="Apple SD Gothic Neo"/>
                <a:cs typeface="Apple SD Gothic Neo"/>
              </a:defRPr>
            </a:lvl8pPr>
            <a:lvl9pPr>
              <a:defRPr sz="2025" b="0">
                <a:solidFill>
                  <a:srgbClr val="5B687A"/>
                </a:solidFill>
                <a:latin typeface="Apple SD Gothic Neo"/>
                <a:ea typeface="Apple SD Gothic Neo"/>
                <a:cs typeface="Apple SD Gothic Neo"/>
              </a:defRPr>
            </a:lvl9pPr>
          </a:lstStyle>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MCP 시간 초과 1회 → 재시도 성공</a:t>
            </a:r>
          </a:p>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OpenAI 1536차원·검색 문서 ID 확인</a:t>
            </a:r>
          </a:p>
        </p:txBody>
      </p:sp>
      <p:sp>
        <p:nvSpPr>
          <p:cNvPr id="12" name="">
            <a:extLst xmlns:a="http://schemas.openxmlformats.org/drawingml/2006/main">
              <a:ext uri="{FF2B5EF4-FFF2-40B4-BE49-F238E27FC236}">
                <a16:creationId xmlns:a16="http://schemas.microsoft.com/office/drawing/2014/main" id="{EDBCE146-C619-4BD5-9DE7-12AC60BE9FE4}"/>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검사 통과 수는 답변 정확도가 아님 · 원격 수집 확인과 규칙 검증도 서로 다른 증거</a:t>
            </a:r>
          </a:p>
        </p:txBody>
      </p:sp>
    </p:spTree>
    <p:extLst>
      <p:ext uri="{BB962C8B-B14F-4D97-AF65-F5344CB8AC3E}">
        <p14:creationId xmlns:p14="http://schemas.microsoft.com/office/powerpoint/2010/main" val="2144926594"/>
      </p:ext>
    </p:extLst>
  </p:cSld>
</p:sld>
</file>

<file path=ppt/slides/slide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E537F96-0AEB-4103-A875-7361CD4FA552}"/>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0DCD4130-5F47-4CFE-A8CC-3738951ECC3E}"/>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기존 규칙 대비 RAG 검색 결과</a:t>
            </a:r>
          </a:p>
        </p:txBody>
      </p:sp>
      <p:sp>
        <p:nvSpPr>
          <p:cNvPr id="3" name="">
            <a:extLst xmlns:a="http://schemas.openxmlformats.org/drawingml/2006/main">
              <a:ext uri="{FF2B5EF4-FFF2-40B4-BE49-F238E27FC236}">
                <a16:creationId xmlns:a16="http://schemas.microsoft.com/office/drawing/2014/main" id="{DCB74238-19B9-45E4-A41A-BEAB54F79F51}"/>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같은 Runbook 정답 질문 4개 · 정답 문서가 검색 결과에 포함되는지 비교</a:t>
            </a:r>
          </a:p>
        </p:txBody>
      </p:sp>
      <p:sp>
        <p:nvSpPr>
          <p:cNvPr id="4" name="">
            <a:extLst xmlns:a="http://schemas.openxmlformats.org/drawingml/2006/main">
              <a:ext uri="{FF2B5EF4-FFF2-40B4-BE49-F238E27FC236}">
                <a16:creationId xmlns:a16="http://schemas.microsoft.com/office/drawing/2014/main" id="{64227921-E1E1-433D-9A96-29AF9A5E0C82}"/>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6433E135-5403-461C-9880-85C7F5825FB3}"/>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15</a:t>
            </a:r>
          </a:p>
        </p:txBody>
      </p:sp>
      <p:graphicFrame>
        <p:nvGraphicFramePr>
          <p:cNvPr id="6" name="Chart">
            <a:extLst xmlns:a="http://schemas.openxmlformats.org/drawingml/2006/main">
              <a:ext uri="{FF2B5EF4-FFF2-40B4-BE49-F238E27FC236}">
                <a16:creationId xmlns:a16="http://schemas.microsoft.com/office/drawing/2014/main" id="{59F7879A-EC71-4A6D-87BA-AF6FE0E45F22}"/>
              </a:ext>
            </a:extLst>
          </p:cNvPr>
          <p:cNvGraphicFramePr/>
          <p:nvPr/>
        </p:nvGraphicFramePr>
        <p:xfrm>
          <a:off xmlns:a="http://schemas.openxmlformats.org/drawingml/2006/main" x="685800" y="2143125"/>
          <a:ext xmlns:a="http://schemas.openxmlformats.org/drawingml/2006/main" cx="6191250" cy="4000500"/>
        </p:xfrm>
        <a:graphic xmlns:a="http://schemas.openxmlformats.org/drawingml/2006/main">
          <a:graphicData uri="http://schemas.openxmlformats.org/drawingml/2006/chart">
            <c:chart xmlns:r="http://schemas.openxmlformats.org/officeDocument/2006/relationships" xmlns:c="http://schemas.openxmlformats.org/drawingml/2006/chart" r:id="Rbdcd56f1a7774fb7"/>
          </a:graphicData>
        </a:graphic>
      </p:graphicFrame>
      <p:sp>
        <p:nvSpPr>
          <p:cNvPr id="7" name="">
            <a:extLst xmlns:a="http://schemas.openxmlformats.org/drawingml/2006/main">
              <a:ext uri="{FF2B5EF4-FFF2-40B4-BE49-F238E27FC236}">
                <a16:creationId xmlns:a16="http://schemas.microsoft.com/office/drawing/2014/main" id="{AB4FA542-38E4-42AF-A442-6A630E8B3E11}"/>
              </a:ext>
            </a:extLst>
          </p:cNvPr>
          <p:cNvSpPr>
            <a:spLocks xmlns:a="http://schemas.openxmlformats.org/drawingml/2006/main" noGrp="1"/>
          </p:cNvSpPr>
          <p:nvPr/>
        </p:nvSpPr>
        <p:spPr>
          <a:xfrm xmlns:a="http://schemas.openxmlformats.org/drawingml/2006/main">
            <a:off x="7810500" y="22860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3265D5"/>
                </a:solidFill>
                <a:latin typeface="Apple SD Gothic Neo"/>
                <a:ea typeface="Apple SD Gothic Neo"/>
                <a:cs typeface="Apple SD Gothic Neo"/>
              </a:defRPr>
            </a:defPPr>
            <a:lvl1pPr>
              <a:defRPr sz="4200" b="1">
                <a:solidFill>
                  <a:srgbClr val="3265D5"/>
                </a:solidFill>
                <a:latin typeface="Apple SD Gothic Neo"/>
                <a:ea typeface="Apple SD Gothic Neo"/>
                <a:cs typeface="Apple SD Gothic Neo"/>
              </a:defRPr>
            </a:lvl1pPr>
            <a:lvl2pPr>
              <a:defRPr sz="4200" b="1">
                <a:solidFill>
                  <a:srgbClr val="3265D5"/>
                </a:solidFill>
                <a:latin typeface="Apple SD Gothic Neo"/>
                <a:ea typeface="Apple SD Gothic Neo"/>
                <a:cs typeface="Apple SD Gothic Neo"/>
              </a:defRPr>
            </a:lvl2pPr>
            <a:lvl3pPr>
              <a:defRPr sz="4200" b="1">
                <a:solidFill>
                  <a:srgbClr val="3265D5"/>
                </a:solidFill>
                <a:latin typeface="Apple SD Gothic Neo"/>
                <a:ea typeface="Apple SD Gothic Neo"/>
                <a:cs typeface="Apple SD Gothic Neo"/>
              </a:defRPr>
            </a:lvl3pPr>
            <a:lvl4pPr>
              <a:defRPr sz="4200" b="1">
                <a:solidFill>
                  <a:srgbClr val="3265D5"/>
                </a:solidFill>
                <a:latin typeface="Apple SD Gothic Neo"/>
                <a:ea typeface="Apple SD Gothic Neo"/>
                <a:cs typeface="Apple SD Gothic Neo"/>
              </a:defRPr>
            </a:lvl4pPr>
            <a:lvl5pPr>
              <a:defRPr sz="4200" b="1">
                <a:solidFill>
                  <a:srgbClr val="3265D5"/>
                </a:solidFill>
                <a:latin typeface="Apple SD Gothic Neo"/>
                <a:ea typeface="Apple SD Gothic Neo"/>
                <a:cs typeface="Apple SD Gothic Neo"/>
              </a:defRPr>
            </a:lvl5pPr>
            <a:lvl6pPr>
              <a:defRPr sz="4200" b="1">
                <a:solidFill>
                  <a:srgbClr val="3265D5"/>
                </a:solidFill>
                <a:latin typeface="Apple SD Gothic Neo"/>
                <a:ea typeface="Apple SD Gothic Neo"/>
                <a:cs typeface="Apple SD Gothic Neo"/>
              </a:defRPr>
            </a:lvl6pPr>
            <a:lvl7pPr>
              <a:defRPr sz="4200" b="1">
                <a:solidFill>
                  <a:srgbClr val="3265D5"/>
                </a:solidFill>
                <a:latin typeface="Apple SD Gothic Neo"/>
                <a:ea typeface="Apple SD Gothic Neo"/>
                <a:cs typeface="Apple SD Gothic Neo"/>
              </a:defRPr>
            </a:lvl7pPr>
            <a:lvl8pPr>
              <a:defRPr sz="4200" b="1">
                <a:solidFill>
                  <a:srgbClr val="3265D5"/>
                </a:solidFill>
                <a:latin typeface="Apple SD Gothic Neo"/>
                <a:ea typeface="Apple SD Gothic Neo"/>
                <a:cs typeface="Apple SD Gothic Neo"/>
              </a:defRPr>
            </a:lvl8pPr>
            <a:lvl9pPr>
              <a:defRPr sz="4200" b="1">
                <a:solidFill>
                  <a:srgbClr val="3265D5"/>
                </a:solidFill>
                <a:latin typeface="Apple SD Gothic Neo"/>
                <a:ea typeface="Apple SD Gothic Neo"/>
                <a:cs typeface="Apple SD Gothic Neo"/>
              </a:defRPr>
            </a:lvl9pPr>
          </a:lstStyle>
          <a:p xmlns:a="http://schemas.openxmlformats.org/drawingml/2006/main">
            <a:pPr>
              <a:defRPr sz="4200" b="1">
                <a:solidFill>
                  <a:srgbClr val="3265D5"/>
                </a:solidFill>
                <a:latin typeface="Apple SD Gothic Neo"/>
                <a:ea typeface="Apple SD Gothic Neo"/>
                <a:cs typeface="Apple SD Gothic Neo"/>
              </a:defRPr>
            </a:pPr>
            <a:r>
              <a:rPr sz="4200" b="1">
                <a:solidFill>
                  <a:srgbClr val="3265D5"/>
                </a:solidFill>
                <a:latin typeface="Apple SD Gothic Neo"/>
                <a:ea typeface="Apple SD Gothic Neo"/>
                <a:cs typeface="Apple SD Gothic Neo"/>
              </a:rPr>
              <a:t>1/4 → 4/4</a:t>
            </a:r>
          </a:p>
        </p:txBody>
      </p:sp>
      <p:sp>
        <p:nvSpPr>
          <p:cNvPr id="8" name="">
            <a:extLst xmlns:a="http://schemas.openxmlformats.org/drawingml/2006/main">
              <a:ext uri="{FF2B5EF4-FFF2-40B4-BE49-F238E27FC236}">
                <a16:creationId xmlns:a16="http://schemas.microsoft.com/office/drawing/2014/main" id="{6BA1E7E4-9A59-4168-BEED-82A49836AFFE}"/>
              </a:ext>
            </a:extLst>
          </p:cNvPr>
          <p:cNvSpPr>
            <a:spLocks xmlns:a="http://schemas.openxmlformats.org/drawingml/2006/main" noGrp="1"/>
          </p:cNvSpPr>
          <p:nvPr/>
        </p:nvSpPr>
        <p:spPr>
          <a:xfrm xmlns:a="http://schemas.openxmlformats.org/drawingml/2006/main">
            <a:off x="7810500" y="3476625"/>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82942"/>
                </a:solidFill>
                <a:latin typeface="Apple SD Gothic Neo"/>
                <a:ea typeface="Apple SD Gothic Neo"/>
                <a:cs typeface="Apple SD Gothic Neo"/>
              </a:defRPr>
            </a:defPPr>
            <a:lvl1pPr>
              <a:defRPr sz="2325" b="1">
                <a:solidFill>
                  <a:srgbClr val="182942"/>
                </a:solidFill>
                <a:latin typeface="Apple SD Gothic Neo"/>
                <a:ea typeface="Apple SD Gothic Neo"/>
                <a:cs typeface="Apple SD Gothic Neo"/>
              </a:defRPr>
            </a:lvl1pPr>
            <a:lvl2pPr>
              <a:defRPr sz="2325" b="1">
                <a:solidFill>
                  <a:srgbClr val="182942"/>
                </a:solidFill>
                <a:latin typeface="Apple SD Gothic Neo"/>
                <a:ea typeface="Apple SD Gothic Neo"/>
                <a:cs typeface="Apple SD Gothic Neo"/>
              </a:defRPr>
            </a:lvl2pPr>
            <a:lvl3pPr>
              <a:defRPr sz="2325" b="1">
                <a:solidFill>
                  <a:srgbClr val="182942"/>
                </a:solidFill>
                <a:latin typeface="Apple SD Gothic Neo"/>
                <a:ea typeface="Apple SD Gothic Neo"/>
                <a:cs typeface="Apple SD Gothic Neo"/>
              </a:defRPr>
            </a:lvl3pPr>
            <a:lvl4pPr>
              <a:defRPr sz="2325" b="1">
                <a:solidFill>
                  <a:srgbClr val="182942"/>
                </a:solidFill>
                <a:latin typeface="Apple SD Gothic Neo"/>
                <a:ea typeface="Apple SD Gothic Neo"/>
                <a:cs typeface="Apple SD Gothic Neo"/>
              </a:defRPr>
            </a:lvl4pPr>
            <a:lvl5pPr>
              <a:defRPr sz="2325" b="1">
                <a:solidFill>
                  <a:srgbClr val="182942"/>
                </a:solidFill>
                <a:latin typeface="Apple SD Gothic Neo"/>
                <a:ea typeface="Apple SD Gothic Neo"/>
                <a:cs typeface="Apple SD Gothic Neo"/>
              </a:defRPr>
            </a:lvl5pPr>
            <a:lvl6pPr>
              <a:defRPr sz="2325" b="1">
                <a:solidFill>
                  <a:srgbClr val="182942"/>
                </a:solidFill>
                <a:latin typeface="Apple SD Gothic Neo"/>
                <a:ea typeface="Apple SD Gothic Neo"/>
                <a:cs typeface="Apple SD Gothic Neo"/>
              </a:defRPr>
            </a:lvl6pPr>
            <a:lvl7pPr>
              <a:defRPr sz="2325" b="1">
                <a:solidFill>
                  <a:srgbClr val="182942"/>
                </a:solidFill>
                <a:latin typeface="Apple SD Gothic Neo"/>
                <a:ea typeface="Apple SD Gothic Neo"/>
                <a:cs typeface="Apple SD Gothic Neo"/>
              </a:defRPr>
            </a:lvl7pPr>
            <a:lvl8pPr>
              <a:defRPr sz="2325" b="1">
                <a:solidFill>
                  <a:srgbClr val="182942"/>
                </a:solidFill>
                <a:latin typeface="Apple SD Gothic Neo"/>
                <a:ea typeface="Apple SD Gothic Neo"/>
                <a:cs typeface="Apple SD Gothic Neo"/>
              </a:defRPr>
            </a:lvl8pPr>
            <a:lvl9pPr>
              <a:defRPr sz="2325" b="1">
                <a:solidFill>
                  <a:srgbClr val="182942"/>
                </a:solidFill>
                <a:latin typeface="Apple SD Gothic Neo"/>
                <a:ea typeface="Apple SD Gothic Neo"/>
                <a:cs typeface="Apple SD Gothic Neo"/>
              </a:defRPr>
            </a:lvl9pPr>
          </a:lstStyle>
          <a:p xmlns:a="http://schemas.openxmlformats.org/drawingml/2006/main">
            <a:pPr>
              <a:defRPr sz="2325" b="1">
                <a:solidFill>
                  <a:srgbClr val="182942"/>
                </a:solidFill>
                <a:latin typeface="Apple SD Gothic Neo"/>
                <a:ea typeface="Apple SD Gothic Neo"/>
                <a:cs typeface="Apple SD Gothic Neo"/>
              </a:defRPr>
            </a:pPr>
            <a:r>
              <a:rPr sz="2325" b="1">
                <a:solidFill>
                  <a:srgbClr val="182942"/>
                </a:solidFill>
                <a:latin typeface="Apple SD Gothic Neo"/>
                <a:ea typeface="Apple SD Gothic Neo"/>
                <a:cs typeface="Apple SD Gothic Neo"/>
              </a:rPr>
              <a:t>기본 문서 반환 대신</a:t>
            </a:r>
          </a:p>
          <a:p xmlns:a="http://schemas.openxmlformats.org/drawingml/2006/main">
            <a:pPr>
              <a:defRPr sz="2325" b="1">
                <a:solidFill>
                  <a:srgbClr val="182942"/>
                </a:solidFill>
                <a:latin typeface="Apple SD Gothic Neo"/>
                <a:ea typeface="Apple SD Gothic Neo"/>
                <a:cs typeface="Apple SD Gothic Neo"/>
              </a:defRPr>
            </a:pPr>
            <a:r>
              <a:rPr sz="2325" b="1">
                <a:solidFill>
                  <a:srgbClr val="182942"/>
                </a:solidFill>
                <a:latin typeface="Apple SD Gothic Neo"/>
                <a:ea typeface="Apple SD Gothic Neo"/>
                <a:cs typeface="Apple SD Gothic Neo"/>
              </a:rPr>
              <a:t>근거 없음(no_match)을 구분</a:t>
            </a:r>
          </a:p>
        </p:txBody>
      </p:sp>
      <p:sp>
        <p:nvSpPr>
          <p:cNvPr id="9" name="">
            <a:extLst xmlns:a="http://schemas.openxmlformats.org/drawingml/2006/main">
              <a:ext uri="{FF2B5EF4-FFF2-40B4-BE49-F238E27FC236}">
                <a16:creationId xmlns:a16="http://schemas.microsoft.com/office/drawing/2014/main" id="{78D9601F-6185-438E-857E-CB27897FD8E9}"/>
              </a:ext>
            </a:extLst>
          </p:cNvPr>
          <p:cNvSpPr>
            <a:spLocks xmlns:a="http://schemas.openxmlformats.org/drawingml/2006/main" noGrp="1"/>
          </p:cNvSpPr>
          <p:nvPr/>
        </p:nvSpPr>
        <p:spPr>
          <a:xfrm xmlns:a="http://schemas.openxmlformats.org/drawingml/2006/main">
            <a:off x="7810500" y="504825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B687A"/>
                </a:solidFill>
                <a:latin typeface="Apple SD Gothic Neo"/>
                <a:ea typeface="Apple SD Gothic Neo"/>
                <a:cs typeface="Apple SD Gothic Neo"/>
              </a:defRPr>
            </a:defPPr>
            <a:lvl1pPr>
              <a:defRPr sz="2025" b="0">
                <a:solidFill>
                  <a:srgbClr val="5B687A"/>
                </a:solidFill>
                <a:latin typeface="Apple SD Gothic Neo"/>
                <a:ea typeface="Apple SD Gothic Neo"/>
                <a:cs typeface="Apple SD Gothic Neo"/>
              </a:defRPr>
            </a:lvl1pPr>
            <a:lvl2pPr>
              <a:defRPr sz="2025" b="0">
                <a:solidFill>
                  <a:srgbClr val="5B687A"/>
                </a:solidFill>
                <a:latin typeface="Apple SD Gothic Neo"/>
                <a:ea typeface="Apple SD Gothic Neo"/>
                <a:cs typeface="Apple SD Gothic Neo"/>
              </a:defRPr>
            </a:lvl2pPr>
            <a:lvl3pPr>
              <a:defRPr sz="2025" b="0">
                <a:solidFill>
                  <a:srgbClr val="5B687A"/>
                </a:solidFill>
                <a:latin typeface="Apple SD Gothic Neo"/>
                <a:ea typeface="Apple SD Gothic Neo"/>
                <a:cs typeface="Apple SD Gothic Neo"/>
              </a:defRPr>
            </a:lvl3pPr>
            <a:lvl4pPr>
              <a:defRPr sz="2025" b="0">
                <a:solidFill>
                  <a:srgbClr val="5B687A"/>
                </a:solidFill>
                <a:latin typeface="Apple SD Gothic Neo"/>
                <a:ea typeface="Apple SD Gothic Neo"/>
                <a:cs typeface="Apple SD Gothic Neo"/>
              </a:defRPr>
            </a:lvl4pPr>
            <a:lvl5pPr>
              <a:defRPr sz="2025" b="0">
                <a:solidFill>
                  <a:srgbClr val="5B687A"/>
                </a:solidFill>
                <a:latin typeface="Apple SD Gothic Neo"/>
                <a:ea typeface="Apple SD Gothic Neo"/>
                <a:cs typeface="Apple SD Gothic Neo"/>
              </a:defRPr>
            </a:lvl5pPr>
            <a:lvl6pPr>
              <a:defRPr sz="2025" b="0">
                <a:solidFill>
                  <a:srgbClr val="5B687A"/>
                </a:solidFill>
                <a:latin typeface="Apple SD Gothic Neo"/>
                <a:ea typeface="Apple SD Gothic Neo"/>
                <a:cs typeface="Apple SD Gothic Neo"/>
              </a:defRPr>
            </a:lvl6pPr>
            <a:lvl7pPr>
              <a:defRPr sz="2025" b="0">
                <a:solidFill>
                  <a:srgbClr val="5B687A"/>
                </a:solidFill>
                <a:latin typeface="Apple SD Gothic Neo"/>
                <a:ea typeface="Apple SD Gothic Neo"/>
                <a:cs typeface="Apple SD Gothic Neo"/>
              </a:defRPr>
            </a:lvl7pPr>
            <a:lvl8pPr>
              <a:defRPr sz="2025" b="0">
                <a:solidFill>
                  <a:srgbClr val="5B687A"/>
                </a:solidFill>
                <a:latin typeface="Apple SD Gothic Neo"/>
                <a:ea typeface="Apple SD Gothic Neo"/>
                <a:cs typeface="Apple SD Gothic Neo"/>
              </a:defRPr>
            </a:lvl8pPr>
            <a:lvl9pPr>
              <a:defRPr sz="2025" b="0">
                <a:solidFill>
                  <a:srgbClr val="5B687A"/>
                </a:solidFill>
                <a:latin typeface="Apple SD Gothic Neo"/>
                <a:ea typeface="Apple SD Gothic Neo"/>
                <a:cs typeface="Apple SD Gothic Neo"/>
              </a:defRPr>
            </a:lvl9pPr>
          </a:lstStyle>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추가된 FAQ 정답 질문은 6/6</a:t>
            </a:r>
          </a:p>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기존 FAQ 기능과의 비교는 아님</a:t>
            </a:r>
          </a:p>
        </p:txBody>
      </p:sp>
      <p:sp>
        <p:nvSpPr>
          <p:cNvPr id="10" name="">
            <a:extLst xmlns:a="http://schemas.openxmlformats.org/drawingml/2006/main">
              <a:ext uri="{FF2B5EF4-FFF2-40B4-BE49-F238E27FC236}">
                <a16:creationId xmlns:a16="http://schemas.microsoft.com/office/drawing/2014/main" id="{4B3699DA-F23A-48C2-9F94-BE5B52C7EFAE}"/>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기존 키워드 어댑터 vs 실제 RAG 검색 · 소수 합성 질문 · 원본 전체 서비스 정확도와 다름</a:t>
            </a:r>
          </a:p>
        </p:txBody>
      </p:sp>
    </p:spTree>
    <p:extLst>
      <p:ext uri="{BB962C8B-B14F-4D97-AF65-F5344CB8AC3E}">
        <p14:creationId xmlns:p14="http://schemas.microsoft.com/office/powerpoint/2010/main" val="600553453"/>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4D1232A-E456-4E39-96CD-79F5689E6755}"/>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55B1BE79-86F4-46DD-805D-1493C87EFBB0}"/>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Ollama와 OpenAI 임베딩 실측 비교</a:t>
            </a:r>
          </a:p>
        </p:txBody>
      </p:sp>
      <p:sp>
        <p:nvSpPr>
          <p:cNvPr id="3" name="">
            <a:extLst xmlns:a="http://schemas.openxmlformats.org/drawingml/2006/main">
              <a:ext uri="{FF2B5EF4-FFF2-40B4-BE49-F238E27FC236}">
                <a16:creationId xmlns:a16="http://schemas.microsoft.com/office/drawing/2014/main" id="{DAFB7B0D-3642-4E4E-8942-78BC068BA9E9}"/>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고유 질의 12개 × 3회 반복 · 동일 문서·질의·상위 3개 · 개발용 질문으로 기준 점수 결정</a:t>
            </a:r>
          </a:p>
        </p:txBody>
      </p:sp>
      <p:sp>
        <p:nvSpPr>
          <p:cNvPr id="4" name="">
            <a:extLst xmlns:a="http://schemas.openxmlformats.org/drawingml/2006/main">
              <a:ext uri="{FF2B5EF4-FFF2-40B4-BE49-F238E27FC236}">
                <a16:creationId xmlns:a16="http://schemas.microsoft.com/office/drawing/2014/main" id="{57D83B44-11AE-48EF-8D88-2E58A1EDD26B}"/>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220DDC62-1E6B-476C-95D9-893FA53A0513}"/>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16</a:t>
            </a:r>
          </a:p>
        </p:txBody>
      </p:sp>
      <p:graphicFrame>
        <p:nvGraphicFramePr>
          <p:cNvPr id="6" name="">
            <a:extLst xmlns:a="http://schemas.openxmlformats.org/drawingml/2006/main">
              <a:ext uri="{FF2B5EF4-FFF2-40B4-BE49-F238E27FC236}">
                <a16:creationId xmlns:a16="http://schemas.microsoft.com/office/drawing/2014/main" id="{E1C0498A-0E3C-4F24-8934-12222A55CE57}"/>
              </a:ext>
            </a:extLst>
          </p:cNvPr>
          <p:cNvGraphicFramePr/>
          <p:nvPr/>
        </p:nvGraphicFramePr>
        <p:xfrm>
          <a:off xmlns:a="http://schemas.openxmlformats.org/drawingml/2006/main" x="685800" y="2047875"/>
          <a:ext xmlns:a="http://schemas.openxmlformats.org/drawingml/2006/main" cx="12344400" cy="3571875"/>
        </p:xfrm>
        <a:graphic xmlns:a="http://schemas.openxmlformats.org/drawingml/2006/main">
          <a:graphicData uri="http://schemas.openxmlformats.org/drawingml/2006/table">
            <a:tbl>
              <a:tblPr/>
              <a:tblGrid>
                <a:gridCol w="4667250"/>
                <a:gridCol w="3838575"/>
                <a:gridCol w="3838575"/>
              </a:tblGrid>
              <a:tr h="595313">
                <a:tc>
                  <a:txBody>
                    <a:bodyPr/>
                    <a:lstStyle/>
                    <a:p>
                      <a:r>
                        <a:rPr sz="1950" b="1">
                          <a:solidFill>
                            <a:srgbClr val="3265D5"/>
                          </a:solidFill>
                          <a:latin typeface="Apple SD Gothic Neo"/>
                          <a:ea typeface="Apple SD Gothic Neo"/>
                          <a:cs typeface="Apple SD Gothic Neo"/>
                        </a:rPr>
                        <a:t>지표</a:t>
                      </a:r>
                    </a:p>
                  </a:txBody>
                  <a:tcPr marL="171450" marR="152400" marT="123825" marB="95250">
                    <a:lnL w="9525">
                      <a:solidFill>
                        <a:srgbClr val="D5DDEA"/>
                      </a:solidFill>
                      <a:prstDash val="solid"/>
                    </a:lnL>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950" b="1">
                          <a:solidFill>
                            <a:srgbClr val="3265D5"/>
                          </a:solidFill>
                          <a:latin typeface="Apple SD Gothic Neo"/>
                          <a:ea typeface="Apple SD Gothic Neo"/>
                          <a:cs typeface="Apple SD Gothic Neo"/>
                        </a:rPr>
                        <a:t>Ollama Qwen 임베딩</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1950" b="1">
                          <a:solidFill>
                            <a:srgbClr val="3265D5"/>
                          </a:solidFill>
                          <a:latin typeface="Apple SD Gothic Neo"/>
                          <a:ea typeface="Apple SD Gothic Neo"/>
                          <a:cs typeface="Apple SD Gothic Neo"/>
                        </a:rPr>
                        <a:t>OpenAI small 임베딩</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r>
              <a:tr h="595313">
                <a:tc>
                  <a:txBody>
                    <a:bodyPr/>
                    <a:lstStyle/>
                    <a:p>
                      <a:r>
                        <a:rPr sz="1950">
                          <a:solidFill>
                            <a:srgbClr val="182942"/>
                          </a:solidFill>
                          <a:latin typeface="Apple SD Gothic Neo"/>
                          <a:ea typeface="Apple SD Gothic Neo"/>
                          <a:cs typeface="Apple SD Gothic Neo"/>
                        </a:rPr>
                        <a:t>Hit@3 · 정답 질문 10개×3회</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100% (30/30)</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90% (27/30)</a:t>
                      </a:r>
                    </a:p>
                  </a:txBody>
                  <a:tcPr marL="171450" marR="152400" marT="123825" marB="95250">
                    <a:lnR w="9525">
                      <a:solidFill>
                        <a:srgbClr val="D5DDEA"/>
                      </a:solidFill>
                      <a:prstDash val="solid"/>
                    </a:lnR>
                    <a:lnB w="9525">
                      <a:solidFill>
                        <a:srgbClr val="D5DDEA"/>
                      </a:solidFill>
                      <a:prstDash val="solid"/>
                    </a:lnB>
                    <a:solidFill>
                      <a:srgbClr val="FFFFFF"/>
                    </a:solidFill>
                  </a:tcPr>
                </a:tc>
              </a:tr>
              <a:tr h="595313">
                <a:tc>
                  <a:txBody>
                    <a:bodyPr/>
                    <a:lstStyle/>
                    <a:p>
                      <a:r>
                        <a:rPr sz="1950">
                          <a:solidFill>
                            <a:srgbClr val="182942"/>
                          </a:solidFill>
                          <a:latin typeface="Apple SD Gothic Neo"/>
                          <a:ea typeface="Apple SD Gothic Neo"/>
                          <a:cs typeface="Apple SD Gothic Neo"/>
                        </a:rPr>
                        <a:t>FAQ / Runbook · 고유 질문</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6/6  /  4/4</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6/6  /  3/4</a:t>
                      </a:r>
                    </a:p>
                  </a:txBody>
                  <a:tcPr marL="171450" marR="152400" marT="123825" marB="95250">
                    <a:lnR w="9525">
                      <a:solidFill>
                        <a:srgbClr val="D5DDEA"/>
                      </a:solidFill>
                      <a:prstDash val="solid"/>
                    </a:lnR>
                    <a:lnB w="9525">
                      <a:solidFill>
                        <a:srgbClr val="D5DDEA"/>
                      </a:solidFill>
                      <a:prstDash val="solid"/>
                    </a:lnB>
                    <a:solidFill>
                      <a:srgbClr val="FFFFFF"/>
                    </a:solidFill>
                  </a:tcPr>
                </a:tc>
              </a:tr>
              <a:tr h="595313">
                <a:tc>
                  <a:txBody>
                    <a:bodyPr/>
                    <a:lstStyle/>
                    <a:p>
                      <a:r>
                        <a:rPr sz="1950">
                          <a:solidFill>
                            <a:srgbClr val="182942"/>
                          </a:solidFill>
                          <a:latin typeface="Apple SD Gothic Neo"/>
                          <a:ea typeface="Apple SD Gothic Neo"/>
                          <a:cs typeface="Apple SD Gothic Neo"/>
                        </a:rPr>
                        <a:t>검색 평균 · 전체 36회</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36 ms</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176 ms</a:t>
                      </a:r>
                    </a:p>
                  </a:txBody>
                  <a:tcPr marL="171450" marR="152400" marT="123825" marB="95250">
                    <a:lnR w="9525">
                      <a:solidFill>
                        <a:srgbClr val="D5DDEA"/>
                      </a:solidFill>
                      <a:prstDash val="solid"/>
                    </a:lnR>
                    <a:lnB w="9525">
                      <a:solidFill>
                        <a:srgbClr val="D5DDEA"/>
                      </a:solidFill>
                      <a:prstDash val="solid"/>
                    </a:lnB>
                    <a:solidFill>
                      <a:srgbClr val="FFFFFF"/>
                    </a:solidFill>
                  </a:tcPr>
                </a:tc>
              </a:tr>
              <a:tr h="595313">
                <a:tc>
                  <a:txBody>
                    <a:bodyPr/>
                    <a:lstStyle/>
                    <a:p>
                      <a:r>
                        <a:rPr sz="1950">
                          <a:solidFill>
                            <a:srgbClr val="182942"/>
                          </a:solidFill>
                          <a:latin typeface="Apple SD Gothic Neo"/>
                          <a:ea typeface="Apple SD Gothic Neo"/>
                          <a:cs typeface="Apple SD Gothic Neo"/>
                        </a:rPr>
                        <a:t>검색 p95</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60 ms</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220 ms</a:t>
                      </a:r>
                    </a:p>
                  </a:txBody>
                  <a:tcPr marL="171450" marR="152400" marT="123825" marB="95250">
                    <a:lnR w="9525">
                      <a:solidFill>
                        <a:srgbClr val="D5DDEA"/>
                      </a:solidFill>
                      <a:prstDash val="solid"/>
                    </a:lnR>
                    <a:lnB w="9525">
                      <a:solidFill>
                        <a:srgbClr val="D5DDEA"/>
                      </a:solidFill>
                      <a:prstDash val="solid"/>
                    </a:lnB>
                    <a:solidFill>
                      <a:srgbClr val="FFFFFF"/>
                    </a:solidFill>
                  </a:tcPr>
                </a:tc>
              </a:tr>
              <a:tr h="595313">
                <a:tc>
                  <a:txBody>
                    <a:bodyPr/>
                    <a:lstStyle/>
                    <a:p>
                      <a:r>
                        <a:rPr sz="1950">
                          <a:solidFill>
                            <a:srgbClr val="182942"/>
                          </a:solidFill>
                          <a:latin typeface="Apple SD Gothic Neo"/>
                          <a:ea typeface="Apple SD Gothic Neo"/>
                          <a:cs typeface="Apple SD Gothic Neo"/>
                        </a:rPr>
                        <a:t>근거 없는 질문 · 2개×3회</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6/6회 no_match</a:t>
                      </a:r>
                    </a:p>
                  </a:txBody>
                  <a:tcPr marL="171450" marR="152400" marT="123825" marB="95250">
                    <a:lnR w="9525">
                      <a:solidFill>
                        <a:srgbClr val="D5DDEA"/>
                      </a:solidFill>
                      <a:prstDash val="solid"/>
                    </a:lnR>
                    <a:lnB w="9525">
                      <a:solidFill>
                        <a:srgbClr val="D5DDEA"/>
                      </a:solidFill>
                      <a:prstDash val="solid"/>
                    </a:lnB>
                    <a:solidFill>
                      <a:srgbClr val="FFFFFF"/>
                    </a:solidFill>
                  </a:tcPr>
                </a:tc>
                <a:tc>
                  <a:txBody>
                    <a:bodyPr/>
                    <a:lstStyle/>
                    <a:p>
                      <a:r>
                        <a:rPr sz="1950">
                          <a:solidFill>
                            <a:srgbClr val="182942"/>
                          </a:solidFill>
                          <a:latin typeface="Apple SD Gothic Neo"/>
                          <a:ea typeface="Apple SD Gothic Neo"/>
                          <a:cs typeface="Apple SD Gothic Neo"/>
                        </a:rPr>
                        <a:t>6/6회 no_match</a:t>
                      </a:r>
                    </a:p>
                  </a:txBody>
                  <a:tcPr marL="171450" marR="152400" marT="123825" marB="95250">
                    <a:lnR w="9525">
                      <a:solidFill>
                        <a:srgbClr val="D5DDEA"/>
                      </a:solidFill>
                      <a:prstDash val="solid"/>
                    </a:lnR>
                    <a:lnB w="9525">
                      <a:solidFill>
                        <a:srgbClr val="D5DDE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2E39ED1-652B-4FA5-8AEF-BF6CE811EE9D}"/>
              </a:ext>
            </a:extLst>
          </p:cNvPr>
          <p:cNvSpPr>
            <a:spLocks xmlns:a="http://schemas.openxmlformats.org/drawingml/2006/main" noGrp="1"/>
          </p:cNvSpPr>
          <p:nvPr/>
        </p:nvSpPr>
        <p:spPr>
          <a:xfrm xmlns:a="http://schemas.openxmlformats.org/drawingml/2006/main">
            <a:off x="685800" y="5981700"/>
            <a:ext cx="12344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3265D5"/>
                </a:solidFill>
                <a:latin typeface="Apple SD Gothic Neo"/>
                <a:ea typeface="Apple SD Gothic Neo"/>
                <a:cs typeface="Apple SD Gothic Neo"/>
              </a:defRPr>
            </a:defPPr>
            <a:lvl1pPr>
              <a:defRPr sz="2400" b="1">
                <a:solidFill>
                  <a:srgbClr val="3265D5"/>
                </a:solidFill>
                <a:latin typeface="Apple SD Gothic Neo"/>
                <a:ea typeface="Apple SD Gothic Neo"/>
                <a:cs typeface="Apple SD Gothic Neo"/>
              </a:defRPr>
            </a:lvl1pPr>
            <a:lvl2pPr>
              <a:defRPr sz="2400" b="1">
                <a:solidFill>
                  <a:srgbClr val="3265D5"/>
                </a:solidFill>
                <a:latin typeface="Apple SD Gothic Neo"/>
                <a:ea typeface="Apple SD Gothic Neo"/>
                <a:cs typeface="Apple SD Gothic Neo"/>
              </a:defRPr>
            </a:lvl2pPr>
            <a:lvl3pPr>
              <a:defRPr sz="2400" b="1">
                <a:solidFill>
                  <a:srgbClr val="3265D5"/>
                </a:solidFill>
                <a:latin typeface="Apple SD Gothic Neo"/>
                <a:ea typeface="Apple SD Gothic Neo"/>
                <a:cs typeface="Apple SD Gothic Neo"/>
              </a:defRPr>
            </a:lvl3pPr>
            <a:lvl4pPr>
              <a:defRPr sz="2400" b="1">
                <a:solidFill>
                  <a:srgbClr val="3265D5"/>
                </a:solidFill>
                <a:latin typeface="Apple SD Gothic Neo"/>
                <a:ea typeface="Apple SD Gothic Neo"/>
                <a:cs typeface="Apple SD Gothic Neo"/>
              </a:defRPr>
            </a:lvl4pPr>
            <a:lvl5pPr>
              <a:defRPr sz="2400" b="1">
                <a:solidFill>
                  <a:srgbClr val="3265D5"/>
                </a:solidFill>
                <a:latin typeface="Apple SD Gothic Neo"/>
                <a:ea typeface="Apple SD Gothic Neo"/>
                <a:cs typeface="Apple SD Gothic Neo"/>
              </a:defRPr>
            </a:lvl5pPr>
            <a:lvl6pPr>
              <a:defRPr sz="2400" b="1">
                <a:solidFill>
                  <a:srgbClr val="3265D5"/>
                </a:solidFill>
                <a:latin typeface="Apple SD Gothic Neo"/>
                <a:ea typeface="Apple SD Gothic Neo"/>
                <a:cs typeface="Apple SD Gothic Neo"/>
              </a:defRPr>
            </a:lvl6pPr>
            <a:lvl7pPr>
              <a:defRPr sz="2400" b="1">
                <a:solidFill>
                  <a:srgbClr val="3265D5"/>
                </a:solidFill>
                <a:latin typeface="Apple SD Gothic Neo"/>
                <a:ea typeface="Apple SD Gothic Neo"/>
                <a:cs typeface="Apple SD Gothic Neo"/>
              </a:defRPr>
            </a:lvl7pPr>
            <a:lvl8pPr>
              <a:defRPr sz="2400" b="1">
                <a:solidFill>
                  <a:srgbClr val="3265D5"/>
                </a:solidFill>
                <a:latin typeface="Apple SD Gothic Neo"/>
                <a:ea typeface="Apple SD Gothic Neo"/>
                <a:cs typeface="Apple SD Gothic Neo"/>
              </a:defRPr>
            </a:lvl8pPr>
            <a:lvl9pPr>
              <a:defRPr sz="2400" b="1">
                <a:solidFill>
                  <a:srgbClr val="3265D5"/>
                </a:solidFill>
                <a:latin typeface="Apple SD Gothic Neo"/>
                <a:ea typeface="Apple SD Gothic Neo"/>
                <a:cs typeface="Apple SD Gothic Neo"/>
              </a:defRPr>
            </a:lvl9pPr>
          </a:lstStyle>
          <a:p xmlns:a="http://schemas.openxmlformats.org/drawingml/2006/main">
            <a:pPr>
              <a:defRPr sz="2400" b="1">
                <a:solidFill>
                  <a:srgbClr val="3265D5"/>
                </a:solidFill>
                <a:latin typeface="Apple SD Gothic Neo"/>
                <a:ea typeface="Apple SD Gothic Neo"/>
                <a:cs typeface="Apple SD Gothic Neo"/>
              </a:defRPr>
            </a:pPr>
            <a:r>
              <a:rPr sz="2400" b="1">
                <a:solidFill>
                  <a:srgbClr val="3265D5"/>
                </a:solidFill>
                <a:latin typeface="Apple SD Gothic Neo"/>
                <a:ea typeface="Apple SD Gothic Neo"/>
                <a:cs typeface="Apple SD Gothic Neo"/>
              </a:rPr>
              <a:t>이 표본에서는 OpenAI의 정확도·속도 우위가 확인되지 않았다</a:t>
            </a:r>
          </a:p>
        </p:txBody>
      </p:sp>
      <p:sp>
        <p:nvSpPr>
          <p:cNvPr id="8" name="">
            <a:extLst xmlns:a="http://schemas.openxmlformats.org/drawingml/2006/main">
              <a:ext uri="{FF2B5EF4-FFF2-40B4-BE49-F238E27FC236}">
                <a16:creationId xmlns:a16="http://schemas.microsoft.com/office/drawing/2014/main" id="{3E789016-0C24-4A9A-A881-F3EA280CDF0B}"/>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검색 단계 시간이며 답변 생성 시간 제외 · 알려진 질문을 반복한 회귀 평가 · 일반화 한계</a:t>
            </a:r>
          </a:p>
        </p:txBody>
      </p:sp>
    </p:spTree>
    <p:extLst>
      <p:ext uri="{BB962C8B-B14F-4D97-AF65-F5344CB8AC3E}">
        <p14:creationId xmlns:p14="http://schemas.microsoft.com/office/powerpoint/2010/main" val="839843338"/>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5EE4992-2DCB-437C-9DB4-9E293305A3E4}"/>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298A065E-46F0-4FA5-8799-810183DCA49E}"/>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실측 결과 화면</a:t>
            </a:r>
          </a:p>
        </p:txBody>
      </p:sp>
      <p:sp>
        <p:nvSpPr>
          <p:cNvPr id="3" name="">
            <a:extLst xmlns:a="http://schemas.openxmlformats.org/drawingml/2006/main">
              <a:ext uri="{FF2B5EF4-FFF2-40B4-BE49-F238E27FC236}">
                <a16:creationId xmlns:a16="http://schemas.microsoft.com/office/drawing/2014/main" id="{A3D37C15-BF56-4F82-B59A-489063A5F2E8}"/>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저장된 실행 JSON에서 만든 측정 결과 보고서 · 제품 실행 화면과 구분</a:t>
            </a:r>
          </a:p>
        </p:txBody>
      </p:sp>
      <p:sp>
        <p:nvSpPr>
          <p:cNvPr id="4" name="">
            <a:extLst xmlns:a="http://schemas.openxmlformats.org/drawingml/2006/main">
              <a:ext uri="{FF2B5EF4-FFF2-40B4-BE49-F238E27FC236}">
                <a16:creationId xmlns:a16="http://schemas.microsoft.com/office/drawing/2014/main" id="{5A37CD38-5A4E-4D80-8EF4-6747D0F5DB92}"/>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52BC7DA1-EE69-4F27-8CE3-D9F0DCD36D89}"/>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17</a:t>
            </a:r>
          </a:p>
        </p:txBody>
      </p:sp>
      <p:pic>
        <p:nvPicPr>
          <p:cNvPr id="6" name="">
            <a:extLst xmlns:a="http://schemas.openxmlformats.org/drawingml/2006/main">
              <a:ext uri="{FF2B5EF4-FFF2-40B4-BE49-F238E27FC236}">
                <a16:creationId xmlns:a16="http://schemas.microsoft.com/office/drawing/2014/main" id="{2CEBD519-C5F3-41DA-9E9E-1A7B8F64E6E1}"/>
              </a:ext>
            </a:extLst>
          </p:cNvPr>
          <p:cNvPicPr>
            <a:picLocks xmlns:a="http://schemas.openxmlformats.org/drawingml/2006/main" noChangeAspect="1"/>
          </p:cNvPicPr>
          <p:nvPr/>
        </p:nvPicPr>
        <p:blipFill>
          <a:blip xmlns:r="http://schemas.openxmlformats.org/officeDocument/2006/relationships" xmlns:a="http://schemas.openxmlformats.org/drawingml/2006/main" r:embed="R2fc31807ee584425"/>
          <a:stretch xmlns:a="http://schemas.openxmlformats.org/drawingml/2006/main"/>
        </p:blipFill>
        <p:spPr>
          <a:xfrm xmlns:a="http://schemas.openxmlformats.org/drawingml/2006/main">
            <a:off x="719857" y="2047875"/>
            <a:ext cx="5885011" cy="42862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F626B69-903E-452E-86B0-8C4483AA86B8}"/>
              </a:ext>
            </a:extLst>
          </p:cNvPr>
          <p:cNvPicPr>
            <a:picLocks xmlns:a="http://schemas.openxmlformats.org/drawingml/2006/main" noChangeAspect="1"/>
          </p:cNvPicPr>
          <p:nvPr/>
        </p:nvPicPr>
        <p:blipFill>
          <a:blip xmlns:r="http://schemas.openxmlformats.org/officeDocument/2006/relationships" xmlns:a="http://schemas.openxmlformats.org/drawingml/2006/main" r:embed="Rf54f7bb76b37490d"/>
          <a:stretch xmlns:a="http://schemas.openxmlformats.org/drawingml/2006/main"/>
        </p:blipFill>
        <p:spPr>
          <a:xfrm xmlns:a="http://schemas.openxmlformats.org/drawingml/2006/main">
            <a:off x="7853749" y="2047875"/>
            <a:ext cx="4437877" cy="4286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82BCC81-DEE5-4A9D-9518-AB7DFD31F98F}"/>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원본 JSON과 화면 캡처를 함께 보관 · 결과 보고서의 수치는 재실행하거나 임의로 보정하지 않음</a:t>
            </a:r>
          </a:p>
        </p:txBody>
      </p:sp>
    </p:spTree>
    <p:extLst>
      <p:ext uri="{BB962C8B-B14F-4D97-AF65-F5344CB8AC3E}">
        <p14:creationId xmlns:p14="http://schemas.microsoft.com/office/powerpoint/2010/main" val="560072950"/>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C7140B-9AA6-4A16-AC5D-CAC98C3E798C}"/>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215D800C-5C94-4772-AC58-B434C4EA931C}"/>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현재 한계와 다음 개선 우선순위</a:t>
            </a:r>
          </a:p>
        </p:txBody>
      </p:sp>
      <p:sp>
        <p:nvSpPr>
          <p:cNvPr id="3" name="">
            <a:extLst xmlns:a="http://schemas.openxmlformats.org/drawingml/2006/main">
              <a:ext uri="{FF2B5EF4-FFF2-40B4-BE49-F238E27FC236}">
                <a16:creationId xmlns:a16="http://schemas.microsoft.com/office/drawing/2014/main" id="{29969233-23D2-448C-BCCC-24B495FA03D1}"/>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4" name="">
            <a:extLst xmlns:a="http://schemas.openxmlformats.org/drawingml/2006/main">
              <a:ext uri="{FF2B5EF4-FFF2-40B4-BE49-F238E27FC236}">
                <a16:creationId xmlns:a16="http://schemas.microsoft.com/office/drawing/2014/main" id="{92E072F6-BF80-4CD0-BDB8-3F65759E62AE}"/>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18</a:t>
            </a:r>
          </a:p>
        </p:txBody>
      </p:sp>
      <p:graphicFrame>
        <p:nvGraphicFramePr>
          <p:cNvPr id="5" name="">
            <a:extLst xmlns:a="http://schemas.openxmlformats.org/drawingml/2006/main">
              <a:ext uri="{FF2B5EF4-FFF2-40B4-BE49-F238E27FC236}">
                <a16:creationId xmlns:a16="http://schemas.microsoft.com/office/drawing/2014/main" id="{09CD1849-0EFA-40A4-BFF4-652F3F9BA4D0}"/>
              </a:ext>
            </a:extLst>
          </p:cNvPr>
          <p:cNvGraphicFramePr/>
          <p:nvPr/>
        </p:nvGraphicFramePr>
        <p:xfrm>
          <a:off xmlns:a="http://schemas.openxmlformats.org/drawingml/2006/main" x="685800" y="2047875"/>
          <a:ext xmlns:a="http://schemas.openxmlformats.org/drawingml/2006/main" cx="12344400" cy="3810000"/>
        </p:xfrm>
        <a:graphic xmlns:a="http://schemas.openxmlformats.org/drawingml/2006/main">
          <a:graphicData uri="http://schemas.openxmlformats.org/drawingml/2006/table">
            <a:tbl>
              <a:tblPr/>
              <a:tblGrid>
                <a:gridCol w="5905500"/>
                <a:gridCol w="6438900"/>
              </a:tblGrid>
              <a:tr h="762000">
                <a:tc>
                  <a:txBody>
                    <a:bodyPr/>
                    <a:lstStyle/>
                    <a:p>
                      <a:r>
                        <a:rPr sz="2025" b="1">
                          <a:solidFill>
                            <a:srgbClr val="3265D5"/>
                          </a:solidFill>
                          <a:latin typeface="Apple SD Gothic Neo"/>
                          <a:ea typeface="Apple SD Gothic Neo"/>
                          <a:cs typeface="Apple SD Gothic Neo"/>
                        </a:rPr>
                        <a:t>확인한 한계</a:t>
                      </a:r>
                    </a:p>
                  </a:txBody>
                  <a:tcPr marL="171450" marR="152400" marT="123825" marB="95250">
                    <a:lnL w="9525">
                      <a:solidFill>
                        <a:srgbClr val="D5DDEA"/>
                      </a:solidFill>
                      <a:prstDash val="solid"/>
                    </a:lnL>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c>
                  <a:txBody>
                    <a:bodyPr/>
                    <a:lstStyle/>
                    <a:p>
                      <a:r>
                        <a:rPr sz="2025" b="1">
                          <a:solidFill>
                            <a:srgbClr val="3265D5"/>
                          </a:solidFill>
                          <a:latin typeface="Apple SD Gothic Neo"/>
                          <a:ea typeface="Apple SD Gothic Neo"/>
                          <a:cs typeface="Apple SD Gothic Neo"/>
                        </a:rPr>
                        <a:t>다음 개선</a:t>
                      </a:r>
                    </a:p>
                  </a:txBody>
                  <a:tcPr marL="171450" marR="152400" marT="123825" marB="95250">
                    <a:lnR w="9525">
                      <a:solidFill>
                        <a:srgbClr val="D5DDEA"/>
                      </a:solidFill>
                      <a:prstDash val="solid"/>
                    </a:lnR>
                    <a:lnT w="9525">
                      <a:solidFill>
                        <a:srgbClr val="D5DDEA"/>
                      </a:solidFill>
                      <a:prstDash val="solid"/>
                    </a:lnT>
                    <a:lnB w="9525">
                      <a:solidFill>
                        <a:srgbClr val="D5DDEA"/>
                      </a:solidFill>
                      <a:prstDash val="solid"/>
                    </a:lnB>
                    <a:solidFill>
                      <a:srgbClr val="EAF0FC"/>
                    </a:solidFill>
                  </a:tcPr>
                </a:tc>
              </a:tr>
              <a:tr h="762000">
                <a:tc>
                  <a:txBody>
                    <a:bodyPr/>
                    <a:lstStyle/>
                    <a:p>
                      <a:r>
                        <a:rPr sz="2025">
                          <a:solidFill>
                            <a:srgbClr val="182942"/>
                          </a:solidFill>
                          <a:latin typeface="Apple SD Gothic Neo"/>
                          <a:ea typeface="Apple SD Gothic Neo"/>
                          <a:cs typeface="Apple SD Gothic Neo"/>
                        </a:rPr>
                        <a:t>작은 Qwen의 접수 스키마 실패</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2025">
                          <a:solidFill>
                            <a:srgbClr val="182942"/>
                          </a:solidFill>
                          <a:latin typeface="Apple SD Gothic Neo"/>
                          <a:ea typeface="Apple SD Gothic Neo"/>
                          <a:cs typeface="Apple SD Gothic Neo"/>
                        </a:rPr>
                        <a:t>구조화 출력·추출 프롬프트 개선 후 실제 문의 평가</a:t>
                      </a:r>
                    </a:p>
                  </a:txBody>
                  <a:tcPr marL="171450" marR="152400" marT="123825" marB="95250">
                    <a:lnR w="9525">
                      <a:solidFill>
                        <a:srgbClr val="D5DDEA"/>
                      </a:solidFill>
                      <a:prstDash val="solid"/>
                    </a:lnR>
                    <a:lnB w="9525">
                      <a:solidFill>
                        <a:srgbClr val="D5DDEA"/>
                      </a:solidFill>
                      <a:prstDash val="solid"/>
                    </a:lnB>
                    <a:solidFill>
                      <a:srgbClr val="FFFFFF"/>
                    </a:solidFill>
                  </a:tcPr>
                </a:tc>
              </a:tr>
              <a:tr h="762000">
                <a:tc>
                  <a:txBody>
                    <a:bodyPr/>
                    <a:lstStyle/>
                    <a:p>
                      <a:r>
                        <a:rPr sz="2025">
                          <a:solidFill>
                            <a:srgbClr val="182942"/>
                          </a:solidFill>
                          <a:latin typeface="Apple SD Gothic Neo"/>
                          <a:ea typeface="Apple SD Gothic Neo"/>
                          <a:cs typeface="Apple SD Gothic Neo"/>
                        </a:rPr>
                        <a:t>오류 없음 문의에도 504 문서 안내</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2025">
                          <a:solidFill>
                            <a:srgbClr val="182942"/>
                          </a:solidFill>
                          <a:latin typeface="Apple SD Gothic Neo"/>
                          <a:ea typeface="Apple SD Gothic Neo"/>
                          <a:cs typeface="Apple SD Gothic Neo"/>
                        </a:rPr>
                        <a:t>관련성·사실/추론 구분 기준과 검증 사례 보강</a:t>
                      </a:r>
                    </a:p>
                  </a:txBody>
                  <a:tcPr marL="171450" marR="152400" marT="123825" marB="95250">
                    <a:lnR w="9525">
                      <a:solidFill>
                        <a:srgbClr val="D5DDEA"/>
                      </a:solidFill>
                      <a:prstDash val="solid"/>
                    </a:lnR>
                    <a:lnB w="9525">
                      <a:solidFill>
                        <a:srgbClr val="D5DDEA"/>
                      </a:solidFill>
                      <a:prstDash val="solid"/>
                    </a:lnB>
                    <a:solidFill>
                      <a:srgbClr val="FFFFFF"/>
                    </a:solidFill>
                  </a:tcPr>
                </a:tc>
              </a:tr>
              <a:tr h="762000">
                <a:tc>
                  <a:txBody>
                    <a:bodyPr/>
                    <a:lstStyle/>
                    <a:p>
                      <a:r>
                        <a:rPr sz="2025">
                          <a:solidFill>
                            <a:srgbClr val="182942"/>
                          </a:solidFill>
                          <a:latin typeface="Apple SD Gothic Neo"/>
                          <a:ea typeface="Apple SD Gothic Neo"/>
                          <a:cs typeface="Apple SD Gothic Neo"/>
                        </a:rPr>
                        <a:t>검색 표본이 작고 OpenAI Runbook 누락</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2025">
                          <a:solidFill>
                            <a:srgbClr val="182942"/>
                          </a:solidFill>
                          <a:latin typeface="Apple SD Gothic Neo"/>
                          <a:ea typeface="Apple SD Gothic Neo"/>
                          <a:cs typeface="Apple SD Gothic Neo"/>
                        </a:rPr>
                        <a:t>질의·문서 범위 확대, 개발/평가 질문 분리 유지</a:t>
                      </a:r>
                    </a:p>
                  </a:txBody>
                  <a:tcPr marL="171450" marR="152400" marT="123825" marB="95250">
                    <a:lnR w="9525">
                      <a:solidFill>
                        <a:srgbClr val="D5DDEA"/>
                      </a:solidFill>
                      <a:prstDash val="solid"/>
                    </a:lnR>
                    <a:lnB w="9525">
                      <a:solidFill>
                        <a:srgbClr val="D5DDEA"/>
                      </a:solidFill>
                      <a:prstDash val="solid"/>
                    </a:lnB>
                    <a:solidFill>
                      <a:srgbClr val="FFFFFF"/>
                    </a:solidFill>
                  </a:tcPr>
                </a:tc>
              </a:tr>
              <a:tr h="762000">
                <a:tc>
                  <a:txBody>
                    <a:bodyPr/>
                    <a:lstStyle/>
                    <a:p>
                      <a:r>
                        <a:rPr sz="2025">
                          <a:solidFill>
                            <a:srgbClr val="182942"/>
                          </a:solidFill>
                          <a:latin typeface="Apple SD Gothic Neo"/>
                          <a:ea typeface="Apple SD Gothic Neo"/>
                          <a:cs typeface="Apple SD Gothic Neo"/>
                        </a:rPr>
                        <a:t>샘플 관측·관리자 인증 미적용</a:t>
                      </a:r>
                    </a:p>
                  </a:txBody>
                  <a:tcPr marL="171450" marR="152400" marT="123825" marB="95250">
                    <a:lnL w="9525">
                      <a:solidFill>
                        <a:srgbClr val="D5DDEA"/>
                      </a:solidFill>
                      <a:prstDash val="solid"/>
                    </a:lnL>
                    <a:lnR w="9525">
                      <a:solidFill>
                        <a:srgbClr val="D5DDEA"/>
                      </a:solidFill>
                      <a:prstDash val="solid"/>
                    </a:lnR>
                    <a:lnB w="9525">
                      <a:solidFill>
                        <a:srgbClr val="D5DDEA"/>
                      </a:solidFill>
                      <a:prstDash val="solid"/>
                    </a:lnB>
                    <a:solidFill>
                      <a:srgbClr val="FFFFFF"/>
                    </a:solidFill>
                  </a:tcPr>
                </a:tc>
                <a:tc>
                  <a:txBody>
                    <a:bodyPr/>
                    <a:lstStyle/>
                    <a:p>
                      <a:r>
                        <a:rPr sz="2025">
                          <a:solidFill>
                            <a:srgbClr val="182942"/>
                          </a:solidFill>
                          <a:latin typeface="Apple SD Gothic Neo"/>
                          <a:ea typeface="Apple SD Gothic Neo"/>
                          <a:cs typeface="Apple SD Gothic Neo"/>
                        </a:rPr>
                        <a:t>실제 로그·지표와 사내 인증·권한 연동</a:t>
                      </a:r>
                    </a:p>
                  </a:txBody>
                  <a:tcPr marL="171450" marR="152400" marT="123825" marB="95250">
                    <a:lnR w="9525">
                      <a:solidFill>
                        <a:srgbClr val="D5DDEA"/>
                      </a:solidFill>
                      <a:prstDash val="solid"/>
                    </a:lnR>
                    <a:lnB w="9525">
                      <a:solidFill>
                        <a:srgbClr val="D5DDE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108D6FC-5880-41B8-9477-715795CD3C23}"/>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현재 서비스는 기초 문의 접수 보조 · 실제 장애 원인 확정과 자동 복구는 구현 범위 밖</a:t>
            </a:r>
          </a:p>
        </p:txBody>
      </p:sp>
    </p:spTree>
    <p:extLst>
      <p:ext uri="{BB962C8B-B14F-4D97-AF65-F5344CB8AC3E}">
        <p14:creationId xmlns:p14="http://schemas.microsoft.com/office/powerpoint/2010/main" val="21182244"/>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8C9F930-24D1-4E6C-8282-3D75C9A7CB40}"/>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91D1DD1A-E35D-42C1-8316-98F689B5D25B}"/>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기업에서 활용할 수 있는 방식</a:t>
            </a:r>
          </a:p>
        </p:txBody>
      </p:sp>
      <p:sp>
        <p:nvSpPr>
          <p:cNvPr id="3" name="">
            <a:extLst xmlns:a="http://schemas.openxmlformats.org/drawingml/2006/main">
              <a:ext uri="{FF2B5EF4-FFF2-40B4-BE49-F238E27FC236}">
                <a16:creationId xmlns:a16="http://schemas.microsoft.com/office/drawing/2014/main" id="{B37BB2A8-AA1A-4521-B241-2BBC97F48C0F}"/>
              </a:ext>
            </a:extLst>
          </p:cNvPr>
          <p:cNvSpPr>
            <a:spLocks xmlns:a="http://schemas.openxmlformats.org/drawingml/2006/main" noGrp="1"/>
          </p:cNvSpPr>
          <p:nvPr/>
        </p:nvSpPr>
        <p:spPr>
          <a:xfrm xmlns:a="http://schemas.openxmlformats.org/drawingml/2006/main">
            <a:off x="685800" y="1390650"/>
            <a:ext cx="1228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rPr>
              <a:t>현재 기능을 기반으로 확장 가능한 업무를 구분했다</a:t>
            </a:r>
          </a:p>
        </p:txBody>
      </p:sp>
      <p:sp>
        <p:nvSpPr>
          <p:cNvPr id="4" name="">
            <a:extLst xmlns:a="http://schemas.openxmlformats.org/drawingml/2006/main">
              <a:ext uri="{FF2B5EF4-FFF2-40B4-BE49-F238E27FC236}">
                <a16:creationId xmlns:a16="http://schemas.microsoft.com/office/drawing/2014/main" id="{7329F0D3-CDCF-47C3-8321-532862687C9D}"/>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5" name="">
            <a:extLst xmlns:a="http://schemas.openxmlformats.org/drawingml/2006/main">
              <a:ext uri="{FF2B5EF4-FFF2-40B4-BE49-F238E27FC236}">
                <a16:creationId xmlns:a16="http://schemas.microsoft.com/office/drawing/2014/main" id="{46B2BB0D-2C8A-48C4-8DEE-2D40331CBD8F}"/>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19</a:t>
            </a:r>
          </a:p>
        </p:txBody>
      </p:sp>
      <p:sp>
        <p:nvSpPr>
          <p:cNvPr id="6" name="">
            <a:extLst xmlns:a="http://schemas.openxmlformats.org/drawingml/2006/main">
              <a:ext uri="{FF2B5EF4-FFF2-40B4-BE49-F238E27FC236}">
                <a16:creationId xmlns:a16="http://schemas.microsoft.com/office/drawing/2014/main" id="{E0829A99-6D05-493F-AAE5-BB9D8F30D128}"/>
              </a:ext>
            </a:extLst>
          </p:cNvPr>
          <p:cNvSpPr>
            <a:spLocks xmlns:a="http://schemas.openxmlformats.org/drawingml/2006/main" noGrp="1"/>
          </p:cNvSpPr>
          <p:nvPr/>
        </p:nvSpPr>
        <p:spPr>
          <a:xfrm xmlns:a="http://schemas.openxmlformats.org/drawingml/2006/main">
            <a:off x="685800" y="217170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3265D5"/>
                </a:solidFill>
                <a:latin typeface="Apple SD Gothic Neo"/>
                <a:ea typeface="Apple SD Gothic Neo"/>
                <a:cs typeface="Apple SD Gothic Neo"/>
              </a:defRPr>
            </a:defPPr>
            <a:lvl1pPr>
              <a:defRPr sz="2700" b="1">
                <a:solidFill>
                  <a:srgbClr val="3265D5"/>
                </a:solidFill>
                <a:latin typeface="Apple SD Gothic Neo"/>
                <a:ea typeface="Apple SD Gothic Neo"/>
                <a:cs typeface="Apple SD Gothic Neo"/>
              </a:defRPr>
            </a:lvl1pPr>
            <a:lvl2pPr>
              <a:defRPr sz="2700" b="1">
                <a:solidFill>
                  <a:srgbClr val="3265D5"/>
                </a:solidFill>
                <a:latin typeface="Apple SD Gothic Neo"/>
                <a:ea typeface="Apple SD Gothic Neo"/>
                <a:cs typeface="Apple SD Gothic Neo"/>
              </a:defRPr>
            </a:lvl2pPr>
            <a:lvl3pPr>
              <a:defRPr sz="2700" b="1">
                <a:solidFill>
                  <a:srgbClr val="3265D5"/>
                </a:solidFill>
                <a:latin typeface="Apple SD Gothic Neo"/>
                <a:ea typeface="Apple SD Gothic Neo"/>
                <a:cs typeface="Apple SD Gothic Neo"/>
              </a:defRPr>
            </a:lvl3pPr>
            <a:lvl4pPr>
              <a:defRPr sz="2700" b="1">
                <a:solidFill>
                  <a:srgbClr val="3265D5"/>
                </a:solidFill>
                <a:latin typeface="Apple SD Gothic Neo"/>
                <a:ea typeface="Apple SD Gothic Neo"/>
                <a:cs typeface="Apple SD Gothic Neo"/>
              </a:defRPr>
            </a:lvl4pPr>
            <a:lvl5pPr>
              <a:defRPr sz="2700" b="1">
                <a:solidFill>
                  <a:srgbClr val="3265D5"/>
                </a:solidFill>
                <a:latin typeface="Apple SD Gothic Neo"/>
                <a:ea typeface="Apple SD Gothic Neo"/>
                <a:cs typeface="Apple SD Gothic Neo"/>
              </a:defRPr>
            </a:lvl5pPr>
            <a:lvl6pPr>
              <a:defRPr sz="2700" b="1">
                <a:solidFill>
                  <a:srgbClr val="3265D5"/>
                </a:solidFill>
                <a:latin typeface="Apple SD Gothic Neo"/>
                <a:ea typeface="Apple SD Gothic Neo"/>
                <a:cs typeface="Apple SD Gothic Neo"/>
              </a:defRPr>
            </a:lvl6pPr>
            <a:lvl7pPr>
              <a:defRPr sz="2700" b="1">
                <a:solidFill>
                  <a:srgbClr val="3265D5"/>
                </a:solidFill>
                <a:latin typeface="Apple SD Gothic Neo"/>
                <a:ea typeface="Apple SD Gothic Neo"/>
                <a:cs typeface="Apple SD Gothic Neo"/>
              </a:defRPr>
            </a:lvl7pPr>
            <a:lvl8pPr>
              <a:defRPr sz="2700" b="1">
                <a:solidFill>
                  <a:srgbClr val="3265D5"/>
                </a:solidFill>
                <a:latin typeface="Apple SD Gothic Neo"/>
                <a:ea typeface="Apple SD Gothic Neo"/>
                <a:cs typeface="Apple SD Gothic Neo"/>
              </a:defRPr>
            </a:lvl8pPr>
            <a:lvl9pPr>
              <a:defRPr sz="2700" b="1">
                <a:solidFill>
                  <a:srgbClr val="3265D5"/>
                </a:solidFill>
                <a:latin typeface="Apple SD Gothic Neo"/>
                <a:ea typeface="Apple SD Gothic Neo"/>
                <a:cs typeface="Apple SD Gothic Neo"/>
              </a:defRPr>
            </a:lvl9pPr>
          </a:lstStyle>
          <a:p xmlns:a="http://schemas.openxmlformats.org/drawingml/2006/main">
            <a:pPr>
              <a:defRPr sz="2700" b="1">
                <a:solidFill>
                  <a:srgbClr val="3265D5"/>
                </a:solidFill>
                <a:latin typeface="Apple SD Gothic Neo"/>
                <a:ea typeface="Apple SD Gothic Neo"/>
                <a:cs typeface="Apple SD Gothic Neo"/>
              </a:defRPr>
            </a:pPr>
            <a:r>
              <a:rPr sz="2700" b="1">
                <a:solidFill>
                  <a:srgbClr val="3265D5"/>
                </a:solidFill>
                <a:latin typeface="Apple SD Gothic Neo"/>
                <a:ea typeface="Apple SD Gothic Neo"/>
                <a:cs typeface="Apple SD Gothic Neo"/>
              </a:rPr>
              <a:t>사내 IT 헬프데스크</a:t>
            </a:r>
          </a:p>
        </p:txBody>
      </p:sp>
      <p:sp>
        <p:nvSpPr>
          <p:cNvPr id="7" name="">
            <a:extLst xmlns:a="http://schemas.openxmlformats.org/drawingml/2006/main">
              <a:ext uri="{FF2B5EF4-FFF2-40B4-BE49-F238E27FC236}">
                <a16:creationId xmlns:a16="http://schemas.microsoft.com/office/drawing/2014/main" id="{449F3540-7D05-4B43-BA04-46634B18F01E}"/>
              </a:ext>
            </a:extLst>
          </p:cNvPr>
          <p:cNvSpPr>
            <a:spLocks xmlns:a="http://schemas.openxmlformats.org/drawingml/2006/main" noGrp="1"/>
          </p:cNvSpPr>
          <p:nvPr/>
        </p:nvSpPr>
        <p:spPr>
          <a:xfrm xmlns:a="http://schemas.openxmlformats.org/drawingml/2006/main">
            <a:off x="685800" y="3124200"/>
            <a:ext cx="5810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82942"/>
                </a:solidFill>
                <a:latin typeface="Apple SD Gothic Neo"/>
                <a:ea typeface="Apple SD Gothic Neo"/>
                <a:cs typeface="Apple SD Gothic Neo"/>
              </a:defRPr>
            </a:defPPr>
            <a:lvl1pPr>
              <a:defRPr sz="2325" b="0">
                <a:solidFill>
                  <a:srgbClr val="182942"/>
                </a:solidFill>
                <a:latin typeface="Apple SD Gothic Neo"/>
                <a:ea typeface="Apple SD Gothic Neo"/>
                <a:cs typeface="Apple SD Gothic Neo"/>
              </a:defRPr>
            </a:lvl1pPr>
            <a:lvl2pPr>
              <a:defRPr sz="2325" b="0">
                <a:solidFill>
                  <a:srgbClr val="182942"/>
                </a:solidFill>
                <a:latin typeface="Apple SD Gothic Neo"/>
                <a:ea typeface="Apple SD Gothic Neo"/>
                <a:cs typeface="Apple SD Gothic Neo"/>
              </a:defRPr>
            </a:lvl2pPr>
            <a:lvl3pPr>
              <a:defRPr sz="2325" b="0">
                <a:solidFill>
                  <a:srgbClr val="182942"/>
                </a:solidFill>
                <a:latin typeface="Apple SD Gothic Neo"/>
                <a:ea typeface="Apple SD Gothic Neo"/>
                <a:cs typeface="Apple SD Gothic Neo"/>
              </a:defRPr>
            </a:lvl3pPr>
            <a:lvl4pPr>
              <a:defRPr sz="2325" b="0">
                <a:solidFill>
                  <a:srgbClr val="182942"/>
                </a:solidFill>
                <a:latin typeface="Apple SD Gothic Neo"/>
                <a:ea typeface="Apple SD Gothic Neo"/>
                <a:cs typeface="Apple SD Gothic Neo"/>
              </a:defRPr>
            </a:lvl4pPr>
            <a:lvl5pPr>
              <a:defRPr sz="2325" b="0">
                <a:solidFill>
                  <a:srgbClr val="182942"/>
                </a:solidFill>
                <a:latin typeface="Apple SD Gothic Neo"/>
                <a:ea typeface="Apple SD Gothic Neo"/>
                <a:cs typeface="Apple SD Gothic Neo"/>
              </a:defRPr>
            </a:lvl5pPr>
            <a:lvl6pPr>
              <a:defRPr sz="2325" b="0">
                <a:solidFill>
                  <a:srgbClr val="182942"/>
                </a:solidFill>
                <a:latin typeface="Apple SD Gothic Neo"/>
                <a:ea typeface="Apple SD Gothic Neo"/>
                <a:cs typeface="Apple SD Gothic Neo"/>
              </a:defRPr>
            </a:lvl6pPr>
            <a:lvl7pPr>
              <a:defRPr sz="2325" b="0">
                <a:solidFill>
                  <a:srgbClr val="182942"/>
                </a:solidFill>
                <a:latin typeface="Apple SD Gothic Neo"/>
                <a:ea typeface="Apple SD Gothic Neo"/>
                <a:cs typeface="Apple SD Gothic Neo"/>
              </a:defRPr>
            </a:lvl7pPr>
            <a:lvl8pPr>
              <a:defRPr sz="2325" b="0">
                <a:solidFill>
                  <a:srgbClr val="182942"/>
                </a:solidFill>
                <a:latin typeface="Apple SD Gothic Neo"/>
                <a:ea typeface="Apple SD Gothic Neo"/>
                <a:cs typeface="Apple SD Gothic Neo"/>
              </a:defRPr>
            </a:lvl8pPr>
            <a:lvl9pPr>
              <a:defRPr sz="2325" b="0">
                <a:solidFill>
                  <a:srgbClr val="182942"/>
                </a:solidFill>
                <a:latin typeface="Apple SD Gothic Neo"/>
                <a:ea typeface="Apple SD Gothic Neo"/>
                <a:cs typeface="Apple SD Gothic Neo"/>
              </a:defRPr>
            </a:lvl9pPr>
          </a:lstStyle>
          <a:p xmlns:a="http://schemas.openxmlformats.org/drawingml/2006/main">
            <a:pPr>
              <a:defRPr sz="2325" b="0">
                <a:solidFill>
                  <a:srgbClr val="182942"/>
                </a:solidFill>
                <a:latin typeface="Apple SD Gothic Neo"/>
                <a:ea typeface="Apple SD Gothic Neo"/>
                <a:cs typeface="Apple SD Gothic Neo"/>
              </a:defRPr>
            </a:pPr>
            <a:r>
              <a:rPr sz="2325" b="0">
                <a:solidFill>
                  <a:srgbClr val="182942"/>
                </a:solidFill>
                <a:latin typeface="Apple SD Gothic Neo"/>
                <a:ea typeface="Apple SD Gothic Neo"/>
                <a:cs typeface="Apple SD Gothic Neo"/>
              </a:rPr>
              <a:t>직원 문의 → 접수 항목 정리</a:t>
            </a:r>
          </a:p>
          <a:p xmlns:a="http://schemas.openxmlformats.org/drawingml/2006/main">
            <a:pPr>
              <a:defRPr sz="2325" b="0">
                <a:solidFill>
                  <a:srgbClr val="182942"/>
                </a:solidFill>
                <a:latin typeface="Apple SD Gothic Neo"/>
                <a:ea typeface="Apple SD Gothic Neo"/>
                <a:cs typeface="Apple SD Gothic Neo"/>
              </a:defRPr>
            </a:pPr>
            <a:r>
              <a:rPr sz="2325" b="0">
                <a:solidFill>
                  <a:srgbClr val="182942"/>
                </a:solidFill>
                <a:latin typeface="Apple SD Gothic Neo"/>
                <a:ea typeface="Apple SD Gothic Neo"/>
                <a:cs typeface="Apple SD Gothic Neo"/>
              </a:rPr>
              <a:t>→ 관련 FAQ 안내 → 관리자 확인</a:t>
            </a:r>
          </a:p>
        </p:txBody>
      </p:sp>
      <p:sp>
        <p:nvSpPr>
          <p:cNvPr id="8" name="">
            <a:extLst xmlns:a="http://schemas.openxmlformats.org/drawingml/2006/main">
              <a:ext uri="{FF2B5EF4-FFF2-40B4-BE49-F238E27FC236}">
                <a16:creationId xmlns:a16="http://schemas.microsoft.com/office/drawing/2014/main" id="{FD7530DB-1534-4282-A836-D23E81E08D3F}"/>
              </a:ext>
            </a:extLst>
          </p:cNvPr>
          <p:cNvSpPr>
            <a:spLocks xmlns:a="http://schemas.openxmlformats.org/drawingml/2006/main" noGrp="1"/>
          </p:cNvSpPr>
          <p:nvPr/>
        </p:nvSpPr>
        <p:spPr>
          <a:xfrm xmlns:a="http://schemas.openxmlformats.org/drawingml/2006/main">
            <a:off x="685800" y="5095875"/>
            <a:ext cx="581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B687A"/>
                </a:solidFill>
                <a:latin typeface="Apple SD Gothic Neo"/>
                <a:ea typeface="Apple SD Gothic Neo"/>
                <a:cs typeface="Apple SD Gothic Neo"/>
              </a:defRPr>
            </a:defPPr>
            <a:lvl1pPr>
              <a:defRPr sz="2025" b="0">
                <a:solidFill>
                  <a:srgbClr val="5B687A"/>
                </a:solidFill>
                <a:latin typeface="Apple SD Gothic Neo"/>
                <a:ea typeface="Apple SD Gothic Neo"/>
                <a:cs typeface="Apple SD Gothic Neo"/>
              </a:defRPr>
            </a:lvl1pPr>
            <a:lvl2pPr>
              <a:defRPr sz="2025" b="0">
                <a:solidFill>
                  <a:srgbClr val="5B687A"/>
                </a:solidFill>
                <a:latin typeface="Apple SD Gothic Neo"/>
                <a:ea typeface="Apple SD Gothic Neo"/>
                <a:cs typeface="Apple SD Gothic Neo"/>
              </a:defRPr>
            </a:lvl2pPr>
            <a:lvl3pPr>
              <a:defRPr sz="2025" b="0">
                <a:solidFill>
                  <a:srgbClr val="5B687A"/>
                </a:solidFill>
                <a:latin typeface="Apple SD Gothic Neo"/>
                <a:ea typeface="Apple SD Gothic Neo"/>
                <a:cs typeface="Apple SD Gothic Neo"/>
              </a:defRPr>
            </a:lvl3pPr>
            <a:lvl4pPr>
              <a:defRPr sz="2025" b="0">
                <a:solidFill>
                  <a:srgbClr val="5B687A"/>
                </a:solidFill>
                <a:latin typeface="Apple SD Gothic Neo"/>
                <a:ea typeface="Apple SD Gothic Neo"/>
                <a:cs typeface="Apple SD Gothic Neo"/>
              </a:defRPr>
            </a:lvl4pPr>
            <a:lvl5pPr>
              <a:defRPr sz="2025" b="0">
                <a:solidFill>
                  <a:srgbClr val="5B687A"/>
                </a:solidFill>
                <a:latin typeface="Apple SD Gothic Neo"/>
                <a:ea typeface="Apple SD Gothic Neo"/>
                <a:cs typeface="Apple SD Gothic Neo"/>
              </a:defRPr>
            </a:lvl5pPr>
            <a:lvl6pPr>
              <a:defRPr sz="2025" b="0">
                <a:solidFill>
                  <a:srgbClr val="5B687A"/>
                </a:solidFill>
                <a:latin typeface="Apple SD Gothic Neo"/>
                <a:ea typeface="Apple SD Gothic Neo"/>
                <a:cs typeface="Apple SD Gothic Neo"/>
              </a:defRPr>
            </a:lvl6pPr>
            <a:lvl7pPr>
              <a:defRPr sz="2025" b="0">
                <a:solidFill>
                  <a:srgbClr val="5B687A"/>
                </a:solidFill>
                <a:latin typeface="Apple SD Gothic Neo"/>
                <a:ea typeface="Apple SD Gothic Neo"/>
                <a:cs typeface="Apple SD Gothic Neo"/>
              </a:defRPr>
            </a:lvl7pPr>
            <a:lvl8pPr>
              <a:defRPr sz="2025" b="0">
                <a:solidFill>
                  <a:srgbClr val="5B687A"/>
                </a:solidFill>
                <a:latin typeface="Apple SD Gothic Neo"/>
                <a:ea typeface="Apple SD Gothic Neo"/>
                <a:cs typeface="Apple SD Gothic Neo"/>
              </a:defRPr>
            </a:lvl8pPr>
            <a:lvl9pPr>
              <a:defRPr sz="2025" b="0">
                <a:solidFill>
                  <a:srgbClr val="5B687A"/>
                </a:solidFill>
                <a:latin typeface="Apple SD Gothic Neo"/>
                <a:ea typeface="Apple SD Gothic Neo"/>
                <a:cs typeface="Apple SD Gothic Neo"/>
              </a:defRPr>
            </a:lvl9pPr>
          </a:lstStyle>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현재 구현과 가장 가까운 활용</a:t>
            </a:r>
          </a:p>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담당자 배정·처리 상태·권한을 추가</a:t>
            </a:r>
          </a:p>
        </p:txBody>
      </p:sp>
      <p:sp>
        <p:nvSpPr>
          <p:cNvPr id="9" name="">
            <a:extLst xmlns:a="http://schemas.openxmlformats.org/drawingml/2006/main">
              <a:ext uri="{FF2B5EF4-FFF2-40B4-BE49-F238E27FC236}">
                <a16:creationId xmlns:a16="http://schemas.microsoft.com/office/drawing/2014/main" id="{9E700AB1-A2AA-4F68-9587-81CFE36548E5}"/>
              </a:ext>
            </a:extLst>
          </p:cNvPr>
          <p:cNvSpPr>
            <a:spLocks xmlns:a="http://schemas.openxmlformats.org/drawingml/2006/main" noGrp="1"/>
          </p:cNvSpPr>
          <p:nvPr/>
        </p:nvSpPr>
        <p:spPr>
          <a:xfrm xmlns:a="http://schemas.openxmlformats.org/drawingml/2006/main">
            <a:off x="7162800" y="217170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3265D5"/>
                </a:solidFill>
                <a:latin typeface="Apple SD Gothic Neo"/>
                <a:ea typeface="Apple SD Gothic Neo"/>
                <a:cs typeface="Apple SD Gothic Neo"/>
              </a:defRPr>
            </a:defPPr>
            <a:lvl1pPr>
              <a:defRPr sz="2700" b="1">
                <a:solidFill>
                  <a:srgbClr val="3265D5"/>
                </a:solidFill>
                <a:latin typeface="Apple SD Gothic Neo"/>
                <a:ea typeface="Apple SD Gothic Neo"/>
                <a:cs typeface="Apple SD Gothic Neo"/>
              </a:defRPr>
            </a:lvl1pPr>
            <a:lvl2pPr>
              <a:defRPr sz="2700" b="1">
                <a:solidFill>
                  <a:srgbClr val="3265D5"/>
                </a:solidFill>
                <a:latin typeface="Apple SD Gothic Neo"/>
                <a:ea typeface="Apple SD Gothic Neo"/>
                <a:cs typeface="Apple SD Gothic Neo"/>
              </a:defRPr>
            </a:lvl2pPr>
            <a:lvl3pPr>
              <a:defRPr sz="2700" b="1">
                <a:solidFill>
                  <a:srgbClr val="3265D5"/>
                </a:solidFill>
                <a:latin typeface="Apple SD Gothic Neo"/>
                <a:ea typeface="Apple SD Gothic Neo"/>
                <a:cs typeface="Apple SD Gothic Neo"/>
              </a:defRPr>
            </a:lvl3pPr>
            <a:lvl4pPr>
              <a:defRPr sz="2700" b="1">
                <a:solidFill>
                  <a:srgbClr val="3265D5"/>
                </a:solidFill>
                <a:latin typeface="Apple SD Gothic Neo"/>
                <a:ea typeface="Apple SD Gothic Neo"/>
                <a:cs typeface="Apple SD Gothic Neo"/>
              </a:defRPr>
            </a:lvl4pPr>
            <a:lvl5pPr>
              <a:defRPr sz="2700" b="1">
                <a:solidFill>
                  <a:srgbClr val="3265D5"/>
                </a:solidFill>
                <a:latin typeface="Apple SD Gothic Neo"/>
                <a:ea typeface="Apple SD Gothic Neo"/>
                <a:cs typeface="Apple SD Gothic Neo"/>
              </a:defRPr>
            </a:lvl5pPr>
            <a:lvl6pPr>
              <a:defRPr sz="2700" b="1">
                <a:solidFill>
                  <a:srgbClr val="3265D5"/>
                </a:solidFill>
                <a:latin typeface="Apple SD Gothic Neo"/>
                <a:ea typeface="Apple SD Gothic Neo"/>
                <a:cs typeface="Apple SD Gothic Neo"/>
              </a:defRPr>
            </a:lvl6pPr>
            <a:lvl7pPr>
              <a:defRPr sz="2700" b="1">
                <a:solidFill>
                  <a:srgbClr val="3265D5"/>
                </a:solidFill>
                <a:latin typeface="Apple SD Gothic Neo"/>
                <a:ea typeface="Apple SD Gothic Neo"/>
                <a:cs typeface="Apple SD Gothic Neo"/>
              </a:defRPr>
            </a:lvl7pPr>
            <a:lvl8pPr>
              <a:defRPr sz="2700" b="1">
                <a:solidFill>
                  <a:srgbClr val="3265D5"/>
                </a:solidFill>
                <a:latin typeface="Apple SD Gothic Neo"/>
                <a:ea typeface="Apple SD Gothic Neo"/>
                <a:cs typeface="Apple SD Gothic Neo"/>
              </a:defRPr>
            </a:lvl8pPr>
            <a:lvl9pPr>
              <a:defRPr sz="2700" b="1">
                <a:solidFill>
                  <a:srgbClr val="3265D5"/>
                </a:solidFill>
                <a:latin typeface="Apple SD Gothic Neo"/>
                <a:ea typeface="Apple SD Gothic Neo"/>
                <a:cs typeface="Apple SD Gothic Neo"/>
              </a:defRPr>
            </a:lvl9pPr>
          </a:lstStyle>
          <a:p xmlns:a="http://schemas.openxmlformats.org/drawingml/2006/main">
            <a:pPr>
              <a:defRPr sz="2700" b="1">
                <a:solidFill>
                  <a:srgbClr val="3265D5"/>
                </a:solidFill>
                <a:latin typeface="Apple SD Gothic Neo"/>
                <a:ea typeface="Apple SD Gothic Neo"/>
                <a:cs typeface="Apple SD Gothic Neo"/>
              </a:defRPr>
            </a:pPr>
            <a:r>
              <a:rPr sz="2700" b="1">
                <a:solidFill>
                  <a:srgbClr val="3265D5"/>
                </a:solidFill>
                <a:latin typeface="Apple SD Gothic Neo"/>
                <a:ea typeface="Apple SD Gothic Neo"/>
                <a:cs typeface="Apple SD Gothic Neo"/>
              </a:rPr>
              <a:t>배포 후 상태 점검 보조</a:t>
            </a:r>
          </a:p>
        </p:txBody>
      </p:sp>
      <p:sp>
        <p:nvSpPr>
          <p:cNvPr id="10" name="">
            <a:extLst xmlns:a="http://schemas.openxmlformats.org/drawingml/2006/main">
              <a:ext uri="{FF2B5EF4-FFF2-40B4-BE49-F238E27FC236}">
                <a16:creationId xmlns:a16="http://schemas.microsoft.com/office/drawing/2014/main" id="{EDA20D8A-3B48-44C1-809F-19723AF6DA7E}"/>
              </a:ext>
            </a:extLst>
          </p:cNvPr>
          <p:cNvSpPr>
            <a:spLocks xmlns:a="http://schemas.openxmlformats.org/drawingml/2006/main" noGrp="1"/>
          </p:cNvSpPr>
          <p:nvPr/>
        </p:nvSpPr>
        <p:spPr>
          <a:xfrm xmlns:a="http://schemas.openxmlformats.org/drawingml/2006/main">
            <a:off x="7162800" y="3124200"/>
            <a:ext cx="5810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182942"/>
                </a:solidFill>
                <a:latin typeface="Apple SD Gothic Neo"/>
                <a:ea typeface="Apple SD Gothic Neo"/>
                <a:cs typeface="Apple SD Gothic Neo"/>
              </a:defRPr>
            </a:defPPr>
            <a:lvl1pPr>
              <a:defRPr sz="2325" b="0">
                <a:solidFill>
                  <a:srgbClr val="182942"/>
                </a:solidFill>
                <a:latin typeface="Apple SD Gothic Neo"/>
                <a:ea typeface="Apple SD Gothic Neo"/>
                <a:cs typeface="Apple SD Gothic Neo"/>
              </a:defRPr>
            </a:lvl1pPr>
            <a:lvl2pPr>
              <a:defRPr sz="2325" b="0">
                <a:solidFill>
                  <a:srgbClr val="182942"/>
                </a:solidFill>
                <a:latin typeface="Apple SD Gothic Neo"/>
                <a:ea typeface="Apple SD Gothic Neo"/>
                <a:cs typeface="Apple SD Gothic Neo"/>
              </a:defRPr>
            </a:lvl2pPr>
            <a:lvl3pPr>
              <a:defRPr sz="2325" b="0">
                <a:solidFill>
                  <a:srgbClr val="182942"/>
                </a:solidFill>
                <a:latin typeface="Apple SD Gothic Neo"/>
                <a:ea typeface="Apple SD Gothic Neo"/>
                <a:cs typeface="Apple SD Gothic Neo"/>
              </a:defRPr>
            </a:lvl3pPr>
            <a:lvl4pPr>
              <a:defRPr sz="2325" b="0">
                <a:solidFill>
                  <a:srgbClr val="182942"/>
                </a:solidFill>
                <a:latin typeface="Apple SD Gothic Neo"/>
                <a:ea typeface="Apple SD Gothic Neo"/>
                <a:cs typeface="Apple SD Gothic Neo"/>
              </a:defRPr>
            </a:lvl4pPr>
            <a:lvl5pPr>
              <a:defRPr sz="2325" b="0">
                <a:solidFill>
                  <a:srgbClr val="182942"/>
                </a:solidFill>
                <a:latin typeface="Apple SD Gothic Neo"/>
                <a:ea typeface="Apple SD Gothic Neo"/>
                <a:cs typeface="Apple SD Gothic Neo"/>
              </a:defRPr>
            </a:lvl5pPr>
            <a:lvl6pPr>
              <a:defRPr sz="2325" b="0">
                <a:solidFill>
                  <a:srgbClr val="182942"/>
                </a:solidFill>
                <a:latin typeface="Apple SD Gothic Neo"/>
                <a:ea typeface="Apple SD Gothic Neo"/>
                <a:cs typeface="Apple SD Gothic Neo"/>
              </a:defRPr>
            </a:lvl6pPr>
            <a:lvl7pPr>
              <a:defRPr sz="2325" b="0">
                <a:solidFill>
                  <a:srgbClr val="182942"/>
                </a:solidFill>
                <a:latin typeface="Apple SD Gothic Neo"/>
                <a:ea typeface="Apple SD Gothic Neo"/>
                <a:cs typeface="Apple SD Gothic Neo"/>
              </a:defRPr>
            </a:lvl7pPr>
            <a:lvl8pPr>
              <a:defRPr sz="2325" b="0">
                <a:solidFill>
                  <a:srgbClr val="182942"/>
                </a:solidFill>
                <a:latin typeface="Apple SD Gothic Neo"/>
                <a:ea typeface="Apple SD Gothic Neo"/>
                <a:cs typeface="Apple SD Gothic Neo"/>
              </a:defRPr>
            </a:lvl8pPr>
            <a:lvl9pPr>
              <a:defRPr sz="2325" b="0">
                <a:solidFill>
                  <a:srgbClr val="182942"/>
                </a:solidFill>
                <a:latin typeface="Apple SD Gothic Neo"/>
                <a:ea typeface="Apple SD Gothic Neo"/>
                <a:cs typeface="Apple SD Gothic Neo"/>
              </a:defRPr>
            </a:lvl9pPr>
          </a:lstStyle>
          <a:p xmlns:a="http://schemas.openxmlformats.org/drawingml/2006/main">
            <a:pPr>
              <a:defRPr sz="2325" b="0">
                <a:solidFill>
                  <a:srgbClr val="182942"/>
                </a:solidFill>
                <a:latin typeface="Apple SD Gothic Neo"/>
                <a:ea typeface="Apple SD Gothic Neo"/>
                <a:cs typeface="Apple SD Gothic Neo"/>
              </a:defRPr>
            </a:pPr>
            <a:r>
              <a:rPr sz="2325" b="0">
                <a:solidFill>
                  <a:srgbClr val="182942"/>
                </a:solidFill>
                <a:latin typeface="Apple SD Gothic Neo"/>
                <a:ea typeface="Apple SD Gothic Neo"/>
                <a:cs typeface="Apple SD Gothic Neo"/>
              </a:rPr>
              <a:t>점검 대상 선택 → 지표·문서 확인</a:t>
            </a:r>
          </a:p>
          <a:p xmlns:a="http://schemas.openxmlformats.org/drawingml/2006/main">
            <a:pPr>
              <a:defRPr sz="2325" b="0">
                <a:solidFill>
                  <a:srgbClr val="182942"/>
                </a:solidFill>
                <a:latin typeface="Apple SD Gothic Neo"/>
                <a:ea typeface="Apple SD Gothic Neo"/>
                <a:cs typeface="Apple SD Gothic Neo"/>
              </a:defRPr>
            </a:pPr>
            <a:r>
              <a:rPr sz="2325" b="0">
                <a:solidFill>
                  <a:srgbClr val="182942"/>
                </a:solidFill>
                <a:latin typeface="Apple SD Gothic Neo"/>
                <a:ea typeface="Apple SD Gothic Neo"/>
                <a:cs typeface="Apple SD Gothic Neo"/>
              </a:rPr>
              <a:t>→ 점검 근거와 문의 이력 기록</a:t>
            </a:r>
          </a:p>
        </p:txBody>
      </p:sp>
      <p:sp>
        <p:nvSpPr>
          <p:cNvPr id="11" name="">
            <a:extLst xmlns:a="http://schemas.openxmlformats.org/drawingml/2006/main">
              <a:ext uri="{FF2B5EF4-FFF2-40B4-BE49-F238E27FC236}">
                <a16:creationId xmlns:a16="http://schemas.microsoft.com/office/drawing/2014/main" id="{602E6731-D5AF-489D-A80E-0FC2AFB57015}"/>
              </a:ext>
            </a:extLst>
          </p:cNvPr>
          <p:cNvSpPr>
            <a:spLocks xmlns:a="http://schemas.openxmlformats.org/drawingml/2006/main" noGrp="1"/>
          </p:cNvSpPr>
          <p:nvPr/>
        </p:nvSpPr>
        <p:spPr>
          <a:xfrm xmlns:a="http://schemas.openxmlformats.org/drawingml/2006/main">
            <a:off x="7162800" y="5095875"/>
            <a:ext cx="5810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5B687A"/>
                </a:solidFill>
                <a:latin typeface="Apple SD Gothic Neo"/>
                <a:ea typeface="Apple SD Gothic Neo"/>
                <a:cs typeface="Apple SD Gothic Neo"/>
              </a:defRPr>
            </a:defPPr>
            <a:lvl1pPr>
              <a:defRPr sz="2025" b="0">
                <a:solidFill>
                  <a:srgbClr val="5B687A"/>
                </a:solidFill>
                <a:latin typeface="Apple SD Gothic Neo"/>
                <a:ea typeface="Apple SD Gothic Neo"/>
                <a:cs typeface="Apple SD Gothic Neo"/>
              </a:defRPr>
            </a:lvl1pPr>
            <a:lvl2pPr>
              <a:defRPr sz="2025" b="0">
                <a:solidFill>
                  <a:srgbClr val="5B687A"/>
                </a:solidFill>
                <a:latin typeface="Apple SD Gothic Neo"/>
                <a:ea typeface="Apple SD Gothic Neo"/>
                <a:cs typeface="Apple SD Gothic Neo"/>
              </a:defRPr>
            </a:lvl2pPr>
            <a:lvl3pPr>
              <a:defRPr sz="2025" b="0">
                <a:solidFill>
                  <a:srgbClr val="5B687A"/>
                </a:solidFill>
                <a:latin typeface="Apple SD Gothic Neo"/>
                <a:ea typeface="Apple SD Gothic Neo"/>
                <a:cs typeface="Apple SD Gothic Neo"/>
              </a:defRPr>
            </a:lvl3pPr>
            <a:lvl4pPr>
              <a:defRPr sz="2025" b="0">
                <a:solidFill>
                  <a:srgbClr val="5B687A"/>
                </a:solidFill>
                <a:latin typeface="Apple SD Gothic Neo"/>
                <a:ea typeface="Apple SD Gothic Neo"/>
                <a:cs typeface="Apple SD Gothic Neo"/>
              </a:defRPr>
            </a:lvl4pPr>
            <a:lvl5pPr>
              <a:defRPr sz="2025" b="0">
                <a:solidFill>
                  <a:srgbClr val="5B687A"/>
                </a:solidFill>
                <a:latin typeface="Apple SD Gothic Neo"/>
                <a:ea typeface="Apple SD Gothic Neo"/>
                <a:cs typeface="Apple SD Gothic Neo"/>
              </a:defRPr>
            </a:lvl5pPr>
            <a:lvl6pPr>
              <a:defRPr sz="2025" b="0">
                <a:solidFill>
                  <a:srgbClr val="5B687A"/>
                </a:solidFill>
                <a:latin typeface="Apple SD Gothic Neo"/>
                <a:ea typeface="Apple SD Gothic Neo"/>
                <a:cs typeface="Apple SD Gothic Neo"/>
              </a:defRPr>
            </a:lvl6pPr>
            <a:lvl7pPr>
              <a:defRPr sz="2025" b="0">
                <a:solidFill>
                  <a:srgbClr val="5B687A"/>
                </a:solidFill>
                <a:latin typeface="Apple SD Gothic Neo"/>
                <a:ea typeface="Apple SD Gothic Neo"/>
                <a:cs typeface="Apple SD Gothic Neo"/>
              </a:defRPr>
            </a:lvl7pPr>
            <a:lvl8pPr>
              <a:defRPr sz="2025" b="0">
                <a:solidFill>
                  <a:srgbClr val="5B687A"/>
                </a:solidFill>
                <a:latin typeface="Apple SD Gothic Neo"/>
                <a:ea typeface="Apple SD Gothic Neo"/>
                <a:cs typeface="Apple SD Gothic Neo"/>
              </a:defRPr>
            </a:lvl8pPr>
            <a:lvl9pPr>
              <a:defRPr sz="2025" b="0">
                <a:solidFill>
                  <a:srgbClr val="5B687A"/>
                </a:solidFill>
                <a:latin typeface="Apple SD Gothic Neo"/>
                <a:ea typeface="Apple SD Gothic Neo"/>
                <a:cs typeface="Apple SD Gothic Neo"/>
              </a:defRPr>
            </a:lvl9pPr>
          </a:lstStyle>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실제 배포 이력·오류 로그 연동 필요</a:t>
            </a:r>
          </a:p>
          <a:p xmlns:a="http://schemas.openxmlformats.org/drawingml/2006/main">
            <a:pPr>
              <a:defRPr sz="2025" b="0">
                <a:solidFill>
                  <a:srgbClr val="5B687A"/>
                </a:solidFill>
                <a:latin typeface="Apple SD Gothic Neo"/>
                <a:ea typeface="Apple SD Gothic Neo"/>
                <a:cs typeface="Apple SD Gothic Neo"/>
              </a:defRPr>
            </a:pPr>
            <a:r>
              <a:rPr sz="2025" b="0">
                <a:solidFill>
                  <a:srgbClr val="5B687A"/>
                </a:solidFill>
                <a:latin typeface="Apple SD Gothic Neo"/>
                <a:ea typeface="Apple SD Gothic Neo"/>
                <a:cs typeface="Apple SD Gothic Neo"/>
              </a:rPr>
              <a:t>현재 데이터만으로 장애 원인 확정 불가</a:t>
            </a:r>
          </a:p>
        </p:txBody>
      </p:sp>
      <p:sp>
        <p:nvSpPr>
          <p:cNvPr id="12" name="">
            <a:extLst xmlns:a="http://schemas.openxmlformats.org/drawingml/2006/main">
              <a:ext uri="{FF2B5EF4-FFF2-40B4-BE49-F238E27FC236}">
                <a16:creationId xmlns:a16="http://schemas.microsoft.com/office/drawing/2014/main" id="{A2EBC08D-A6A6-4DA6-AD0C-9318239CF904}"/>
              </a:ext>
            </a:extLst>
          </p:cNvPr>
          <p:cNvSpPr>
            <a:spLocks xmlns:a="http://schemas.openxmlformats.org/drawingml/2006/main" noGrp="1"/>
          </p:cNvSpPr>
          <p:nvPr/>
        </p:nvSpPr>
        <p:spPr>
          <a:xfrm xmlns:a="http://schemas.openxmlformats.org/drawingml/2006/main">
            <a:off x="685800" y="6762750"/>
            <a:ext cx="1228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B687A"/>
                </a:solidFill>
                <a:latin typeface="Apple SD Gothic Neo"/>
                <a:ea typeface="Apple SD Gothic Neo"/>
                <a:cs typeface="Apple SD Gothic Neo"/>
              </a:defRPr>
            </a:defPPr>
            <a:lvl1pPr>
              <a:defRPr sz="1500" b="0">
                <a:solidFill>
                  <a:srgbClr val="5B687A"/>
                </a:solidFill>
                <a:latin typeface="Apple SD Gothic Neo"/>
                <a:ea typeface="Apple SD Gothic Neo"/>
                <a:cs typeface="Apple SD Gothic Neo"/>
              </a:defRPr>
            </a:lvl1pPr>
            <a:lvl2pPr>
              <a:defRPr sz="1500" b="0">
                <a:solidFill>
                  <a:srgbClr val="5B687A"/>
                </a:solidFill>
                <a:latin typeface="Apple SD Gothic Neo"/>
                <a:ea typeface="Apple SD Gothic Neo"/>
                <a:cs typeface="Apple SD Gothic Neo"/>
              </a:defRPr>
            </a:lvl2pPr>
            <a:lvl3pPr>
              <a:defRPr sz="1500" b="0">
                <a:solidFill>
                  <a:srgbClr val="5B687A"/>
                </a:solidFill>
                <a:latin typeface="Apple SD Gothic Neo"/>
                <a:ea typeface="Apple SD Gothic Neo"/>
                <a:cs typeface="Apple SD Gothic Neo"/>
              </a:defRPr>
            </a:lvl3pPr>
            <a:lvl4pPr>
              <a:defRPr sz="1500" b="0">
                <a:solidFill>
                  <a:srgbClr val="5B687A"/>
                </a:solidFill>
                <a:latin typeface="Apple SD Gothic Neo"/>
                <a:ea typeface="Apple SD Gothic Neo"/>
                <a:cs typeface="Apple SD Gothic Neo"/>
              </a:defRPr>
            </a:lvl4pPr>
            <a:lvl5pPr>
              <a:defRPr sz="1500" b="0">
                <a:solidFill>
                  <a:srgbClr val="5B687A"/>
                </a:solidFill>
                <a:latin typeface="Apple SD Gothic Neo"/>
                <a:ea typeface="Apple SD Gothic Neo"/>
                <a:cs typeface="Apple SD Gothic Neo"/>
              </a:defRPr>
            </a:lvl5pPr>
            <a:lvl6pPr>
              <a:defRPr sz="1500" b="0">
                <a:solidFill>
                  <a:srgbClr val="5B687A"/>
                </a:solidFill>
                <a:latin typeface="Apple SD Gothic Neo"/>
                <a:ea typeface="Apple SD Gothic Neo"/>
                <a:cs typeface="Apple SD Gothic Neo"/>
              </a:defRPr>
            </a:lvl6pPr>
            <a:lvl7pPr>
              <a:defRPr sz="1500" b="0">
                <a:solidFill>
                  <a:srgbClr val="5B687A"/>
                </a:solidFill>
                <a:latin typeface="Apple SD Gothic Neo"/>
                <a:ea typeface="Apple SD Gothic Neo"/>
                <a:cs typeface="Apple SD Gothic Neo"/>
              </a:defRPr>
            </a:lvl7pPr>
            <a:lvl8pPr>
              <a:defRPr sz="1500" b="0">
                <a:solidFill>
                  <a:srgbClr val="5B687A"/>
                </a:solidFill>
                <a:latin typeface="Apple SD Gothic Neo"/>
                <a:ea typeface="Apple SD Gothic Neo"/>
                <a:cs typeface="Apple SD Gothic Neo"/>
              </a:defRPr>
            </a:lvl8pPr>
            <a:lvl9pPr>
              <a:defRPr sz="1500" b="0">
                <a:solidFill>
                  <a:srgbClr val="5B687A"/>
                </a:solidFill>
                <a:latin typeface="Apple SD Gothic Neo"/>
                <a:ea typeface="Apple SD Gothic Neo"/>
                <a:cs typeface="Apple SD Gothic Neo"/>
              </a:defRPr>
            </a:lvl9pPr>
          </a:lstStyle>
          <a:p xmlns:a="http://schemas.openxmlformats.org/drawingml/2006/main">
            <a:pPr>
              <a:defRPr sz="1500" b="0">
                <a:solidFill>
                  <a:srgbClr val="5B687A"/>
                </a:solidFill>
                <a:latin typeface="Apple SD Gothic Neo"/>
                <a:ea typeface="Apple SD Gothic Neo"/>
                <a:cs typeface="Apple SD Gothic Neo"/>
              </a:defRPr>
            </a:pPr>
            <a:r>
              <a:rPr sz="1500" b="0">
                <a:solidFill>
                  <a:srgbClr val="5B687A"/>
                </a:solidFill>
                <a:latin typeface="Apple SD Gothic Neo"/>
                <a:ea typeface="Apple SD Gothic Neo"/>
                <a:cs typeface="Apple SD Gothic Neo"/>
              </a:rPr>
              <a:t>기대 효과: 재설명·수동 정리 부담 감소 · 실제 업무 시간 절감량은 아직 측정하지 않음</a:t>
            </a:r>
          </a:p>
        </p:txBody>
      </p:sp>
    </p:spTree>
    <p:extLst>
      <p:ext uri="{BB962C8B-B14F-4D97-AF65-F5344CB8AC3E}">
        <p14:creationId xmlns:p14="http://schemas.microsoft.com/office/powerpoint/2010/main" val="581320708"/>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6BFFDB3-2800-43D8-B110-FEDB58DE9D57}"/>
              </a:ext>
            </a:extLst>
          </p:cNvPr>
          <p:cNvSpPr>
            <a:spLocks xmlns:a="http://schemas.openxmlformats.org/drawingml/2006/main" noGrp="1"/>
          </p:cNvSpPr>
          <p:nvPr/>
        </p:nvSpPr>
        <p:spPr>
          <a:xfrm xmlns:a="http://schemas.openxmlformats.org/drawingml/2006/main">
            <a:off x="666750" y="228600"/>
            <a:ext cx="1066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AI HELPDESK  /  AI 서비스 Mini Project</a:t>
            </a:r>
          </a:p>
        </p:txBody>
      </p:sp>
      <p:sp>
        <p:nvSpPr>
          <p:cNvPr id="2" name="">
            <a:extLst xmlns:a="http://schemas.openxmlformats.org/drawingml/2006/main">
              <a:ext uri="{FF2B5EF4-FFF2-40B4-BE49-F238E27FC236}">
                <a16:creationId xmlns:a16="http://schemas.microsoft.com/office/drawing/2014/main" id="{2F521AC3-F135-45E2-9B49-11ECEDC9FF8C}"/>
              </a:ext>
            </a:extLst>
          </p:cNvPr>
          <p:cNvSpPr>
            <a:spLocks xmlns:a="http://schemas.openxmlformats.org/drawingml/2006/main" noGrp="1"/>
          </p:cNvSpPr>
          <p:nvPr/>
        </p:nvSpPr>
        <p:spPr>
          <a:xfrm xmlns:a="http://schemas.openxmlformats.org/drawingml/2006/main">
            <a:off x="666750" y="714375"/>
            <a:ext cx="1238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82942"/>
                </a:solidFill>
                <a:latin typeface="Apple SD Gothic Neo"/>
                <a:ea typeface="Apple SD Gothic Neo"/>
                <a:cs typeface="Apple SD Gothic Neo"/>
              </a:defRPr>
            </a:defPPr>
            <a:lvl1pPr>
              <a:defRPr sz="3300" b="1">
                <a:solidFill>
                  <a:srgbClr val="182942"/>
                </a:solidFill>
                <a:latin typeface="Apple SD Gothic Neo"/>
                <a:ea typeface="Apple SD Gothic Neo"/>
                <a:cs typeface="Apple SD Gothic Neo"/>
              </a:defRPr>
            </a:lvl1pPr>
            <a:lvl2pPr>
              <a:defRPr sz="3300" b="1">
                <a:solidFill>
                  <a:srgbClr val="182942"/>
                </a:solidFill>
                <a:latin typeface="Apple SD Gothic Neo"/>
                <a:ea typeface="Apple SD Gothic Neo"/>
                <a:cs typeface="Apple SD Gothic Neo"/>
              </a:defRPr>
            </a:lvl2pPr>
            <a:lvl3pPr>
              <a:defRPr sz="3300" b="1">
                <a:solidFill>
                  <a:srgbClr val="182942"/>
                </a:solidFill>
                <a:latin typeface="Apple SD Gothic Neo"/>
                <a:ea typeface="Apple SD Gothic Neo"/>
                <a:cs typeface="Apple SD Gothic Neo"/>
              </a:defRPr>
            </a:lvl3pPr>
            <a:lvl4pPr>
              <a:defRPr sz="3300" b="1">
                <a:solidFill>
                  <a:srgbClr val="182942"/>
                </a:solidFill>
                <a:latin typeface="Apple SD Gothic Neo"/>
                <a:ea typeface="Apple SD Gothic Neo"/>
                <a:cs typeface="Apple SD Gothic Neo"/>
              </a:defRPr>
            </a:lvl4pPr>
            <a:lvl5pPr>
              <a:defRPr sz="3300" b="1">
                <a:solidFill>
                  <a:srgbClr val="182942"/>
                </a:solidFill>
                <a:latin typeface="Apple SD Gothic Neo"/>
                <a:ea typeface="Apple SD Gothic Neo"/>
                <a:cs typeface="Apple SD Gothic Neo"/>
              </a:defRPr>
            </a:lvl5pPr>
            <a:lvl6pPr>
              <a:defRPr sz="3300" b="1">
                <a:solidFill>
                  <a:srgbClr val="182942"/>
                </a:solidFill>
                <a:latin typeface="Apple SD Gothic Neo"/>
                <a:ea typeface="Apple SD Gothic Neo"/>
                <a:cs typeface="Apple SD Gothic Neo"/>
              </a:defRPr>
            </a:lvl6pPr>
            <a:lvl7pPr>
              <a:defRPr sz="3300" b="1">
                <a:solidFill>
                  <a:srgbClr val="182942"/>
                </a:solidFill>
                <a:latin typeface="Apple SD Gothic Neo"/>
                <a:ea typeface="Apple SD Gothic Neo"/>
                <a:cs typeface="Apple SD Gothic Neo"/>
              </a:defRPr>
            </a:lvl7pPr>
            <a:lvl8pPr>
              <a:defRPr sz="3300" b="1">
                <a:solidFill>
                  <a:srgbClr val="182942"/>
                </a:solidFill>
                <a:latin typeface="Apple SD Gothic Neo"/>
                <a:ea typeface="Apple SD Gothic Neo"/>
                <a:cs typeface="Apple SD Gothic Neo"/>
              </a:defRPr>
            </a:lvl8pPr>
            <a:lvl9pPr>
              <a:defRPr sz="3300" b="1">
                <a:solidFill>
                  <a:srgbClr val="182942"/>
                </a:solidFill>
                <a:latin typeface="Apple SD Gothic Neo"/>
                <a:ea typeface="Apple SD Gothic Neo"/>
                <a:cs typeface="Apple SD Gothic Neo"/>
              </a:defRPr>
            </a:lvl9pPr>
          </a:lstStyle>
          <a:p xmlns:a="http://schemas.openxmlformats.org/drawingml/2006/main">
            <a:pPr>
              <a:defRPr sz="3300" b="1">
                <a:solidFill>
                  <a:srgbClr val="182942"/>
                </a:solidFill>
                <a:latin typeface="Apple SD Gothic Neo"/>
                <a:ea typeface="Apple SD Gothic Neo"/>
                <a:cs typeface="Apple SD Gothic Neo"/>
              </a:defRPr>
            </a:pPr>
            <a:r>
              <a:rPr sz="3300" b="1">
                <a:solidFill>
                  <a:srgbClr val="182942"/>
                </a:solidFill>
                <a:latin typeface="Apple SD Gothic Neo"/>
                <a:ea typeface="Apple SD Gothic Neo"/>
                <a:cs typeface="Apple SD Gothic Neo"/>
              </a:rPr>
              <a:t>개발에서 확인한 점과 결과 자료</a:t>
            </a:r>
          </a:p>
        </p:txBody>
      </p:sp>
      <p:sp>
        <p:nvSpPr>
          <p:cNvPr id="3" name="">
            <a:extLst xmlns:a="http://schemas.openxmlformats.org/drawingml/2006/main">
              <a:ext uri="{FF2B5EF4-FFF2-40B4-BE49-F238E27FC236}">
                <a16:creationId xmlns:a16="http://schemas.microsoft.com/office/drawing/2014/main" id="{C72B6402-FDDF-43BD-80CC-72B4D52567C6}"/>
              </a:ext>
            </a:extLst>
          </p:cNvPr>
          <p:cNvSpPr>
            <a:spLocks xmlns:a="http://schemas.openxmlformats.org/drawingml/2006/main" noGrp="1"/>
          </p:cNvSpPr>
          <p:nvPr/>
        </p:nvSpPr>
        <p:spPr>
          <a:xfrm xmlns:a="http://schemas.openxmlformats.org/drawingml/2006/main">
            <a:off x="666750" y="729615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5B687A"/>
                </a:solidFill>
                <a:latin typeface="Apple SD Gothic Neo"/>
                <a:ea typeface="Apple SD Gothic Neo"/>
                <a:cs typeface="Apple SD Gothic Neo"/>
              </a:defRPr>
            </a:defPPr>
            <a:lvl1pPr>
              <a:defRPr sz="1200" b="0">
                <a:solidFill>
                  <a:srgbClr val="5B687A"/>
                </a:solidFill>
                <a:latin typeface="Apple SD Gothic Neo"/>
                <a:ea typeface="Apple SD Gothic Neo"/>
                <a:cs typeface="Apple SD Gothic Neo"/>
              </a:defRPr>
            </a:lvl1pPr>
            <a:lvl2pPr>
              <a:defRPr sz="1200" b="0">
                <a:solidFill>
                  <a:srgbClr val="5B687A"/>
                </a:solidFill>
                <a:latin typeface="Apple SD Gothic Neo"/>
                <a:ea typeface="Apple SD Gothic Neo"/>
                <a:cs typeface="Apple SD Gothic Neo"/>
              </a:defRPr>
            </a:lvl2pPr>
            <a:lvl3pPr>
              <a:defRPr sz="1200" b="0">
                <a:solidFill>
                  <a:srgbClr val="5B687A"/>
                </a:solidFill>
                <a:latin typeface="Apple SD Gothic Neo"/>
                <a:ea typeface="Apple SD Gothic Neo"/>
                <a:cs typeface="Apple SD Gothic Neo"/>
              </a:defRPr>
            </a:lvl3pPr>
            <a:lvl4pPr>
              <a:defRPr sz="1200" b="0">
                <a:solidFill>
                  <a:srgbClr val="5B687A"/>
                </a:solidFill>
                <a:latin typeface="Apple SD Gothic Neo"/>
                <a:ea typeface="Apple SD Gothic Neo"/>
                <a:cs typeface="Apple SD Gothic Neo"/>
              </a:defRPr>
            </a:lvl4pPr>
            <a:lvl5pPr>
              <a:defRPr sz="1200" b="0">
                <a:solidFill>
                  <a:srgbClr val="5B687A"/>
                </a:solidFill>
                <a:latin typeface="Apple SD Gothic Neo"/>
                <a:ea typeface="Apple SD Gothic Neo"/>
                <a:cs typeface="Apple SD Gothic Neo"/>
              </a:defRPr>
            </a:lvl5pPr>
            <a:lvl6pPr>
              <a:defRPr sz="1200" b="0">
                <a:solidFill>
                  <a:srgbClr val="5B687A"/>
                </a:solidFill>
                <a:latin typeface="Apple SD Gothic Neo"/>
                <a:ea typeface="Apple SD Gothic Neo"/>
                <a:cs typeface="Apple SD Gothic Neo"/>
              </a:defRPr>
            </a:lvl6pPr>
            <a:lvl7pPr>
              <a:defRPr sz="1200" b="0">
                <a:solidFill>
                  <a:srgbClr val="5B687A"/>
                </a:solidFill>
                <a:latin typeface="Apple SD Gothic Neo"/>
                <a:ea typeface="Apple SD Gothic Neo"/>
                <a:cs typeface="Apple SD Gothic Neo"/>
              </a:defRPr>
            </a:lvl7pPr>
            <a:lvl8pPr>
              <a:defRPr sz="1200" b="0">
                <a:solidFill>
                  <a:srgbClr val="5B687A"/>
                </a:solidFill>
                <a:latin typeface="Apple SD Gothic Neo"/>
                <a:ea typeface="Apple SD Gothic Neo"/>
                <a:cs typeface="Apple SD Gothic Neo"/>
              </a:defRPr>
            </a:lvl8pPr>
            <a:lvl9pPr>
              <a:defRPr sz="1200" b="0">
                <a:solidFill>
                  <a:srgbClr val="5B687A"/>
                </a:solidFill>
                <a:latin typeface="Apple SD Gothic Neo"/>
                <a:ea typeface="Apple SD Gothic Neo"/>
                <a:cs typeface="Apple SD Gothic Neo"/>
              </a:defRPr>
            </a:lvl9pPr>
          </a:lstStyle>
          <a:p xmlns:a="http://schemas.openxmlformats.org/drawingml/2006/main">
            <a:pPr>
              <a:defRPr sz="1200" b="0">
                <a:solidFill>
                  <a:srgbClr val="5B687A"/>
                </a:solidFill>
                <a:latin typeface="Apple SD Gothic Neo"/>
                <a:ea typeface="Apple SD Gothic Neo"/>
                <a:cs typeface="Apple SD Gothic Neo"/>
              </a:defRPr>
            </a:pPr>
            <a:r>
              <a:rPr sz="1200" b="0">
                <a:solidFill>
                  <a:srgbClr val="5B687A"/>
                </a:solidFill>
                <a:latin typeface="Apple SD Gothic Neo"/>
                <a:ea typeface="Apple SD Gothic Neo"/>
                <a:cs typeface="Apple SD Gothic Neo"/>
              </a:rPr>
              <a:t>G081 · 성가연</a:t>
            </a:r>
          </a:p>
        </p:txBody>
      </p:sp>
      <p:sp>
        <p:nvSpPr>
          <p:cNvPr id="4" name="">
            <a:extLst xmlns:a="http://schemas.openxmlformats.org/drawingml/2006/main">
              <a:ext uri="{FF2B5EF4-FFF2-40B4-BE49-F238E27FC236}">
                <a16:creationId xmlns:a16="http://schemas.microsoft.com/office/drawing/2014/main" id="{95A2B96B-0FBE-4110-A9AC-1503D2943886}"/>
              </a:ext>
            </a:extLst>
          </p:cNvPr>
          <p:cNvSpPr>
            <a:spLocks xmlns:a="http://schemas.openxmlformats.org/drawingml/2006/main" noGrp="1"/>
          </p:cNvSpPr>
          <p:nvPr/>
        </p:nvSpPr>
        <p:spPr>
          <a:xfrm xmlns:a="http://schemas.openxmlformats.org/drawingml/2006/main">
            <a:off x="12573000" y="728662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3265D5"/>
                </a:solidFill>
                <a:latin typeface="Apple SD Gothic Neo"/>
                <a:ea typeface="Apple SD Gothic Neo"/>
                <a:cs typeface="Apple SD Gothic Neo"/>
              </a:defRPr>
            </a:defPPr>
            <a:lvl1pPr>
              <a:defRPr sz="1350" b="1">
                <a:solidFill>
                  <a:srgbClr val="3265D5"/>
                </a:solidFill>
                <a:latin typeface="Apple SD Gothic Neo"/>
                <a:ea typeface="Apple SD Gothic Neo"/>
                <a:cs typeface="Apple SD Gothic Neo"/>
              </a:defRPr>
            </a:lvl1pPr>
            <a:lvl2pPr>
              <a:defRPr sz="1350" b="1">
                <a:solidFill>
                  <a:srgbClr val="3265D5"/>
                </a:solidFill>
                <a:latin typeface="Apple SD Gothic Neo"/>
                <a:ea typeface="Apple SD Gothic Neo"/>
                <a:cs typeface="Apple SD Gothic Neo"/>
              </a:defRPr>
            </a:lvl2pPr>
            <a:lvl3pPr>
              <a:defRPr sz="1350" b="1">
                <a:solidFill>
                  <a:srgbClr val="3265D5"/>
                </a:solidFill>
                <a:latin typeface="Apple SD Gothic Neo"/>
                <a:ea typeface="Apple SD Gothic Neo"/>
                <a:cs typeface="Apple SD Gothic Neo"/>
              </a:defRPr>
            </a:lvl3pPr>
            <a:lvl4pPr>
              <a:defRPr sz="1350" b="1">
                <a:solidFill>
                  <a:srgbClr val="3265D5"/>
                </a:solidFill>
                <a:latin typeface="Apple SD Gothic Neo"/>
                <a:ea typeface="Apple SD Gothic Neo"/>
                <a:cs typeface="Apple SD Gothic Neo"/>
              </a:defRPr>
            </a:lvl4pPr>
            <a:lvl5pPr>
              <a:defRPr sz="1350" b="1">
                <a:solidFill>
                  <a:srgbClr val="3265D5"/>
                </a:solidFill>
                <a:latin typeface="Apple SD Gothic Neo"/>
                <a:ea typeface="Apple SD Gothic Neo"/>
                <a:cs typeface="Apple SD Gothic Neo"/>
              </a:defRPr>
            </a:lvl5pPr>
            <a:lvl6pPr>
              <a:defRPr sz="1350" b="1">
                <a:solidFill>
                  <a:srgbClr val="3265D5"/>
                </a:solidFill>
                <a:latin typeface="Apple SD Gothic Neo"/>
                <a:ea typeface="Apple SD Gothic Neo"/>
                <a:cs typeface="Apple SD Gothic Neo"/>
              </a:defRPr>
            </a:lvl6pPr>
            <a:lvl7pPr>
              <a:defRPr sz="1350" b="1">
                <a:solidFill>
                  <a:srgbClr val="3265D5"/>
                </a:solidFill>
                <a:latin typeface="Apple SD Gothic Neo"/>
                <a:ea typeface="Apple SD Gothic Neo"/>
                <a:cs typeface="Apple SD Gothic Neo"/>
              </a:defRPr>
            </a:lvl7pPr>
            <a:lvl8pPr>
              <a:defRPr sz="1350" b="1">
                <a:solidFill>
                  <a:srgbClr val="3265D5"/>
                </a:solidFill>
                <a:latin typeface="Apple SD Gothic Neo"/>
                <a:ea typeface="Apple SD Gothic Neo"/>
                <a:cs typeface="Apple SD Gothic Neo"/>
              </a:defRPr>
            </a:lvl8pPr>
            <a:lvl9pPr>
              <a:defRPr sz="1350" b="1">
                <a:solidFill>
                  <a:srgbClr val="3265D5"/>
                </a:solidFill>
                <a:latin typeface="Apple SD Gothic Neo"/>
                <a:ea typeface="Apple SD Gothic Neo"/>
                <a:cs typeface="Apple SD Gothic Neo"/>
              </a:defRPr>
            </a:lvl9pPr>
          </a:lstStyle>
          <a:p xmlns:a="http://schemas.openxmlformats.org/drawingml/2006/main">
            <a:pPr>
              <a:defRPr sz="1350" b="1">
                <a:solidFill>
                  <a:srgbClr val="3265D5"/>
                </a:solidFill>
                <a:latin typeface="Apple SD Gothic Neo"/>
                <a:ea typeface="Apple SD Gothic Neo"/>
                <a:cs typeface="Apple SD Gothic Neo"/>
              </a:defRPr>
            </a:pPr>
            <a:r>
              <a:rPr sz="1350" b="1">
                <a:solidFill>
                  <a:srgbClr val="3265D5"/>
                </a:solidFill>
                <a:latin typeface="Apple SD Gothic Neo"/>
                <a:ea typeface="Apple SD Gothic Neo"/>
                <a:cs typeface="Apple SD Gothic Neo"/>
              </a:rPr>
              <a:t>20</a:t>
            </a:r>
          </a:p>
        </p:txBody>
      </p:sp>
      <p:sp>
        <p:nvSpPr>
          <p:cNvPr id="5" name="">
            <a:extLst xmlns:a="http://schemas.openxmlformats.org/drawingml/2006/main">
              <a:ext uri="{FF2B5EF4-FFF2-40B4-BE49-F238E27FC236}">
                <a16:creationId xmlns:a16="http://schemas.microsoft.com/office/drawing/2014/main" id="{D7D24158-2785-468E-B8BC-261A09FA6D92}"/>
              </a:ext>
            </a:extLst>
          </p:cNvPr>
          <p:cNvSpPr>
            <a:spLocks xmlns:a="http://schemas.openxmlformats.org/drawingml/2006/main" noGrp="1"/>
          </p:cNvSpPr>
          <p:nvPr/>
        </p:nvSpPr>
        <p:spPr>
          <a:xfrm xmlns:a="http://schemas.openxmlformats.org/drawingml/2006/main">
            <a:off x="685800" y="2076450"/>
            <a:ext cx="12344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265D5"/>
                </a:solidFill>
                <a:latin typeface="Apple SD Gothic Neo"/>
                <a:ea typeface="Apple SD Gothic Neo"/>
                <a:cs typeface="Apple SD Gothic Neo"/>
              </a:defRPr>
            </a:defPPr>
            <a:lvl1pPr>
              <a:defRPr sz="2325" b="1">
                <a:solidFill>
                  <a:srgbClr val="3265D5"/>
                </a:solidFill>
                <a:latin typeface="Apple SD Gothic Neo"/>
                <a:ea typeface="Apple SD Gothic Neo"/>
                <a:cs typeface="Apple SD Gothic Neo"/>
              </a:defRPr>
            </a:lvl1pPr>
            <a:lvl2pPr>
              <a:defRPr sz="2325" b="1">
                <a:solidFill>
                  <a:srgbClr val="3265D5"/>
                </a:solidFill>
                <a:latin typeface="Apple SD Gothic Neo"/>
                <a:ea typeface="Apple SD Gothic Neo"/>
                <a:cs typeface="Apple SD Gothic Neo"/>
              </a:defRPr>
            </a:lvl2pPr>
            <a:lvl3pPr>
              <a:defRPr sz="2325" b="1">
                <a:solidFill>
                  <a:srgbClr val="3265D5"/>
                </a:solidFill>
                <a:latin typeface="Apple SD Gothic Neo"/>
                <a:ea typeface="Apple SD Gothic Neo"/>
                <a:cs typeface="Apple SD Gothic Neo"/>
              </a:defRPr>
            </a:lvl3pPr>
            <a:lvl4pPr>
              <a:defRPr sz="2325" b="1">
                <a:solidFill>
                  <a:srgbClr val="3265D5"/>
                </a:solidFill>
                <a:latin typeface="Apple SD Gothic Neo"/>
                <a:ea typeface="Apple SD Gothic Neo"/>
                <a:cs typeface="Apple SD Gothic Neo"/>
              </a:defRPr>
            </a:lvl4pPr>
            <a:lvl5pPr>
              <a:defRPr sz="2325" b="1">
                <a:solidFill>
                  <a:srgbClr val="3265D5"/>
                </a:solidFill>
                <a:latin typeface="Apple SD Gothic Neo"/>
                <a:ea typeface="Apple SD Gothic Neo"/>
                <a:cs typeface="Apple SD Gothic Neo"/>
              </a:defRPr>
            </a:lvl5pPr>
            <a:lvl6pPr>
              <a:defRPr sz="2325" b="1">
                <a:solidFill>
                  <a:srgbClr val="3265D5"/>
                </a:solidFill>
                <a:latin typeface="Apple SD Gothic Neo"/>
                <a:ea typeface="Apple SD Gothic Neo"/>
                <a:cs typeface="Apple SD Gothic Neo"/>
              </a:defRPr>
            </a:lvl6pPr>
            <a:lvl7pPr>
              <a:defRPr sz="2325" b="1">
                <a:solidFill>
                  <a:srgbClr val="3265D5"/>
                </a:solidFill>
                <a:latin typeface="Apple SD Gothic Neo"/>
                <a:ea typeface="Apple SD Gothic Neo"/>
                <a:cs typeface="Apple SD Gothic Neo"/>
              </a:defRPr>
            </a:lvl7pPr>
            <a:lvl8pPr>
              <a:defRPr sz="2325" b="1">
                <a:solidFill>
                  <a:srgbClr val="3265D5"/>
                </a:solidFill>
                <a:latin typeface="Apple SD Gothic Neo"/>
                <a:ea typeface="Apple SD Gothic Neo"/>
                <a:cs typeface="Apple SD Gothic Neo"/>
              </a:defRPr>
            </a:lvl8pPr>
            <a:lvl9pPr>
              <a:defRPr sz="2325" b="1">
                <a:solidFill>
                  <a:srgbClr val="3265D5"/>
                </a:solidFill>
                <a:latin typeface="Apple SD Gothic Neo"/>
                <a:ea typeface="Apple SD Gothic Neo"/>
                <a:cs typeface="Apple SD Gothic Neo"/>
              </a:defRPr>
            </a:lvl9pPr>
          </a:lstStyle>
          <a:p xmlns:a="http://schemas.openxmlformats.org/drawingml/2006/main">
            <a:pPr>
              <a:defRPr sz="2325" b="1">
                <a:solidFill>
                  <a:srgbClr val="3265D5"/>
                </a:solidFill>
                <a:latin typeface="Apple SD Gothic Neo"/>
                <a:ea typeface="Apple SD Gothic Neo"/>
                <a:cs typeface="Apple SD Gothic Neo"/>
              </a:defRPr>
            </a:pPr>
            <a:r>
              <a:rPr sz="2325" b="1">
                <a:solidFill>
                  <a:srgbClr val="3265D5"/>
                </a:solidFill>
                <a:latin typeface="Apple SD Gothic Neo"/>
                <a:ea typeface="Apple SD Gothic Neo"/>
                <a:cs typeface="Apple SD Gothic Neo"/>
              </a:rPr>
              <a:t>답변 이후의 흐름도 서비스 기능이다</a:t>
            </a:r>
          </a:p>
        </p:txBody>
      </p:sp>
      <p:sp>
        <p:nvSpPr>
          <p:cNvPr id="6" name="">
            <a:extLst xmlns:a="http://schemas.openxmlformats.org/drawingml/2006/main">
              <a:ext uri="{FF2B5EF4-FFF2-40B4-BE49-F238E27FC236}">
                <a16:creationId xmlns:a16="http://schemas.microsoft.com/office/drawing/2014/main" id="{637CAE78-D779-40EF-9855-868F21EEEAB6}"/>
              </a:ext>
            </a:extLst>
          </p:cNvPr>
          <p:cNvSpPr>
            <a:spLocks xmlns:a="http://schemas.openxmlformats.org/drawingml/2006/main" noGrp="1"/>
          </p:cNvSpPr>
          <p:nvPr/>
        </p:nvSpPr>
        <p:spPr>
          <a:xfrm xmlns:a="http://schemas.openxmlformats.org/drawingml/2006/main">
            <a:off x="685800" y="2514600"/>
            <a:ext cx="12344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82942"/>
                </a:solidFill>
                <a:latin typeface="Apple SD Gothic Neo"/>
                <a:ea typeface="Apple SD Gothic Neo"/>
                <a:cs typeface="Apple SD Gothic Neo"/>
              </a:defRPr>
            </a:defPPr>
            <a:lvl1pPr>
              <a:defRPr sz="1950" b="0">
                <a:solidFill>
                  <a:srgbClr val="182942"/>
                </a:solidFill>
                <a:latin typeface="Apple SD Gothic Neo"/>
                <a:ea typeface="Apple SD Gothic Neo"/>
                <a:cs typeface="Apple SD Gothic Neo"/>
              </a:defRPr>
            </a:lvl1pPr>
            <a:lvl2pPr>
              <a:defRPr sz="1950" b="0">
                <a:solidFill>
                  <a:srgbClr val="182942"/>
                </a:solidFill>
                <a:latin typeface="Apple SD Gothic Neo"/>
                <a:ea typeface="Apple SD Gothic Neo"/>
                <a:cs typeface="Apple SD Gothic Neo"/>
              </a:defRPr>
            </a:lvl2pPr>
            <a:lvl3pPr>
              <a:defRPr sz="1950" b="0">
                <a:solidFill>
                  <a:srgbClr val="182942"/>
                </a:solidFill>
                <a:latin typeface="Apple SD Gothic Neo"/>
                <a:ea typeface="Apple SD Gothic Neo"/>
                <a:cs typeface="Apple SD Gothic Neo"/>
              </a:defRPr>
            </a:lvl3pPr>
            <a:lvl4pPr>
              <a:defRPr sz="1950" b="0">
                <a:solidFill>
                  <a:srgbClr val="182942"/>
                </a:solidFill>
                <a:latin typeface="Apple SD Gothic Neo"/>
                <a:ea typeface="Apple SD Gothic Neo"/>
                <a:cs typeface="Apple SD Gothic Neo"/>
              </a:defRPr>
            </a:lvl4pPr>
            <a:lvl5pPr>
              <a:defRPr sz="1950" b="0">
                <a:solidFill>
                  <a:srgbClr val="182942"/>
                </a:solidFill>
                <a:latin typeface="Apple SD Gothic Neo"/>
                <a:ea typeface="Apple SD Gothic Neo"/>
                <a:cs typeface="Apple SD Gothic Neo"/>
              </a:defRPr>
            </a:lvl5pPr>
            <a:lvl6pPr>
              <a:defRPr sz="1950" b="0">
                <a:solidFill>
                  <a:srgbClr val="182942"/>
                </a:solidFill>
                <a:latin typeface="Apple SD Gothic Neo"/>
                <a:ea typeface="Apple SD Gothic Neo"/>
                <a:cs typeface="Apple SD Gothic Neo"/>
              </a:defRPr>
            </a:lvl6pPr>
            <a:lvl7pPr>
              <a:defRPr sz="1950" b="0">
                <a:solidFill>
                  <a:srgbClr val="182942"/>
                </a:solidFill>
                <a:latin typeface="Apple SD Gothic Neo"/>
                <a:ea typeface="Apple SD Gothic Neo"/>
                <a:cs typeface="Apple SD Gothic Neo"/>
              </a:defRPr>
            </a:lvl7pPr>
            <a:lvl8pPr>
              <a:defRPr sz="1950" b="0">
                <a:solidFill>
                  <a:srgbClr val="182942"/>
                </a:solidFill>
                <a:latin typeface="Apple SD Gothic Neo"/>
                <a:ea typeface="Apple SD Gothic Neo"/>
                <a:cs typeface="Apple SD Gothic Neo"/>
              </a:defRPr>
            </a:lvl8pPr>
            <a:lvl9pPr>
              <a:defRPr sz="1950" b="0">
                <a:solidFill>
                  <a:srgbClr val="182942"/>
                </a:solidFill>
                <a:latin typeface="Apple SD Gothic Neo"/>
                <a:ea typeface="Apple SD Gothic Neo"/>
                <a:cs typeface="Apple SD Gothic Neo"/>
              </a:defRPr>
            </a:lvl9pPr>
          </a:lstStyle>
          <a:p xmlns:a="http://schemas.openxmlformats.org/drawingml/2006/main">
            <a:pPr>
              <a:defRPr sz="1950" b="0">
                <a:solidFill>
                  <a:srgbClr val="182942"/>
                </a:solidFill>
                <a:latin typeface="Apple SD Gothic Neo"/>
                <a:ea typeface="Apple SD Gothic Neo"/>
                <a:cs typeface="Apple SD Gothic Neo"/>
              </a:defRPr>
            </a:pPr>
            <a:r>
              <a:rPr sz="1950" b="0">
                <a:solidFill>
                  <a:srgbClr val="182942"/>
                </a:solidFill>
                <a:latin typeface="Apple SD Gothic Neo"/>
                <a:ea typeface="Apple SD Gothic Neo"/>
                <a:cs typeface="Apple SD Gothic Neo"/>
              </a:rPr>
              <a:t>저장·복원·재시도와 관리자 확인까지 이어져야 문의가 남는다</a:t>
            </a:r>
          </a:p>
        </p:txBody>
      </p:sp>
      <p:sp>
        <p:nvSpPr>
          <p:cNvPr id="7" name="">
            <a:extLst xmlns:a="http://schemas.openxmlformats.org/drawingml/2006/main">
              <a:ext uri="{FF2B5EF4-FFF2-40B4-BE49-F238E27FC236}">
                <a16:creationId xmlns:a16="http://schemas.microsoft.com/office/drawing/2014/main" id="{BB009E52-0A3B-4D82-A6E4-2819455245DC}"/>
              </a:ext>
            </a:extLst>
          </p:cNvPr>
          <p:cNvSpPr>
            <a:spLocks xmlns:a="http://schemas.openxmlformats.org/drawingml/2006/main" noGrp="1"/>
          </p:cNvSpPr>
          <p:nvPr/>
        </p:nvSpPr>
        <p:spPr>
          <a:xfrm xmlns:a="http://schemas.openxmlformats.org/drawingml/2006/main">
            <a:off x="685800" y="3343275"/>
            <a:ext cx="12344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265D5"/>
                </a:solidFill>
                <a:latin typeface="Apple SD Gothic Neo"/>
                <a:ea typeface="Apple SD Gothic Neo"/>
                <a:cs typeface="Apple SD Gothic Neo"/>
              </a:defRPr>
            </a:defPPr>
            <a:lvl1pPr>
              <a:defRPr sz="2325" b="1">
                <a:solidFill>
                  <a:srgbClr val="3265D5"/>
                </a:solidFill>
                <a:latin typeface="Apple SD Gothic Neo"/>
                <a:ea typeface="Apple SD Gothic Neo"/>
                <a:cs typeface="Apple SD Gothic Neo"/>
              </a:defRPr>
            </a:lvl1pPr>
            <a:lvl2pPr>
              <a:defRPr sz="2325" b="1">
                <a:solidFill>
                  <a:srgbClr val="3265D5"/>
                </a:solidFill>
                <a:latin typeface="Apple SD Gothic Neo"/>
                <a:ea typeface="Apple SD Gothic Neo"/>
                <a:cs typeface="Apple SD Gothic Neo"/>
              </a:defRPr>
            </a:lvl2pPr>
            <a:lvl3pPr>
              <a:defRPr sz="2325" b="1">
                <a:solidFill>
                  <a:srgbClr val="3265D5"/>
                </a:solidFill>
                <a:latin typeface="Apple SD Gothic Neo"/>
                <a:ea typeface="Apple SD Gothic Neo"/>
                <a:cs typeface="Apple SD Gothic Neo"/>
              </a:defRPr>
            </a:lvl3pPr>
            <a:lvl4pPr>
              <a:defRPr sz="2325" b="1">
                <a:solidFill>
                  <a:srgbClr val="3265D5"/>
                </a:solidFill>
                <a:latin typeface="Apple SD Gothic Neo"/>
                <a:ea typeface="Apple SD Gothic Neo"/>
                <a:cs typeface="Apple SD Gothic Neo"/>
              </a:defRPr>
            </a:lvl4pPr>
            <a:lvl5pPr>
              <a:defRPr sz="2325" b="1">
                <a:solidFill>
                  <a:srgbClr val="3265D5"/>
                </a:solidFill>
                <a:latin typeface="Apple SD Gothic Neo"/>
                <a:ea typeface="Apple SD Gothic Neo"/>
                <a:cs typeface="Apple SD Gothic Neo"/>
              </a:defRPr>
            </a:lvl5pPr>
            <a:lvl6pPr>
              <a:defRPr sz="2325" b="1">
                <a:solidFill>
                  <a:srgbClr val="3265D5"/>
                </a:solidFill>
                <a:latin typeface="Apple SD Gothic Neo"/>
                <a:ea typeface="Apple SD Gothic Neo"/>
                <a:cs typeface="Apple SD Gothic Neo"/>
              </a:defRPr>
            </a:lvl6pPr>
            <a:lvl7pPr>
              <a:defRPr sz="2325" b="1">
                <a:solidFill>
                  <a:srgbClr val="3265D5"/>
                </a:solidFill>
                <a:latin typeface="Apple SD Gothic Neo"/>
                <a:ea typeface="Apple SD Gothic Neo"/>
                <a:cs typeface="Apple SD Gothic Neo"/>
              </a:defRPr>
            </a:lvl7pPr>
            <a:lvl8pPr>
              <a:defRPr sz="2325" b="1">
                <a:solidFill>
                  <a:srgbClr val="3265D5"/>
                </a:solidFill>
                <a:latin typeface="Apple SD Gothic Neo"/>
                <a:ea typeface="Apple SD Gothic Neo"/>
                <a:cs typeface="Apple SD Gothic Neo"/>
              </a:defRPr>
            </a:lvl8pPr>
            <a:lvl9pPr>
              <a:defRPr sz="2325" b="1">
                <a:solidFill>
                  <a:srgbClr val="3265D5"/>
                </a:solidFill>
                <a:latin typeface="Apple SD Gothic Neo"/>
                <a:ea typeface="Apple SD Gothic Neo"/>
                <a:cs typeface="Apple SD Gothic Neo"/>
              </a:defRPr>
            </a:lvl9pPr>
          </a:lstStyle>
          <a:p xmlns:a="http://schemas.openxmlformats.org/drawingml/2006/main">
            <a:pPr>
              <a:defRPr sz="2325" b="1">
                <a:solidFill>
                  <a:srgbClr val="3265D5"/>
                </a:solidFill>
                <a:latin typeface="Apple SD Gothic Neo"/>
                <a:ea typeface="Apple SD Gothic Neo"/>
                <a:cs typeface="Apple SD Gothic Neo"/>
              </a:defRPr>
            </a:pPr>
            <a:r>
              <a:rPr sz="2325" b="1">
                <a:solidFill>
                  <a:srgbClr val="3265D5"/>
                </a:solidFill>
                <a:latin typeface="Apple SD Gothic Neo"/>
                <a:ea typeface="Apple SD Gothic Neo"/>
                <a:cs typeface="Apple SD Gothic Neo"/>
              </a:rPr>
              <a:t>검증 코드도 실패 사례로 검증해야 한다</a:t>
            </a:r>
          </a:p>
        </p:txBody>
      </p:sp>
      <p:sp>
        <p:nvSpPr>
          <p:cNvPr id="8" name="">
            <a:extLst xmlns:a="http://schemas.openxmlformats.org/drawingml/2006/main">
              <a:ext uri="{FF2B5EF4-FFF2-40B4-BE49-F238E27FC236}">
                <a16:creationId xmlns:a16="http://schemas.microsoft.com/office/drawing/2014/main" id="{245FBEA8-1E58-4B14-BA33-5ED40B9E7598}"/>
              </a:ext>
            </a:extLst>
          </p:cNvPr>
          <p:cNvSpPr>
            <a:spLocks xmlns:a="http://schemas.openxmlformats.org/drawingml/2006/main" noGrp="1"/>
          </p:cNvSpPr>
          <p:nvPr/>
        </p:nvSpPr>
        <p:spPr>
          <a:xfrm xmlns:a="http://schemas.openxmlformats.org/drawingml/2006/main">
            <a:off x="685800" y="3781425"/>
            <a:ext cx="12344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82942"/>
                </a:solidFill>
                <a:latin typeface="Apple SD Gothic Neo"/>
                <a:ea typeface="Apple SD Gothic Neo"/>
                <a:cs typeface="Apple SD Gothic Neo"/>
              </a:defRPr>
            </a:defPPr>
            <a:lvl1pPr>
              <a:defRPr sz="1950" b="0">
                <a:solidFill>
                  <a:srgbClr val="182942"/>
                </a:solidFill>
                <a:latin typeface="Apple SD Gothic Neo"/>
                <a:ea typeface="Apple SD Gothic Neo"/>
                <a:cs typeface="Apple SD Gothic Neo"/>
              </a:defRPr>
            </a:lvl1pPr>
            <a:lvl2pPr>
              <a:defRPr sz="1950" b="0">
                <a:solidFill>
                  <a:srgbClr val="182942"/>
                </a:solidFill>
                <a:latin typeface="Apple SD Gothic Neo"/>
                <a:ea typeface="Apple SD Gothic Neo"/>
                <a:cs typeface="Apple SD Gothic Neo"/>
              </a:defRPr>
            </a:lvl2pPr>
            <a:lvl3pPr>
              <a:defRPr sz="1950" b="0">
                <a:solidFill>
                  <a:srgbClr val="182942"/>
                </a:solidFill>
                <a:latin typeface="Apple SD Gothic Neo"/>
                <a:ea typeface="Apple SD Gothic Neo"/>
                <a:cs typeface="Apple SD Gothic Neo"/>
              </a:defRPr>
            </a:lvl3pPr>
            <a:lvl4pPr>
              <a:defRPr sz="1950" b="0">
                <a:solidFill>
                  <a:srgbClr val="182942"/>
                </a:solidFill>
                <a:latin typeface="Apple SD Gothic Neo"/>
                <a:ea typeface="Apple SD Gothic Neo"/>
                <a:cs typeface="Apple SD Gothic Neo"/>
              </a:defRPr>
            </a:lvl4pPr>
            <a:lvl5pPr>
              <a:defRPr sz="1950" b="0">
                <a:solidFill>
                  <a:srgbClr val="182942"/>
                </a:solidFill>
                <a:latin typeface="Apple SD Gothic Neo"/>
                <a:ea typeface="Apple SD Gothic Neo"/>
                <a:cs typeface="Apple SD Gothic Neo"/>
              </a:defRPr>
            </a:lvl5pPr>
            <a:lvl6pPr>
              <a:defRPr sz="1950" b="0">
                <a:solidFill>
                  <a:srgbClr val="182942"/>
                </a:solidFill>
                <a:latin typeface="Apple SD Gothic Neo"/>
                <a:ea typeface="Apple SD Gothic Neo"/>
                <a:cs typeface="Apple SD Gothic Neo"/>
              </a:defRPr>
            </a:lvl6pPr>
            <a:lvl7pPr>
              <a:defRPr sz="1950" b="0">
                <a:solidFill>
                  <a:srgbClr val="182942"/>
                </a:solidFill>
                <a:latin typeface="Apple SD Gothic Neo"/>
                <a:ea typeface="Apple SD Gothic Neo"/>
                <a:cs typeface="Apple SD Gothic Neo"/>
              </a:defRPr>
            </a:lvl7pPr>
            <a:lvl8pPr>
              <a:defRPr sz="1950" b="0">
                <a:solidFill>
                  <a:srgbClr val="182942"/>
                </a:solidFill>
                <a:latin typeface="Apple SD Gothic Neo"/>
                <a:ea typeface="Apple SD Gothic Neo"/>
                <a:cs typeface="Apple SD Gothic Neo"/>
              </a:defRPr>
            </a:lvl8pPr>
            <a:lvl9pPr>
              <a:defRPr sz="1950" b="0">
                <a:solidFill>
                  <a:srgbClr val="182942"/>
                </a:solidFill>
                <a:latin typeface="Apple SD Gothic Neo"/>
                <a:ea typeface="Apple SD Gothic Neo"/>
                <a:cs typeface="Apple SD Gothic Neo"/>
              </a:defRPr>
            </a:lvl9pPr>
          </a:lstStyle>
          <a:p xmlns:a="http://schemas.openxmlformats.org/drawingml/2006/main">
            <a:pPr>
              <a:defRPr sz="1950" b="0">
                <a:solidFill>
                  <a:srgbClr val="182942"/>
                </a:solidFill>
                <a:latin typeface="Apple SD Gothic Neo"/>
                <a:ea typeface="Apple SD Gothic Neo"/>
                <a:cs typeface="Apple SD Gothic Neo"/>
              </a:defRPr>
            </a:pPr>
            <a:r>
              <a:rPr sz="1950" b="0">
                <a:solidFill>
                  <a:srgbClr val="182942"/>
                </a:solidFill>
                <a:latin typeface="Apple SD Gothic Neo"/>
                <a:ea typeface="Apple SD Gothic Neo"/>
                <a:cs typeface="Apple SD Gothic Neo"/>
              </a:rPr>
              <a:t>정상 답변의 오차단을 기록하고 회귀 테스트로 보완했다</a:t>
            </a:r>
          </a:p>
        </p:txBody>
      </p:sp>
      <p:sp>
        <p:nvSpPr>
          <p:cNvPr id="9" name="">
            <a:extLst xmlns:a="http://schemas.openxmlformats.org/drawingml/2006/main">
              <a:ext uri="{FF2B5EF4-FFF2-40B4-BE49-F238E27FC236}">
                <a16:creationId xmlns:a16="http://schemas.microsoft.com/office/drawing/2014/main" id="{B1A6B682-FCD3-4256-AFA8-9494DFEB95F1}"/>
              </a:ext>
            </a:extLst>
          </p:cNvPr>
          <p:cNvSpPr>
            <a:spLocks xmlns:a="http://schemas.openxmlformats.org/drawingml/2006/main" noGrp="1"/>
          </p:cNvSpPr>
          <p:nvPr/>
        </p:nvSpPr>
        <p:spPr>
          <a:xfrm xmlns:a="http://schemas.openxmlformats.org/drawingml/2006/main">
            <a:off x="685800" y="4610100"/>
            <a:ext cx="12344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3265D5"/>
                </a:solidFill>
                <a:latin typeface="Apple SD Gothic Neo"/>
                <a:ea typeface="Apple SD Gothic Neo"/>
                <a:cs typeface="Apple SD Gothic Neo"/>
              </a:defRPr>
            </a:defPPr>
            <a:lvl1pPr>
              <a:defRPr sz="2325" b="1">
                <a:solidFill>
                  <a:srgbClr val="3265D5"/>
                </a:solidFill>
                <a:latin typeface="Apple SD Gothic Neo"/>
                <a:ea typeface="Apple SD Gothic Neo"/>
                <a:cs typeface="Apple SD Gothic Neo"/>
              </a:defRPr>
            </a:lvl1pPr>
            <a:lvl2pPr>
              <a:defRPr sz="2325" b="1">
                <a:solidFill>
                  <a:srgbClr val="3265D5"/>
                </a:solidFill>
                <a:latin typeface="Apple SD Gothic Neo"/>
                <a:ea typeface="Apple SD Gothic Neo"/>
                <a:cs typeface="Apple SD Gothic Neo"/>
              </a:defRPr>
            </a:lvl2pPr>
            <a:lvl3pPr>
              <a:defRPr sz="2325" b="1">
                <a:solidFill>
                  <a:srgbClr val="3265D5"/>
                </a:solidFill>
                <a:latin typeface="Apple SD Gothic Neo"/>
                <a:ea typeface="Apple SD Gothic Neo"/>
                <a:cs typeface="Apple SD Gothic Neo"/>
              </a:defRPr>
            </a:lvl3pPr>
            <a:lvl4pPr>
              <a:defRPr sz="2325" b="1">
                <a:solidFill>
                  <a:srgbClr val="3265D5"/>
                </a:solidFill>
                <a:latin typeface="Apple SD Gothic Neo"/>
                <a:ea typeface="Apple SD Gothic Neo"/>
                <a:cs typeface="Apple SD Gothic Neo"/>
              </a:defRPr>
            </a:lvl4pPr>
            <a:lvl5pPr>
              <a:defRPr sz="2325" b="1">
                <a:solidFill>
                  <a:srgbClr val="3265D5"/>
                </a:solidFill>
                <a:latin typeface="Apple SD Gothic Neo"/>
                <a:ea typeface="Apple SD Gothic Neo"/>
                <a:cs typeface="Apple SD Gothic Neo"/>
              </a:defRPr>
            </a:lvl5pPr>
            <a:lvl6pPr>
              <a:defRPr sz="2325" b="1">
                <a:solidFill>
                  <a:srgbClr val="3265D5"/>
                </a:solidFill>
                <a:latin typeface="Apple SD Gothic Neo"/>
                <a:ea typeface="Apple SD Gothic Neo"/>
                <a:cs typeface="Apple SD Gothic Neo"/>
              </a:defRPr>
            </a:lvl6pPr>
            <a:lvl7pPr>
              <a:defRPr sz="2325" b="1">
                <a:solidFill>
                  <a:srgbClr val="3265D5"/>
                </a:solidFill>
                <a:latin typeface="Apple SD Gothic Neo"/>
                <a:ea typeface="Apple SD Gothic Neo"/>
                <a:cs typeface="Apple SD Gothic Neo"/>
              </a:defRPr>
            </a:lvl7pPr>
            <a:lvl8pPr>
              <a:defRPr sz="2325" b="1">
                <a:solidFill>
                  <a:srgbClr val="3265D5"/>
                </a:solidFill>
                <a:latin typeface="Apple SD Gothic Neo"/>
                <a:ea typeface="Apple SD Gothic Neo"/>
                <a:cs typeface="Apple SD Gothic Neo"/>
              </a:defRPr>
            </a:lvl8pPr>
            <a:lvl9pPr>
              <a:defRPr sz="2325" b="1">
                <a:solidFill>
                  <a:srgbClr val="3265D5"/>
                </a:solidFill>
                <a:latin typeface="Apple SD Gothic Neo"/>
                <a:ea typeface="Apple SD Gothic Neo"/>
                <a:cs typeface="Apple SD Gothic Neo"/>
              </a:defRPr>
            </a:lvl9pPr>
          </a:lstStyle>
          <a:p xmlns:a="http://schemas.openxmlformats.org/drawingml/2006/main">
            <a:pPr>
              <a:defRPr sz="2325" b="1">
                <a:solidFill>
                  <a:srgbClr val="3265D5"/>
                </a:solidFill>
                <a:latin typeface="Apple SD Gothic Neo"/>
                <a:ea typeface="Apple SD Gothic Neo"/>
                <a:cs typeface="Apple SD Gothic Neo"/>
              </a:defRPr>
            </a:pPr>
            <a:r>
              <a:rPr sz="2325" b="1">
                <a:solidFill>
                  <a:srgbClr val="3265D5"/>
                </a:solidFill>
                <a:latin typeface="Apple SD Gothic Neo"/>
                <a:ea typeface="Apple SD Gothic Neo"/>
                <a:cs typeface="Apple SD Gothic Neo"/>
              </a:rPr>
              <a:t>모델 선택은 같은 조건의 측정으로 판단한다</a:t>
            </a:r>
          </a:p>
        </p:txBody>
      </p:sp>
      <p:sp>
        <p:nvSpPr>
          <p:cNvPr id="10" name="">
            <a:extLst xmlns:a="http://schemas.openxmlformats.org/drawingml/2006/main">
              <a:ext uri="{FF2B5EF4-FFF2-40B4-BE49-F238E27FC236}">
                <a16:creationId xmlns:a16="http://schemas.microsoft.com/office/drawing/2014/main" id="{F5510897-3901-416D-BF65-6564702A6718}"/>
              </a:ext>
            </a:extLst>
          </p:cNvPr>
          <p:cNvSpPr>
            <a:spLocks xmlns:a="http://schemas.openxmlformats.org/drawingml/2006/main" noGrp="1"/>
          </p:cNvSpPr>
          <p:nvPr/>
        </p:nvSpPr>
        <p:spPr>
          <a:xfrm xmlns:a="http://schemas.openxmlformats.org/drawingml/2006/main">
            <a:off x="685800" y="5048250"/>
            <a:ext cx="12344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82942"/>
                </a:solidFill>
                <a:latin typeface="Apple SD Gothic Neo"/>
                <a:ea typeface="Apple SD Gothic Neo"/>
                <a:cs typeface="Apple SD Gothic Neo"/>
              </a:defRPr>
            </a:defPPr>
            <a:lvl1pPr>
              <a:defRPr sz="1950" b="0">
                <a:solidFill>
                  <a:srgbClr val="182942"/>
                </a:solidFill>
                <a:latin typeface="Apple SD Gothic Neo"/>
                <a:ea typeface="Apple SD Gothic Neo"/>
                <a:cs typeface="Apple SD Gothic Neo"/>
              </a:defRPr>
            </a:lvl1pPr>
            <a:lvl2pPr>
              <a:defRPr sz="1950" b="0">
                <a:solidFill>
                  <a:srgbClr val="182942"/>
                </a:solidFill>
                <a:latin typeface="Apple SD Gothic Neo"/>
                <a:ea typeface="Apple SD Gothic Neo"/>
                <a:cs typeface="Apple SD Gothic Neo"/>
              </a:defRPr>
            </a:lvl2pPr>
            <a:lvl3pPr>
              <a:defRPr sz="1950" b="0">
                <a:solidFill>
                  <a:srgbClr val="182942"/>
                </a:solidFill>
                <a:latin typeface="Apple SD Gothic Neo"/>
                <a:ea typeface="Apple SD Gothic Neo"/>
                <a:cs typeface="Apple SD Gothic Neo"/>
              </a:defRPr>
            </a:lvl3pPr>
            <a:lvl4pPr>
              <a:defRPr sz="1950" b="0">
                <a:solidFill>
                  <a:srgbClr val="182942"/>
                </a:solidFill>
                <a:latin typeface="Apple SD Gothic Neo"/>
                <a:ea typeface="Apple SD Gothic Neo"/>
                <a:cs typeface="Apple SD Gothic Neo"/>
              </a:defRPr>
            </a:lvl4pPr>
            <a:lvl5pPr>
              <a:defRPr sz="1950" b="0">
                <a:solidFill>
                  <a:srgbClr val="182942"/>
                </a:solidFill>
                <a:latin typeface="Apple SD Gothic Neo"/>
                <a:ea typeface="Apple SD Gothic Neo"/>
                <a:cs typeface="Apple SD Gothic Neo"/>
              </a:defRPr>
            </a:lvl5pPr>
            <a:lvl6pPr>
              <a:defRPr sz="1950" b="0">
                <a:solidFill>
                  <a:srgbClr val="182942"/>
                </a:solidFill>
                <a:latin typeface="Apple SD Gothic Neo"/>
                <a:ea typeface="Apple SD Gothic Neo"/>
                <a:cs typeface="Apple SD Gothic Neo"/>
              </a:defRPr>
            </a:lvl6pPr>
            <a:lvl7pPr>
              <a:defRPr sz="1950" b="0">
                <a:solidFill>
                  <a:srgbClr val="182942"/>
                </a:solidFill>
                <a:latin typeface="Apple SD Gothic Neo"/>
                <a:ea typeface="Apple SD Gothic Neo"/>
                <a:cs typeface="Apple SD Gothic Neo"/>
              </a:defRPr>
            </a:lvl7pPr>
            <a:lvl8pPr>
              <a:defRPr sz="1950" b="0">
                <a:solidFill>
                  <a:srgbClr val="182942"/>
                </a:solidFill>
                <a:latin typeface="Apple SD Gothic Neo"/>
                <a:ea typeface="Apple SD Gothic Neo"/>
                <a:cs typeface="Apple SD Gothic Neo"/>
              </a:defRPr>
            </a:lvl8pPr>
            <a:lvl9pPr>
              <a:defRPr sz="1950" b="0">
                <a:solidFill>
                  <a:srgbClr val="182942"/>
                </a:solidFill>
                <a:latin typeface="Apple SD Gothic Neo"/>
                <a:ea typeface="Apple SD Gothic Neo"/>
                <a:cs typeface="Apple SD Gothic Neo"/>
              </a:defRPr>
            </a:lvl9pPr>
          </a:lstStyle>
          <a:p xmlns:a="http://schemas.openxmlformats.org/drawingml/2006/main">
            <a:pPr>
              <a:defRPr sz="1950" b="0">
                <a:solidFill>
                  <a:srgbClr val="182942"/>
                </a:solidFill>
                <a:latin typeface="Apple SD Gothic Neo"/>
                <a:ea typeface="Apple SD Gothic Neo"/>
                <a:cs typeface="Apple SD Gothic Neo"/>
              </a:defRPr>
            </a:pPr>
            <a:r>
              <a:rPr sz="1950" b="0">
                <a:solidFill>
                  <a:srgbClr val="182942"/>
                </a:solidFill>
                <a:latin typeface="Apple SD Gothic Neo"/>
                <a:ea typeface="Apple SD Gothic Neo"/>
                <a:cs typeface="Apple SD Gothic Neo"/>
              </a:rPr>
              <a:t>외부 API 도입이 항상 정확도나 속도 향상을 뜻하지는 않았다</a:t>
            </a:r>
          </a:p>
        </p:txBody>
      </p:sp>
      <p:sp>
        <p:nvSpPr>
          <p:cNvPr id="11" name="">
            <a:extLst xmlns:a="http://schemas.openxmlformats.org/drawingml/2006/main">
              <a:ext uri="{FF2B5EF4-FFF2-40B4-BE49-F238E27FC236}">
                <a16:creationId xmlns:a16="http://schemas.microsoft.com/office/drawing/2014/main" id="{F4BB6711-4C45-4485-8B6A-3E016E6935C4}"/>
              </a:ext>
            </a:extLst>
          </p:cNvPr>
          <p:cNvSpPr>
            <a:spLocks xmlns:a="http://schemas.openxmlformats.org/drawingml/2006/main" noGrp="1"/>
          </p:cNvSpPr>
          <p:nvPr/>
        </p:nvSpPr>
        <p:spPr>
          <a:xfrm xmlns:a="http://schemas.openxmlformats.org/drawingml/2006/main">
            <a:off x="685800" y="6191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3265D5"/>
                </a:solidFill>
                <a:latin typeface="Apple SD Gothic Neo"/>
                <a:ea typeface="Apple SD Gothic Neo"/>
                <a:cs typeface="Apple SD Gothic Neo"/>
              </a:defRPr>
            </a:defPPr>
            <a:lvl1pPr>
              <a:defRPr sz="2100" b="1">
                <a:solidFill>
                  <a:srgbClr val="3265D5"/>
                </a:solidFill>
                <a:latin typeface="Apple SD Gothic Neo"/>
                <a:ea typeface="Apple SD Gothic Neo"/>
                <a:cs typeface="Apple SD Gothic Neo"/>
              </a:defRPr>
            </a:lvl1pPr>
            <a:lvl2pPr>
              <a:defRPr sz="2100" b="1">
                <a:solidFill>
                  <a:srgbClr val="3265D5"/>
                </a:solidFill>
                <a:latin typeface="Apple SD Gothic Neo"/>
                <a:ea typeface="Apple SD Gothic Neo"/>
                <a:cs typeface="Apple SD Gothic Neo"/>
              </a:defRPr>
            </a:lvl2pPr>
            <a:lvl3pPr>
              <a:defRPr sz="2100" b="1">
                <a:solidFill>
                  <a:srgbClr val="3265D5"/>
                </a:solidFill>
                <a:latin typeface="Apple SD Gothic Neo"/>
                <a:ea typeface="Apple SD Gothic Neo"/>
                <a:cs typeface="Apple SD Gothic Neo"/>
              </a:defRPr>
            </a:lvl3pPr>
            <a:lvl4pPr>
              <a:defRPr sz="2100" b="1">
                <a:solidFill>
                  <a:srgbClr val="3265D5"/>
                </a:solidFill>
                <a:latin typeface="Apple SD Gothic Neo"/>
                <a:ea typeface="Apple SD Gothic Neo"/>
                <a:cs typeface="Apple SD Gothic Neo"/>
              </a:defRPr>
            </a:lvl4pPr>
            <a:lvl5pPr>
              <a:defRPr sz="2100" b="1">
                <a:solidFill>
                  <a:srgbClr val="3265D5"/>
                </a:solidFill>
                <a:latin typeface="Apple SD Gothic Neo"/>
                <a:ea typeface="Apple SD Gothic Neo"/>
                <a:cs typeface="Apple SD Gothic Neo"/>
              </a:defRPr>
            </a:lvl5pPr>
            <a:lvl6pPr>
              <a:defRPr sz="2100" b="1">
                <a:solidFill>
                  <a:srgbClr val="3265D5"/>
                </a:solidFill>
                <a:latin typeface="Apple SD Gothic Neo"/>
                <a:ea typeface="Apple SD Gothic Neo"/>
                <a:cs typeface="Apple SD Gothic Neo"/>
              </a:defRPr>
            </a:lvl6pPr>
            <a:lvl7pPr>
              <a:defRPr sz="2100" b="1">
                <a:solidFill>
                  <a:srgbClr val="3265D5"/>
                </a:solidFill>
                <a:latin typeface="Apple SD Gothic Neo"/>
                <a:ea typeface="Apple SD Gothic Neo"/>
                <a:cs typeface="Apple SD Gothic Neo"/>
              </a:defRPr>
            </a:lvl7pPr>
            <a:lvl8pPr>
              <a:defRPr sz="2100" b="1">
                <a:solidFill>
                  <a:srgbClr val="3265D5"/>
                </a:solidFill>
                <a:latin typeface="Apple SD Gothic Neo"/>
                <a:ea typeface="Apple SD Gothic Neo"/>
                <a:cs typeface="Apple SD Gothic Neo"/>
              </a:defRPr>
            </a:lvl8pPr>
            <a:lvl9pPr>
              <a:defRPr sz="2100" b="1">
                <a:solidFill>
                  <a:srgbClr val="3265D5"/>
                </a:solidFill>
                <a:latin typeface="Apple SD Gothic Neo"/>
                <a:ea typeface="Apple SD Gothic Neo"/>
                <a:cs typeface="Apple SD Gothic Neo"/>
              </a:defRPr>
            </a:lvl9pPr>
          </a:lstStyle>
          <a:p xmlns:a="http://schemas.openxmlformats.org/drawingml/2006/main">
            <a:pPr>
              <a:defRPr sz="2100" b="1">
                <a:solidFill>
                  <a:srgbClr val="3265D5"/>
                </a:solidFill>
                <a:latin typeface="Apple SD Gothic Neo"/>
                <a:ea typeface="Apple SD Gothic Neo"/>
                <a:cs typeface="Apple SD Gothic Neo"/>
              </a:defRPr>
            </a:pPr>
            <a:r>
              <a:rPr sz="2100" b="1">
                <a:solidFill>
                  <a:srgbClr val="3265D5"/>
                </a:solidFill>
                <a:latin typeface="Apple SD Gothic Neo"/>
                <a:ea typeface="Apple SD Gothic Neo"/>
                <a:cs typeface="Apple SD Gothic Neo"/>
              </a:rPr>
              <a:t>단계별 코드 · 비교 화면 · 실제 측정 결과</a:t>
            </a:r>
          </a:p>
        </p:txBody>
      </p:sp>
      <p:sp>
        <p:nvSpPr>
          <p:cNvPr id="12" name="">
            <a:extLst xmlns:a="http://schemas.openxmlformats.org/drawingml/2006/main">
              <a:ext uri="{FF2B5EF4-FFF2-40B4-BE49-F238E27FC236}">
                <a16:creationId xmlns:a16="http://schemas.microsoft.com/office/drawing/2014/main" id="{BA77AF16-1321-49DB-99B8-C7B3850A0714}"/>
              </a:ext>
            </a:extLst>
          </p:cNvPr>
          <p:cNvSpPr>
            <a:spLocks xmlns:a="http://schemas.openxmlformats.org/drawingml/2006/main" noGrp="1"/>
          </p:cNvSpPr>
          <p:nvPr/>
        </p:nvSpPr>
        <p:spPr>
          <a:xfrm xmlns:a="http://schemas.openxmlformats.org/drawingml/2006/main">
            <a:off x="685800" y="6677025"/>
            <a:ext cx="12344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5B687A"/>
                </a:solidFill>
                <a:latin typeface="Apple SD Gothic Neo"/>
                <a:ea typeface="Apple SD Gothic Neo"/>
                <a:cs typeface="Apple SD Gothic Neo"/>
              </a:defRPr>
            </a:defPPr>
            <a:lvl1pPr>
              <a:defRPr sz="1800" b="0">
                <a:solidFill>
                  <a:srgbClr val="5B687A"/>
                </a:solidFill>
                <a:latin typeface="Apple SD Gothic Neo"/>
                <a:ea typeface="Apple SD Gothic Neo"/>
                <a:cs typeface="Apple SD Gothic Neo"/>
              </a:defRPr>
            </a:lvl1pPr>
            <a:lvl2pPr>
              <a:defRPr sz="1800" b="0">
                <a:solidFill>
                  <a:srgbClr val="5B687A"/>
                </a:solidFill>
                <a:latin typeface="Apple SD Gothic Neo"/>
                <a:ea typeface="Apple SD Gothic Neo"/>
                <a:cs typeface="Apple SD Gothic Neo"/>
              </a:defRPr>
            </a:lvl2pPr>
            <a:lvl3pPr>
              <a:defRPr sz="1800" b="0">
                <a:solidFill>
                  <a:srgbClr val="5B687A"/>
                </a:solidFill>
                <a:latin typeface="Apple SD Gothic Neo"/>
                <a:ea typeface="Apple SD Gothic Neo"/>
                <a:cs typeface="Apple SD Gothic Neo"/>
              </a:defRPr>
            </a:lvl3pPr>
            <a:lvl4pPr>
              <a:defRPr sz="1800" b="0">
                <a:solidFill>
                  <a:srgbClr val="5B687A"/>
                </a:solidFill>
                <a:latin typeface="Apple SD Gothic Neo"/>
                <a:ea typeface="Apple SD Gothic Neo"/>
                <a:cs typeface="Apple SD Gothic Neo"/>
              </a:defRPr>
            </a:lvl4pPr>
            <a:lvl5pPr>
              <a:defRPr sz="1800" b="0">
                <a:solidFill>
                  <a:srgbClr val="5B687A"/>
                </a:solidFill>
                <a:latin typeface="Apple SD Gothic Neo"/>
                <a:ea typeface="Apple SD Gothic Neo"/>
                <a:cs typeface="Apple SD Gothic Neo"/>
              </a:defRPr>
            </a:lvl5pPr>
            <a:lvl6pPr>
              <a:defRPr sz="1800" b="0">
                <a:solidFill>
                  <a:srgbClr val="5B687A"/>
                </a:solidFill>
                <a:latin typeface="Apple SD Gothic Neo"/>
                <a:ea typeface="Apple SD Gothic Neo"/>
                <a:cs typeface="Apple SD Gothic Neo"/>
              </a:defRPr>
            </a:lvl6pPr>
            <a:lvl7pPr>
              <a:defRPr sz="1800" b="0">
                <a:solidFill>
                  <a:srgbClr val="5B687A"/>
                </a:solidFill>
                <a:latin typeface="Apple SD Gothic Neo"/>
                <a:ea typeface="Apple SD Gothic Neo"/>
                <a:cs typeface="Apple SD Gothic Neo"/>
              </a:defRPr>
            </a:lvl7pPr>
            <a:lvl8pPr>
              <a:defRPr sz="1800" b="0">
                <a:solidFill>
                  <a:srgbClr val="5B687A"/>
                </a:solidFill>
                <a:latin typeface="Apple SD Gothic Neo"/>
                <a:ea typeface="Apple SD Gothic Neo"/>
                <a:cs typeface="Apple SD Gothic Neo"/>
              </a:defRPr>
            </a:lvl8pPr>
            <a:lvl9pPr>
              <a:defRPr sz="1800" b="0">
                <a:solidFill>
                  <a:srgbClr val="5B687A"/>
                </a:solidFill>
                <a:latin typeface="Apple SD Gothic Neo"/>
                <a:ea typeface="Apple SD Gothic Neo"/>
                <a:cs typeface="Apple SD Gothic Neo"/>
              </a:defRPr>
            </a:lvl9pPr>
          </a:lstStyle>
          <a:p xmlns:a="http://schemas.openxmlformats.org/drawingml/2006/main">
            <a:pPr>
              <a:defRPr sz="1800" b="0">
                <a:solidFill>
                  <a:srgbClr val="5B687A"/>
                </a:solidFill>
                <a:latin typeface="Apple SD Gothic Neo"/>
                <a:ea typeface="Apple SD Gothic Neo"/>
                <a:cs typeface="Apple SD Gothic Neo"/>
              </a:defRPr>
            </a:pPr>
            <a:r>
              <a:rPr sz="1800" b="0">
                <a:solidFill>
                  <a:srgbClr val="5B687A"/>
                </a:solidFill>
                <a:latin typeface="Apple SD Gothic Neo"/>
                <a:ea typeface="Apple SD Gothic Neo"/>
                <a:cs typeface="Apple SD Gothic Neo"/>
                <a:hlinkClick xmlns:r="http://schemas.openxmlformats.org/officeDocument/2006/relationships" r:id="Re43d8db41c02443a"/>
              </a:rPr>
              <a:t>github.com/gayeon9-9/skala_ai_mini_project</a:t>
            </a:r>
          </a:p>
        </p:txBody>
      </p:sp>
    </p:spTree>
    <p:extLst>
      <p:ext uri="{BB962C8B-B14F-4D97-AF65-F5344CB8AC3E}">
        <p14:creationId xmlns:p14="http://schemas.microsoft.com/office/powerpoint/2010/main" val="1998569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2026-10-21T07:01:28.5680000Z</dcterms:created>
  <dcterms:modified xsi:type="dcterms:W3CDTF">2026-10-21T07:01:28.5680000Z</dcterms:modified>
</coreProperties>
</file>